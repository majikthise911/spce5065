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521" r:id="rId3"/>
    <p:sldId id="531" r:id="rId4"/>
    <p:sldId id="544" r:id="rId5"/>
    <p:sldId id="490" r:id="rId6"/>
    <p:sldId id="532" r:id="rId7"/>
    <p:sldId id="533" r:id="rId8"/>
    <p:sldId id="534" r:id="rId9"/>
    <p:sldId id="535" r:id="rId10"/>
    <p:sldId id="522" r:id="rId11"/>
    <p:sldId id="523" r:id="rId12"/>
    <p:sldId id="504" r:id="rId13"/>
    <p:sldId id="499" r:id="rId14"/>
    <p:sldId id="536" r:id="rId15"/>
    <p:sldId id="495" r:id="rId16"/>
    <p:sldId id="524" r:id="rId17"/>
    <p:sldId id="528" r:id="rId18"/>
    <p:sldId id="529" r:id="rId19"/>
    <p:sldId id="537" r:id="rId20"/>
    <p:sldId id="530" r:id="rId21"/>
    <p:sldId id="492" r:id="rId22"/>
    <p:sldId id="493" r:id="rId23"/>
    <p:sldId id="491" r:id="rId24"/>
    <p:sldId id="543" r:id="rId25"/>
    <p:sldId id="494" r:id="rId26"/>
    <p:sldId id="538" r:id="rId27"/>
    <p:sldId id="496" r:id="rId28"/>
    <p:sldId id="539" r:id="rId29"/>
    <p:sldId id="497" r:id="rId30"/>
    <p:sldId id="540" r:id="rId31"/>
    <p:sldId id="541" r:id="rId32"/>
    <p:sldId id="542" r:id="rId33"/>
    <p:sldId id="502" r:id="rId34"/>
    <p:sldId id="500" r:id="rId35"/>
    <p:sldId id="505" r:id="rId36"/>
    <p:sldId id="49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ane George" userId="065056628ae16e64" providerId="LiveId" clId="{1E9AE552-6B83-46CE-A2DC-1FB506DB1638}"/>
    <pc:docChg chg="custSel addSld delSld modSld sldOrd">
      <pc:chgData name="Lynnane George" userId="065056628ae16e64" providerId="LiveId" clId="{1E9AE552-6B83-46CE-A2DC-1FB506DB1638}" dt="2026-07-14T23:02:44.666" v="753" actId="20577"/>
      <pc:docMkLst>
        <pc:docMk/>
      </pc:docMkLst>
      <pc:sldChg chg="modSp mod">
        <pc:chgData name="Lynnane George" userId="065056628ae16e64" providerId="LiveId" clId="{1E9AE552-6B83-46CE-A2DC-1FB506DB1638}" dt="2026-07-14T22:58:51.113" v="726" actId="20577"/>
        <pc:sldMkLst>
          <pc:docMk/>
          <pc:sldMk cId="731467338" sldId="256"/>
        </pc:sldMkLst>
        <pc:spChg chg="mod">
          <ac:chgData name="Lynnane George" userId="065056628ae16e64" providerId="LiveId" clId="{1E9AE552-6B83-46CE-A2DC-1FB506DB1638}" dt="2026-07-14T22:58:51.113" v="726" actId="20577"/>
          <ac:spMkLst>
            <pc:docMk/>
            <pc:sldMk cId="731467338" sldId="256"/>
            <ac:spMk id="2" creationId="{3861162C-B206-4FCC-BE4C-C29852AECCEA}"/>
          </ac:spMkLst>
        </pc:spChg>
      </pc:sldChg>
      <pc:sldChg chg="addSp delSp modSp mod ord">
        <pc:chgData name="Lynnane George" userId="065056628ae16e64" providerId="LiveId" clId="{1E9AE552-6B83-46CE-A2DC-1FB506DB1638}" dt="2026-07-14T23:02:44.666" v="753" actId="20577"/>
        <pc:sldMkLst>
          <pc:docMk/>
          <pc:sldMk cId="577085729" sldId="491"/>
        </pc:sldMkLst>
        <pc:spChg chg="mod">
          <ac:chgData name="Lynnane George" userId="065056628ae16e64" providerId="LiveId" clId="{1E9AE552-6B83-46CE-A2DC-1FB506DB1638}" dt="2026-07-14T23:01:13.733" v="735" actId="20577"/>
          <ac:spMkLst>
            <pc:docMk/>
            <pc:sldMk cId="577085729" sldId="491"/>
            <ac:spMk id="2" creationId="{AF8825A0-F7A5-400B-BD10-16CD17BF17A5}"/>
          </ac:spMkLst>
        </pc:spChg>
        <pc:spChg chg="mod">
          <ac:chgData name="Lynnane George" userId="065056628ae16e64" providerId="LiveId" clId="{1E9AE552-6B83-46CE-A2DC-1FB506DB1638}" dt="2026-07-14T23:02:44.666" v="753" actId="20577"/>
          <ac:spMkLst>
            <pc:docMk/>
            <pc:sldMk cId="577085729" sldId="491"/>
            <ac:spMk id="3" creationId="{1B0AD113-2F90-456A-9D38-15C14B2AA340}"/>
          </ac:spMkLst>
        </pc:spChg>
        <pc:inkChg chg="add del">
          <ac:chgData name="Lynnane George" userId="065056628ae16e64" providerId="LiveId" clId="{1E9AE552-6B83-46CE-A2DC-1FB506DB1638}" dt="2026-07-14T23:01:09.942" v="733" actId="478"/>
          <ac:inkMkLst>
            <pc:docMk/>
            <pc:sldMk cId="577085729" sldId="491"/>
            <ac:inkMk id="4" creationId="{E237E3AE-1EA7-F285-A087-8B8A9B2FDDAA}"/>
          </ac:inkMkLst>
        </pc:inkChg>
      </pc:sldChg>
      <pc:sldChg chg="addSp delSp mod">
        <pc:chgData name="Lynnane George" userId="065056628ae16e64" providerId="LiveId" clId="{1E9AE552-6B83-46CE-A2DC-1FB506DB1638}" dt="2026-07-14T23:00:59.519" v="731" actId="478"/>
        <pc:sldMkLst>
          <pc:docMk/>
          <pc:sldMk cId="2151350048" sldId="492"/>
        </pc:sldMkLst>
        <pc:inkChg chg="add del">
          <ac:chgData name="Lynnane George" userId="065056628ae16e64" providerId="LiveId" clId="{1E9AE552-6B83-46CE-A2DC-1FB506DB1638}" dt="2026-07-14T23:00:59.519" v="731" actId="478"/>
          <ac:inkMkLst>
            <pc:docMk/>
            <pc:sldMk cId="2151350048" sldId="492"/>
            <ac:inkMk id="3" creationId="{600127F4-0ABE-5AD3-FB8D-BDD06BBEEB32}"/>
          </ac:inkMkLst>
        </pc:inkChg>
      </pc:sldChg>
      <pc:sldChg chg="addSp delSp mod">
        <pc:chgData name="Lynnane George" userId="065056628ae16e64" providerId="LiveId" clId="{1E9AE552-6B83-46CE-A2DC-1FB506DB1638}" dt="2026-07-14T23:01:04.892" v="732" actId="478"/>
        <pc:sldMkLst>
          <pc:docMk/>
          <pc:sldMk cId="2671759236" sldId="493"/>
        </pc:sldMkLst>
        <pc:inkChg chg="add del">
          <ac:chgData name="Lynnane George" userId="065056628ae16e64" providerId="LiveId" clId="{1E9AE552-6B83-46CE-A2DC-1FB506DB1638}" dt="2026-07-14T23:01:04.892" v="732" actId="478"/>
          <ac:inkMkLst>
            <pc:docMk/>
            <pc:sldMk cId="2671759236" sldId="493"/>
            <ac:inkMk id="3" creationId="{86E3D06B-6CE6-27B8-DBCD-0AF753FA515B}"/>
          </ac:inkMkLst>
        </pc:inkChg>
      </pc:sldChg>
      <pc:sldChg chg="addSp delSp modSp mod">
        <pc:chgData name="Lynnane George" userId="065056628ae16e64" providerId="LiveId" clId="{1E9AE552-6B83-46CE-A2DC-1FB506DB1638}" dt="2026-07-14T23:01:28.065" v="739" actId="478"/>
        <pc:sldMkLst>
          <pc:docMk/>
          <pc:sldMk cId="3079487760" sldId="494"/>
        </pc:sldMkLst>
        <pc:picChg chg="add mod">
          <ac:chgData name="Lynnane George" userId="065056628ae16e64" providerId="LiveId" clId="{1E9AE552-6B83-46CE-A2DC-1FB506DB1638}" dt="2026-07-11T18:27:31.332" v="297" actId="1076"/>
          <ac:picMkLst>
            <pc:docMk/>
            <pc:sldMk cId="3079487760" sldId="494"/>
            <ac:picMk id="4" creationId="{670EB4B3-22DC-ADBD-0800-DA4184EE56A8}"/>
          </ac:picMkLst>
        </pc:picChg>
        <pc:inkChg chg="add del">
          <ac:chgData name="Lynnane George" userId="065056628ae16e64" providerId="LiveId" clId="{1E9AE552-6B83-46CE-A2DC-1FB506DB1638}" dt="2026-07-14T23:01:28.065" v="739" actId="478"/>
          <ac:inkMkLst>
            <pc:docMk/>
            <pc:sldMk cId="3079487760" sldId="494"/>
            <ac:inkMk id="2" creationId="{3468DEAD-724D-D9A9-90AD-05D6C0224870}"/>
          </ac:inkMkLst>
        </pc:inkChg>
      </pc:sldChg>
      <pc:sldChg chg="add">
        <pc:chgData name="Lynnane George" userId="065056628ae16e64" providerId="LiveId" clId="{1E9AE552-6B83-46CE-A2DC-1FB506DB1638}" dt="2026-07-11T17:10:58.467" v="260"/>
        <pc:sldMkLst>
          <pc:docMk/>
          <pc:sldMk cId="3802233508" sldId="495"/>
        </pc:sldMkLst>
      </pc:sldChg>
      <pc:sldChg chg="addSp delSp modSp mod">
        <pc:chgData name="Lynnane George" userId="065056628ae16e64" providerId="LiveId" clId="{1E9AE552-6B83-46CE-A2DC-1FB506DB1638}" dt="2026-07-14T23:01:38.978" v="741" actId="478"/>
        <pc:sldMkLst>
          <pc:docMk/>
          <pc:sldMk cId="3582300515" sldId="496"/>
        </pc:sldMkLst>
        <pc:picChg chg="add mod">
          <ac:chgData name="Lynnane George" userId="065056628ae16e64" providerId="LiveId" clId="{1E9AE552-6B83-46CE-A2DC-1FB506DB1638}" dt="2026-07-11T18:42:37.748" v="350"/>
          <ac:picMkLst>
            <pc:docMk/>
            <pc:sldMk cId="3582300515" sldId="496"/>
            <ac:picMk id="7" creationId="{3CD524F5-84B8-9F68-14FB-BB51F862DF0D}"/>
          </ac:picMkLst>
        </pc:picChg>
        <pc:inkChg chg="add del">
          <ac:chgData name="Lynnane George" userId="065056628ae16e64" providerId="LiveId" clId="{1E9AE552-6B83-46CE-A2DC-1FB506DB1638}" dt="2026-07-14T23:01:38.978" v="741" actId="478"/>
          <ac:inkMkLst>
            <pc:docMk/>
            <pc:sldMk cId="3582300515" sldId="496"/>
            <ac:inkMk id="2" creationId="{21DC68D5-A3FA-800A-9056-C3A7F6004126}"/>
          </ac:inkMkLst>
        </pc:inkChg>
      </pc:sldChg>
      <pc:sldChg chg="addSp delSp mod">
        <pc:chgData name="Lynnane George" userId="065056628ae16e64" providerId="LiveId" clId="{1E9AE552-6B83-46CE-A2DC-1FB506DB1638}" dt="2026-07-14T23:01:47.178" v="743" actId="478"/>
        <pc:sldMkLst>
          <pc:docMk/>
          <pc:sldMk cId="858162700" sldId="497"/>
        </pc:sldMkLst>
        <pc:inkChg chg="add del">
          <ac:chgData name="Lynnane George" userId="065056628ae16e64" providerId="LiveId" clId="{1E9AE552-6B83-46CE-A2DC-1FB506DB1638}" dt="2026-07-14T23:01:47.178" v="743" actId="478"/>
          <ac:inkMkLst>
            <pc:docMk/>
            <pc:sldMk cId="858162700" sldId="497"/>
            <ac:inkMk id="2" creationId="{CB9501E1-1C17-F2D9-08B6-C1CB641125CF}"/>
          </ac:inkMkLst>
        </pc:inkChg>
      </pc:sldChg>
      <pc:sldChg chg="modSp mod">
        <pc:chgData name="Lynnane George" userId="065056628ae16e64" providerId="LiveId" clId="{1E9AE552-6B83-46CE-A2DC-1FB506DB1638}" dt="2026-07-11T19:13:57.662" v="564" actId="27636"/>
        <pc:sldMkLst>
          <pc:docMk/>
          <pc:sldMk cId="4217744578" sldId="498"/>
        </pc:sldMkLst>
        <pc:spChg chg="mod">
          <ac:chgData name="Lynnane George" userId="065056628ae16e64" providerId="LiveId" clId="{1E9AE552-6B83-46CE-A2DC-1FB506DB1638}" dt="2026-07-11T19:13:57.662" v="564" actId="27636"/>
          <ac:spMkLst>
            <pc:docMk/>
            <pc:sldMk cId="4217744578" sldId="498"/>
            <ac:spMk id="3" creationId="{8B9BB348-61E0-4893-8090-C06281BC11A8}"/>
          </ac:spMkLst>
        </pc:spChg>
      </pc:sldChg>
      <pc:sldChg chg="delSp add setBg delDesignElem">
        <pc:chgData name="Lynnane George" userId="065056628ae16e64" providerId="LiveId" clId="{1E9AE552-6B83-46CE-A2DC-1FB506DB1638}" dt="2026-07-11T16:56:22.420" v="225"/>
        <pc:sldMkLst>
          <pc:docMk/>
          <pc:sldMk cId="472891111" sldId="499"/>
        </pc:sldMkLst>
      </pc:sldChg>
      <pc:sldChg chg="modSp mod">
        <pc:chgData name="Lynnane George" userId="065056628ae16e64" providerId="LiveId" clId="{1E9AE552-6B83-46CE-A2DC-1FB506DB1638}" dt="2026-07-14T23:02:10.708" v="749" actId="20577"/>
        <pc:sldMkLst>
          <pc:docMk/>
          <pc:sldMk cId="3369793864" sldId="500"/>
        </pc:sldMkLst>
        <pc:spChg chg="mod">
          <ac:chgData name="Lynnane George" userId="065056628ae16e64" providerId="LiveId" clId="{1E9AE552-6B83-46CE-A2DC-1FB506DB1638}" dt="2026-07-14T23:02:06.459" v="747" actId="20577"/>
          <ac:spMkLst>
            <pc:docMk/>
            <pc:sldMk cId="3369793864" sldId="500"/>
            <ac:spMk id="2" creationId="{2476FDD4-F47A-4A64-BD2A-85378A194523}"/>
          </ac:spMkLst>
        </pc:spChg>
        <pc:spChg chg="mod">
          <ac:chgData name="Lynnane George" userId="065056628ae16e64" providerId="LiveId" clId="{1E9AE552-6B83-46CE-A2DC-1FB506DB1638}" dt="2026-07-14T23:02:10.708" v="749" actId="20577"/>
          <ac:spMkLst>
            <pc:docMk/>
            <pc:sldMk cId="3369793864" sldId="500"/>
            <ac:spMk id="3" creationId="{B39FA08E-5611-4648-842C-146C6328F5AD}"/>
          </ac:spMkLst>
        </pc:spChg>
      </pc:sldChg>
      <pc:sldChg chg="addSp delSp add mod setBg delDesignElem">
        <pc:chgData name="Lynnane George" userId="065056628ae16e64" providerId="LiveId" clId="{1E9AE552-6B83-46CE-A2DC-1FB506DB1638}" dt="2026-07-14T23:00:29.058" v="729" actId="478"/>
        <pc:sldMkLst>
          <pc:docMk/>
          <pc:sldMk cId="1389410046" sldId="504"/>
        </pc:sldMkLst>
        <pc:inkChg chg="add del">
          <ac:chgData name="Lynnane George" userId="065056628ae16e64" providerId="LiveId" clId="{1E9AE552-6B83-46CE-A2DC-1FB506DB1638}" dt="2026-07-14T23:00:29.058" v="729" actId="478"/>
          <ac:inkMkLst>
            <pc:docMk/>
            <pc:sldMk cId="1389410046" sldId="504"/>
            <ac:inkMk id="3" creationId="{1D5DC80C-0BD2-F54C-4AF9-5C97A5E64118}"/>
          </ac:inkMkLst>
        </pc:inkChg>
      </pc:sldChg>
      <pc:sldChg chg="modSp add mod">
        <pc:chgData name="Lynnane George" userId="065056628ae16e64" providerId="LiveId" clId="{1E9AE552-6B83-46CE-A2DC-1FB506DB1638}" dt="2026-07-14T22:56:06.761" v="677" actId="20577"/>
        <pc:sldMkLst>
          <pc:docMk/>
          <pc:sldMk cId="1100958776" sldId="521"/>
        </pc:sldMkLst>
        <pc:spChg chg="mod">
          <ac:chgData name="Lynnane George" userId="065056628ae16e64" providerId="LiveId" clId="{1E9AE552-6B83-46CE-A2DC-1FB506DB1638}" dt="2026-07-14T22:55:50.533" v="621" actId="20577"/>
          <ac:spMkLst>
            <pc:docMk/>
            <pc:sldMk cId="1100958776" sldId="521"/>
            <ac:spMk id="2" creationId="{717D92E9-03CE-2741-CCF7-D4961BFD242F}"/>
          </ac:spMkLst>
        </pc:spChg>
        <pc:spChg chg="mod">
          <ac:chgData name="Lynnane George" userId="065056628ae16e64" providerId="LiveId" clId="{1E9AE552-6B83-46CE-A2DC-1FB506DB1638}" dt="2026-07-14T22:56:06.761" v="677" actId="20577"/>
          <ac:spMkLst>
            <pc:docMk/>
            <pc:sldMk cId="1100958776" sldId="521"/>
            <ac:spMk id="4" creationId="{85705547-0D64-4E8B-ABC3-B75751765CF3}"/>
          </ac:spMkLst>
        </pc:spChg>
        <pc:picChg chg="mod">
          <ac:chgData name="Lynnane George" userId="065056628ae16e64" providerId="LiveId" clId="{1E9AE552-6B83-46CE-A2DC-1FB506DB1638}" dt="2026-07-11T15:18:03.135" v="26" actId="1076"/>
          <ac:picMkLst>
            <pc:docMk/>
            <pc:sldMk cId="1100958776" sldId="521"/>
            <ac:picMk id="1028" creationId="{E7C27866-F914-4402-8A14-2212DCBE293E}"/>
          </ac:picMkLst>
        </pc:picChg>
      </pc:sldChg>
      <pc:sldChg chg="addSp delSp modSp mod">
        <pc:chgData name="Lynnane George" userId="065056628ae16e64" providerId="LiveId" clId="{1E9AE552-6B83-46CE-A2DC-1FB506DB1638}" dt="2026-07-11T17:28:38.433" v="265"/>
        <pc:sldMkLst>
          <pc:docMk/>
          <pc:sldMk cId="2838051252" sldId="524"/>
        </pc:sldMkLst>
        <pc:picChg chg="add mod">
          <ac:chgData name="Lynnane George" userId="065056628ae16e64" providerId="LiveId" clId="{1E9AE552-6B83-46CE-A2DC-1FB506DB1638}" dt="2026-07-11T17:28:38.433" v="265"/>
          <ac:picMkLst>
            <pc:docMk/>
            <pc:sldMk cId="2838051252" sldId="524"/>
            <ac:picMk id="4" creationId="{54D377BB-D463-72F2-3CD6-CA46F1EB37A2}"/>
          </ac:picMkLst>
        </pc:picChg>
      </pc:sldChg>
      <pc:sldChg chg="addSp delSp modSp mod">
        <pc:chgData name="Lynnane George" userId="065056628ae16e64" providerId="LiveId" clId="{1E9AE552-6B83-46CE-A2DC-1FB506DB1638}" dt="2026-07-11T17:46:01.660" v="269"/>
        <pc:sldMkLst>
          <pc:docMk/>
          <pc:sldMk cId="2467316401" sldId="529"/>
        </pc:sldMkLst>
        <pc:picChg chg="add mod">
          <ac:chgData name="Lynnane George" userId="065056628ae16e64" providerId="LiveId" clId="{1E9AE552-6B83-46CE-A2DC-1FB506DB1638}" dt="2026-07-11T17:46:01.660" v="269"/>
          <ac:picMkLst>
            <pc:docMk/>
            <pc:sldMk cId="2467316401" sldId="529"/>
            <ac:picMk id="3" creationId="{F4D339DE-92C4-7000-F2D4-19BFDC21379C}"/>
          </ac:picMkLst>
        </pc:picChg>
      </pc:sldChg>
      <pc:sldChg chg="modSp add mod">
        <pc:chgData name="Lynnane George" userId="065056628ae16e64" providerId="LiveId" clId="{1E9AE552-6B83-46CE-A2DC-1FB506DB1638}" dt="2026-07-14T22:56:41.293" v="693" actId="20577"/>
        <pc:sldMkLst>
          <pc:docMk/>
          <pc:sldMk cId="1739192913" sldId="531"/>
        </pc:sldMkLst>
        <pc:spChg chg="mod">
          <ac:chgData name="Lynnane George" userId="065056628ae16e64" providerId="LiveId" clId="{1E9AE552-6B83-46CE-A2DC-1FB506DB1638}" dt="2026-07-14T22:56:27.390" v="688" actId="20577"/>
          <ac:spMkLst>
            <pc:docMk/>
            <pc:sldMk cId="1739192913" sldId="531"/>
            <ac:spMk id="2" creationId="{7476BA88-7471-23D5-DEC9-E129E437C2FB}"/>
          </ac:spMkLst>
        </pc:spChg>
        <pc:spChg chg="mod">
          <ac:chgData name="Lynnane George" userId="065056628ae16e64" providerId="LiveId" clId="{1E9AE552-6B83-46CE-A2DC-1FB506DB1638}" dt="2026-07-14T22:56:41.293" v="693" actId="20577"/>
          <ac:spMkLst>
            <pc:docMk/>
            <pc:sldMk cId="1739192913" sldId="531"/>
            <ac:spMk id="4" creationId="{B4E776B2-EA68-44A3-768A-AB10FDFF3C9B}"/>
          </ac:spMkLst>
        </pc:spChg>
      </pc:sldChg>
      <pc:sldChg chg="addSp delSp modSp new mod">
        <pc:chgData name="Lynnane George" userId="065056628ae16e64" providerId="LiveId" clId="{1E9AE552-6B83-46CE-A2DC-1FB506DB1638}" dt="2026-07-11T16:00:12.919" v="63" actId="1076"/>
        <pc:sldMkLst>
          <pc:docMk/>
          <pc:sldMk cId="2198173471" sldId="532"/>
        </pc:sldMkLst>
        <pc:spChg chg="mod">
          <ac:chgData name="Lynnane George" userId="065056628ae16e64" providerId="LiveId" clId="{1E9AE552-6B83-46CE-A2DC-1FB506DB1638}" dt="2026-07-11T16:00:07.381" v="60" actId="1076"/>
          <ac:spMkLst>
            <pc:docMk/>
            <pc:sldMk cId="2198173471" sldId="532"/>
            <ac:spMk id="2" creationId="{6688B2E7-2B89-46AA-BBAF-58631D4B07DA}"/>
          </ac:spMkLst>
        </pc:spChg>
        <pc:picChg chg="add mod">
          <ac:chgData name="Lynnane George" userId="065056628ae16e64" providerId="LiveId" clId="{1E9AE552-6B83-46CE-A2DC-1FB506DB1638}" dt="2026-07-11T16:00:12.919" v="63" actId="1076"/>
          <ac:picMkLst>
            <pc:docMk/>
            <pc:sldMk cId="2198173471" sldId="532"/>
            <ac:picMk id="5" creationId="{7D3B6C01-1632-E019-DDA9-D9A6C2644282}"/>
          </ac:picMkLst>
        </pc:picChg>
      </pc:sldChg>
      <pc:sldChg chg="addSp delSp modSp new mod">
        <pc:chgData name="Lynnane George" userId="065056628ae16e64" providerId="LiveId" clId="{1E9AE552-6B83-46CE-A2DC-1FB506DB1638}" dt="2026-07-14T23:00:02.592" v="727" actId="478"/>
        <pc:sldMkLst>
          <pc:docMk/>
          <pc:sldMk cId="232363474" sldId="533"/>
        </pc:sldMkLst>
        <pc:spChg chg="mod">
          <ac:chgData name="Lynnane George" userId="065056628ae16e64" providerId="LiveId" clId="{1E9AE552-6B83-46CE-A2DC-1FB506DB1638}" dt="2026-07-11T16:16:51.170" v="107" actId="20577"/>
          <ac:spMkLst>
            <pc:docMk/>
            <pc:sldMk cId="232363474" sldId="533"/>
            <ac:spMk id="2" creationId="{738382D1-4F59-ED5C-13D5-E00AD3A3891D}"/>
          </ac:spMkLst>
        </pc:spChg>
        <pc:inkChg chg="add del">
          <ac:chgData name="Lynnane George" userId="065056628ae16e64" providerId="LiveId" clId="{1E9AE552-6B83-46CE-A2DC-1FB506DB1638}" dt="2026-07-14T23:00:02.592" v="727" actId="478"/>
          <ac:inkMkLst>
            <pc:docMk/>
            <pc:sldMk cId="232363474" sldId="533"/>
            <ac:inkMk id="3" creationId="{56C64892-9FF3-AFED-12D2-12F35B4C5487}"/>
          </ac:inkMkLst>
        </pc:inkChg>
      </pc:sldChg>
      <pc:sldChg chg="addSp delSp modSp new mod">
        <pc:chgData name="Lynnane George" userId="065056628ae16e64" providerId="LiveId" clId="{1E9AE552-6B83-46CE-A2DC-1FB506DB1638}" dt="2026-07-14T23:00:06.699" v="728" actId="478"/>
        <pc:sldMkLst>
          <pc:docMk/>
          <pc:sldMk cId="1992806716" sldId="534"/>
        </pc:sldMkLst>
        <pc:spChg chg="mod">
          <ac:chgData name="Lynnane George" userId="065056628ae16e64" providerId="LiveId" clId="{1E9AE552-6B83-46CE-A2DC-1FB506DB1638}" dt="2026-07-11T16:22:23.871" v="125" actId="20577"/>
          <ac:spMkLst>
            <pc:docMk/>
            <pc:sldMk cId="1992806716" sldId="534"/>
            <ac:spMk id="2" creationId="{770C3A87-EE0A-07B4-ED9E-06E6D3C401E1}"/>
          </ac:spMkLst>
        </pc:spChg>
        <pc:spChg chg="mod">
          <ac:chgData name="Lynnane George" userId="065056628ae16e64" providerId="LiveId" clId="{1E9AE552-6B83-46CE-A2DC-1FB506DB1638}" dt="2026-07-11T16:25:18.060" v="191" actId="20577"/>
          <ac:spMkLst>
            <pc:docMk/>
            <pc:sldMk cId="1992806716" sldId="534"/>
            <ac:spMk id="3" creationId="{B28813B7-5DD9-C416-9EE0-5B2161A75D92}"/>
          </ac:spMkLst>
        </pc:spChg>
        <pc:inkChg chg="add del">
          <ac:chgData name="Lynnane George" userId="065056628ae16e64" providerId="LiveId" clId="{1E9AE552-6B83-46CE-A2DC-1FB506DB1638}" dt="2026-07-14T23:00:06.699" v="728" actId="478"/>
          <ac:inkMkLst>
            <pc:docMk/>
            <pc:sldMk cId="1992806716" sldId="534"/>
            <ac:inkMk id="4" creationId="{3BDAAEBC-ADC1-3E73-EC92-F098725E5C3F}"/>
          </ac:inkMkLst>
        </pc:inkChg>
      </pc:sldChg>
      <pc:sldChg chg="addSp delSp modSp new mod">
        <pc:chgData name="Lynnane George" userId="065056628ae16e64" providerId="LiveId" clId="{1E9AE552-6B83-46CE-A2DC-1FB506DB1638}" dt="2026-07-11T16:34:02.726" v="221" actId="1076"/>
        <pc:sldMkLst>
          <pc:docMk/>
          <pc:sldMk cId="3493918238" sldId="535"/>
        </pc:sldMkLst>
        <pc:spChg chg="mod">
          <ac:chgData name="Lynnane George" userId="065056628ae16e64" providerId="LiveId" clId="{1E9AE552-6B83-46CE-A2DC-1FB506DB1638}" dt="2026-07-11T16:33:50.675" v="216" actId="20577"/>
          <ac:spMkLst>
            <pc:docMk/>
            <pc:sldMk cId="3493918238" sldId="535"/>
            <ac:spMk id="2" creationId="{18A0044D-9221-C959-4AE8-B3BA521F8514}"/>
          </ac:spMkLst>
        </pc:spChg>
        <pc:picChg chg="add mod">
          <ac:chgData name="Lynnane George" userId="065056628ae16e64" providerId="LiveId" clId="{1E9AE552-6B83-46CE-A2DC-1FB506DB1638}" dt="2026-07-11T16:34:02.726" v="221" actId="1076"/>
          <ac:picMkLst>
            <pc:docMk/>
            <pc:sldMk cId="3493918238" sldId="535"/>
            <ac:picMk id="5" creationId="{027ACF42-AAFB-30AE-48F2-93AE39E8C09C}"/>
          </ac:picMkLst>
        </pc:picChg>
      </pc:sldChg>
      <pc:sldChg chg="addSp delSp modSp new mod">
        <pc:chgData name="Lynnane George" userId="065056628ae16e64" providerId="LiveId" clId="{1E9AE552-6B83-46CE-A2DC-1FB506DB1638}" dt="2026-07-14T23:00:35.449" v="730" actId="478"/>
        <pc:sldMkLst>
          <pc:docMk/>
          <pc:sldMk cId="1947014110" sldId="536"/>
        </pc:sldMkLst>
        <pc:spChg chg="mod">
          <ac:chgData name="Lynnane George" userId="065056628ae16e64" providerId="LiveId" clId="{1E9AE552-6B83-46CE-A2DC-1FB506DB1638}" dt="2026-07-11T17:06:49.207" v="253" actId="20577"/>
          <ac:spMkLst>
            <pc:docMk/>
            <pc:sldMk cId="1947014110" sldId="536"/>
            <ac:spMk id="2" creationId="{624F3C7F-7448-2DB1-02EF-DD49F1639C76}"/>
          </ac:spMkLst>
        </pc:spChg>
        <pc:picChg chg="add mod">
          <ac:chgData name="Lynnane George" userId="065056628ae16e64" providerId="LiveId" clId="{1E9AE552-6B83-46CE-A2DC-1FB506DB1638}" dt="2026-07-11T17:07:01.645" v="258" actId="1076"/>
          <ac:picMkLst>
            <pc:docMk/>
            <pc:sldMk cId="1947014110" sldId="536"/>
            <ac:picMk id="5" creationId="{7E827B9B-0454-3D1F-069A-3C011C33CBBF}"/>
          </ac:picMkLst>
        </pc:picChg>
        <pc:inkChg chg="add del">
          <ac:chgData name="Lynnane George" userId="065056628ae16e64" providerId="LiveId" clId="{1E9AE552-6B83-46CE-A2DC-1FB506DB1638}" dt="2026-07-14T23:00:35.449" v="730" actId="478"/>
          <ac:inkMkLst>
            <pc:docMk/>
            <pc:sldMk cId="1947014110" sldId="536"/>
            <ac:inkMk id="3" creationId="{75E2A7F8-08FF-C5E6-AAAD-043F0932F24F}"/>
          </ac:inkMkLst>
        </pc:inkChg>
      </pc:sldChg>
      <pc:sldChg chg="addSp delSp modSp new mod">
        <pc:chgData name="Lynnane George" userId="065056628ae16e64" providerId="LiveId" clId="{1E9AE552-6B83-46CE-A2DC-1FB506DB1638}" dt="2026-07-11T18:00:38.372" v="288" actId="1076"/>
        <pc:sldMkLst>
          <pc:docMk/>
          <pc:sldMk cId="889846322" sldId="537"/>
        </pc:sldMkLst>
        <pc:spChg chg="mod">
          <ac:chgData name="Lynnane George" userId="065056628ae16e64" providerId="LiveId" clId="{1E9AE552-6B83-46CE-A2DC-1FB506DB1638}" dt="2026-07-11T18:00:24.303" v="281" actId="20577"/>
          <ac:spMkLst>
            <pc:docMk/>
            <pc:sldMk cId="889846322" sldId="537"/>
            <ac:spMk id="2" creationId="{F6CFE50D-F3A3-B46D-7672-E3DD24ABFEE5}"/>
          </ac:spMkLst>
        </pc:spChg>
        <pc:picChg chg="add mod">
          <ac:chgData name="Lynnane George" userId="065056628ae16e64" providerId="LiveId" clId="{1E9AE552-6B83-46CE-A2DC-1FB506DB1638}" dt="2026-07-11T18:00:38.372" v="288" actId="1076"/>
          <ac:picMkLst>
            <pc:docMk/>
            <pc:sldMk cId="889846322" sldId="537"/>
            <ac:picMk id="4" creationId="{659AEC1A-994D-7330-2084-DF36DA600748}"/>
          </ac:picMkLst>
        </pc:picChg>
      </pc:sldChg>
      <pc:sldChg chg="addSp delSp modSp new mod">
        <pc:chgData name="Lynnane George" userId="065056628ae16e64" providerId="LiveId" clId="{1E9AE552-6B83-46CE-A2DC-1FB506DB1638}" dt="2026-07-14T23:01:34.217" v="740" actId="478"/>
        <pc:sldMkLst>
          <pc:docMk/>
          <pc:sldMk cId="3872451439" sldId="538"/>
        </pc:sldMkLst>
        <pc:spChg chg="mod">
          <ac:chgData name="Lynnane George" userId="065056628ae16e64" providerId="LiveId" clId="{1E9AE552-6B83-46CE-A2DC-1FB506DB1638}" dt="2026-07-11T18:38:41.854" v="338" actId="1076"/>
          <ac:spMkLst>
            <pc:docMk/>
            <pc:sldMk cId="3872451439" sldId="538"/>
            <ac:spMk id="2" creationId="{FA525127-B862-A2D6-171E-D0D9D8DC2B3A}"/>
          </ac:spMkLst>
        </pc:spChg>
        <pc:picChg chg="add mod">
          <ac:chgData name="Lynnane George" userId="065056628ae16e64" providerId="LiveId" clId="{1E9AE552-6B83-46CE-A2DC-1FB506DB1638}" dt="2026-07-11T18:38:54.707" v="341" actId="1076"/>
          <ac:picMkLst>
            <pc:docMk/>
            <pc:sldMk cId="3872451439" sldId="538"/>
            <ac:picMk id="4" creationId="{7128714E-F432-7566-FB61-A952F330CF14}"/>
          </ac:picMkLst>
        </pc:picChg>
        <pc:picChg chg="add mod">
          <ac:chgData name="Lynnane George" userId="065056628ae16e64" providerId="LiveId" clId="{1E9AE552-6B83-46CE-A2DC-1FB506DB1638}" dt="2026-07-11T18:38:56.001" v="342" actId="1076"/>
          <ac:picMkLst>
            <pc:docMk/>
            <pc:sldMk cId="3872451439" sldId="538"/>
            <ac:picMk id="5" creationId="{109F24BE-760A-B1E6-33C9-76B4C2FBD362}"/>
          </ac:picMkLst>
        </pc:picChg>
        <pc:picChg chg="add mod">
          <ac:chgData name="Lynnane George" userId="065056628ae16e64" providerId="LiveId" clId="{1E9AE552-6B83-46CE-A2DC-1FB506DB1638}" dt="2026-07-11T18:39:00.760" v="343" actId="1076"/>
          <ac:picMkLst>
            <pc:docMk/>
            <pc:sldMk cId="3872451439" sldId="538"/>
            <ac:picMk id="6" creationId="{301CFA4E-2E65-BC0A-B78A-7A11AD06D1C0}"/>
          </ac:picMkLst>
        </pc:picChg>
        <pc:inkChg chg="add del">
          <ac:chgData name="Lynnane George" userId="065056628ae16e64" providerId="LiveId" clId="{1E9AE552-6B83-46CE-A2DC-1FB506DB1638}" dt="2026-07-14T23:01:34.217" v="740" actId="478"/>
          <ac:inkMkLst>
            <pc:docMk/>
            <pc:sldMk cId="3872451439" sldId="538"/>
            <ac:inkMk id="3" creationId="{9C55E9EF-8E7B-8B0E-E857-FD811E6448C7}"/>
          </ac:inkMkLst>
        </pc:inkChg>
      </pc:sldChg>
      <pc:sldChg chg="addSp delSp modSp new mod">
        <pc:chgData name="Lynnane George" userId="065056628ae16e64" providerId="LiveId" clId="{1E9AE552-6B83-46CE-A2DC-1FB506DB1638}" dt="2026-07-14T23:01:43.300" v="742" actId="478"/>
        <pc:sldMkLst>
          <pc:docMk/>
          <pc:sldMk cId="478681596" sldId="539"/>
        </pc:sldMkLst>
        <pc:spChg chg="mod">
          <ac:chgData name="Lynnane George" userId="065056628ae16e64" providerId="LiveId" clId="{1E9AE552-6B83-46CE-A2DC-1FB506DB1638}" dt="2026-07-11T18:53:49.480" v="448" actId="20577"/>
          <ac:spMkLst>
            <pc:docMk/>
            <pc:sldMk cId="478681596" sldId="539"/>
            <ac:spMk id="2" creationId="{2D7865E4-AEF1-BD7F-763E-AE7FADAD1093}"/>
          </ac:spMkLst>
        </pc:spChg>
        <pc:picChg chg="add mod">
          <ac:chgData name="Lynnane George" userId="065056628ae16e64" providerId="LiveId" clId="{1E9AE552-6B83-46CE-A2DC-1FB506DB1638}" dt="2026-07-11T18:53:42.435" v="445"/>
          <ac:picMkLst>
            <pc:docMk/>
            <pc:sldMk cId="478681596" sldId="539"/>
            <ac:picMk id="7" creationId="{0CCAAF6F-A8E2-2342-6B8D-FE2E63B47077}"/>
          </ac:picMkLst>
        </pc:picChg>
        <pc:inkChg chg="add del">
          <ac:chgData name="Lynnane George" userId="065056628ae16e64" providerId="LiveId" clId="{1E9AE552-6B83-46CE-A2DC-1FB506DB1638}" dt="2026-07-14T23:01:43.300" v="742" actId="478"/>
          <ac:inkMkLst>
            <pc:docMk/>
            <pc:sldMk cId="478681596" sldId="539"/>
            <ac:inkMk id="3" creationId="{AD895A25-BFED-F854-6CED-79C89CFB8C7C}"/>
          </ac:inkMkLst>
        </pc:inkChg>
      </pc:sldChg>
      <pc:sldChg chg="addSp delSp modSp new mod">
        <pc:chgData name="Lynnane George" userId="065056628ae16e64" providerId="LiveId" clId="{1E9AE552-6B83-46CE-A2DC-1FB506DB1638}" dt="2026-07-14T23:01:53.648" v="744" actId="478"/>
        <pc:sldMkLst>
          <pc:docMk/>
          <pc:sldMk cId="774954989" sldId="540"/>
        </pc:sldMkLst>
        <pc:spChg chg="mod">
          <ac:chgData name="Lynnane George" userId="065056628ae16e64" providerId="LiveId" clId="{1E9AE552-6B83-46CE-A2DC-1FB506DB1638}" dt="2026-07-11T19:03:56.316" v="494" actId="1076"/>
          <ac:spMkLst>
            <pc:docMk/>
            <pc:sldMk cId="774954989" sldId="540"/>
            <ac:spMk id="2" creationId="{F724A7D5-CB2A-7EC4-D1CD-D297690F9DAD}"/>
          </ac:spMkLst>
        </pc:spChg>
        <pc:picChg chg="add mod">
          <ac:chgData name="Lynnane George" userId="065056628ae16e64" providerId="LiveId" clId="{1E9AE552-6B83-46CE-A2DC-1FB506DB1638}" dt="2026-07-11T19:05:27.666" v="503" actId="14100"/>
          <ac:picMkLst>
            <pc:docMk/>
            <pc:sldMk cId="774954989" sldId="540"/>
            <ac:picMk id="4" creationId="{660175E0-466C-D7AE-15C5-00AA41094D88}"/>
          </ac:picMkLst>
        </pc:picChg>
        <pc:picChg chg="add mod">
          <ac:chgData name="Lynnane George" userId="065056628ae16e64" providerId="LiveId" clId="{1E9AE552-6B83-46CE-A2DC-1FB506DB1638}" dt="2026-07-11T19:05:32.553" v="505" actId="14100"/>
          <ac:picMkLst>
            <pc:docMk/>
            <pc:sldMk cId="774954989" sldId="540"/>
            <ac:picMk id="5" creationId="{55B80216-C73E-FA09-81F6-A6143F2088C1}"/>
          </ac:picMkLst>
        </pc:picChg>
        <pc:inkChg chg="add del">
          <ac:chgData name="Lynnane George" userId="065056628ae16e64" providerId="LiveId" clId="{1E9AE552-6B83-46CE-A2DC-1FB506DB1638}" dt="2026-07-14T23:01:53.648" v="744" actId="478"/>
          <ac:inkMkLst>
            <pc:docMk/>
            <pc:sldMk cId="774954989" sldId="540"/>
            <ac:inkMk id="3" creationId="{09115FCE-FD51-83CA-35B2-3691A2AEAA1B}"/>
          </ac:inkMkLst>
        </pc:inkChg>
      </pc:sldChg>
      <pc:sldChg chg="addSp delSp modSp add mod">
        <pc:chgData name="Lynnane George" userId="065056628ae16e64" providerId="LiveId" clId="{1E9AE552-6B83-46CE-A2DC-1FB506DB1638}" dt="2026-07-11T19:10:36.925" v="526" actId="1076"/>
        <pc:sldMkLst>
          <pc:docMk/>
          <pc:sldMk cId="1062861632" sldId="541"/>
        </pc:sldMkLst>
        <pc:spChg chg="mod">
          <ac:chgData name="Lynnane George" userId="065056628ae16e64" providerId="LiveId" clId="{1E9AE552-6B83-46CE-A2DC-1FB506DB1638}" dt="2026-07-11T19:05:53.671" v="521" actId="20577"/>
          <ac:spMkLst>
            <pc:docMk/>
            <pc:sldMk cId="1062861632" sldId="541"/>
            <ac:spMk id="2" creationId="{49CDAE1C-F975-A852-1F9D-624AFCD6294B}"/>
          </ac:spMkLst>
        </pc:spChg>
        <pc:picChg chg="add mod">
          <ac:chgData name="Lynnane George" userId="065056628ae16e64" providerId="LiveId" clId="{1E9AE552-6B83-46CE-A2DC-1FB506DB1638}" dt="2026-07-11T19:10:36.925" v="526" actId="1076"/>
          <ac:picMkLst>
            <pc:docMk/>
            <pc:sldMk cId="1062861632" sldId="541"/>
            <ac:picMk id="3" creationId="{B6B36B24-2B45-F05B-550F-694A6DCCB6C4}"/>
          </ac:picMkLst>
        </pc:picChg>
      </pc:sldChg>
      <pc:sldChg chg="addSp delSp modSp new mod">
        <pc:chgData name="Lynnane George" userId="065056628ae16e64" providerId="LiveId" clId="{1E9AE552-6B83-46CE-A2DC-1FB506DB1638}" dt="2026-07-14T23:02:00.335" v="745" actId="478"/>
        <pc:sldMkLst>
          <pc:docMk/>
          <pc:sldMk cId="2864943300" sldId="542"/>
        </pc:sldMkLst>
        <pc:spChg chg="mod">
          <ac:chgData name="Lynnane George" userId="065056628ae16e64" providerId="LiveId" clId="{1E9AE552-6B83-46CE-A2DC-1FB506DB1638}" dt="2026-07-11T19:11:07.309" v="552" actId="1076"/>
          <ac:spMkLst>
            <pc:docMk/>
            <pc:sldMk cId="2864943300" sldId="542"/>
            <ac:spMk id="2" creationId="{C04D0CC4-8971-A761-BDA6-94B25C641B6E}"/>
          </ac:spMkLst>
        </pc:spChg>
        <pc:picChg chg="add mod">
          <ac:chgData name="Lynnane George" userId="065056628ae16e64" providerId="LiveId" clId="{1E9AE552-6B83-46CE-A2DC-1FB506DB1638}" dt="2026-07-11T19:11:36.989" v="562" actId="14100"/>
          <ac:picMkLst>
            <pc:docMk/>
            <pc:sldMk cId="2864943300" sldId="542"/>
            <ac:picMk id="4" creationId="{B3DCEB56-03F4-174A-B966-254BCAB6182F}"/>
          </ac:picMkLst>
        </pc:picChg>
        <pc:picChg chg="add mod">
          <ac:chgData name="Lynnane George" userId="065056628ae16e64" providerId="LiveId" clId="{1E9AE552-6B83-46CE-A2DC-1FB506DB1638}" dt="2026-07-11T19:11:34.610" v="561" actId="14100"/>
          <ac:picMkLst>
            <pc:docMk/>
            <pc:sldMk cId="2864943300" sldId="542"/>
            <ac:picMk id="5" creationId="{A74A6F90-02AA-7377-909C-B1A689458B24}"/>
          </ac:picMkLst>
        </pc:picChg>
        <pc:inkChg chg="add del">
          <ac:chgData name="Lynnane George" userId="065056628ae16e64" providerId="LiveId" clId="{1E9AE552-6B83-46CE-A2DC-1FB506DB1638}" dt="2026-07-14T23:02:00.335" v="745" actId="478"/>
          <ac:inkMkLst>
            <pc:docMk/>
            <pc:sldMk cId="2864943300" sldId="542"/>
            <ac:inkMk id="3" creationId="{0D2978F7-1475-C8CA-B558-868080356750}"/>
          </ac:inkMkLst>
        </pc:inkChg>
      </pc:sldChg>
      <pc:sldChg chg="addSp delSp modSp new mod">
        <pc:chgData name="Lynnane George" userId="065056628ae16e64" providerId="LiveId" clId="{1E9AE552-6B83-46CE-A2DC-1FB506DB1638}" dt="2026-07-14T23:02:23.276" v="751" actId="20577"/>
        <pc:sldMkLst>
          <pc:docMk/>
          <pc:sldMk cId="124296033" sldId="543"/>
        </pc:sldMkLst>
        <pc:spChg chg="mod">
          <ac:chgData name="Lynnane George" userId="065056628ae16e64" providerId="LiveId" clId="{1E9AE552-6B83-46CE-A2DC-1FB506DB1638}" dt="2026-07-14T23:01:19.180" v="737" actId="20577"/>
          <ac:spMkLst>
            <pc:docMk/>
            <pc:sldMk cId="124296033" sldId="543"/>
            <ac:spMk id="2" creationId="{CED8A907-FFD9-8D28-44C7-33D625AD2588}"/>
          </ac:spMkLst>
        </pc:spChg>
        <pc:spChg chg="add mod">
          <ac:chgData name="Lynnane George" userId="065056628ae16e64" providerId="LiveId" clId="{1E9AE552-6B83-46CE-A2DC-1FB506DB1638}" dt="2026-07-14T23:02:23.276" v="751" actId="20577"/>
          <ac:spMkLst>
            <pc:docMk/>
            <pc:sldMk cId="124296033" sldId="543"/>
            <ac:spMk id="5" creationId="{A3D82C6F-98A0-643C-8ADF-567D7C979FF6}"/>
          </ac:spMkLst>
        </pc:spChg>
        <pc:inkChg chg="add del">
          <ac:chgData name="Lynnane George" userId="065056628ae16e64" providerId="LiveId" clId="{1E9AE552-6B83-46CE-A2DC-1FB506DB1638}" dt="2026-07-14T23:01:23.057" v="738" actId="478"/>
          <ac:inkMkLst>
            <pc:docMk/>
            <pc:sldMk cId="124296033" sldId="543"/>
            <ac:inkMk id="3" creationId="{F5C52C30-4718-18DB-EF42-01F2E1FF2FAA}"/>
          </ac:inkMkLst>
        </pc:inkChg>
      </pc:sldChg>
      <pc:sldChg chg="modSp add mod">
        <pc:chgData name="Lynnane George" userId="065056628ae16e64" providerId="LiveId" clId="{1E9AE552-6B83-46CE-A2DC-1FB506DB1638}" dt="2026-07-14T22:57:03.469" v="716" actId="20577"/>
        <pc:sldMkLst>
          <pc:docMk/>
          <pc:sldMk cId="3454159757" sldId="544"/>
        </pc:sldMkLst>
        <pc:spChg chg="mod">
          <ac:chgData name="Lynnane George" userId="065056628ae16e64" providerId="LiveId" clId="{1E9AE552-6B83-46CE-A2DC-1FB506DB1638}" dt="2026-07-14T22:57:03.469" v="716" actId="20577"/>
          <ac:spMkLst>
            <pc:docMk/>
            <pc:sldMk cId="3454159757" sldId="544"/>
            <ac:spMk id="2" creationId="{9FA189AC-C277-3BE2-F9F4-0DBE59FE2A9C}"/>
          </ac:spMkLst>
        </pc:spChg>
        <pc:spChg chg="mod">
          <ac:chgData name="Lynnane George" userId="065056628ae16e64" providerId="LiveId" clId="{1E9AE552-6B83-46CE-A2DC-1FB506DB1638}" dt="2026-07-14T22:56:53.054" v="698" actId="20577"/>
          <ac:spMkLst>
            <pc:docMk/>
            <pc:sldMk cId="3454159757" sldId="544"/>
            <ac:spMk id="4" creationId="{DA138A25-6939-581B-965C-C3FE71E8D9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B42C7-AE87-4A32-8D39-87C34AA6834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94444-D30F-4ED2-9B96-1402B186A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47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94444-D30F-4ED2-9B96-1402B186A2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62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6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7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5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5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9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8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0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3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52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1232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96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21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3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7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4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A27ED-C270-4D07-8E53-77BD23AF28C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12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KW-Gd_S_xc?feature=oembe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fDBN1qBBvK8?feature=oembed" TargetMode="External"/><Relationship Id="rId1" Type="http://schemas.openxmlformats.org/officeDocument/2006/relationships/video" Target="https://www.youtube.com/embed/HzPI6Ud3trw?feature=oembed" TargetMode="Externa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XIV_Fo3lj0?feature=oembed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6gNVZBLcezs?feature=o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heavens-above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paceaware.io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ce-track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astria.tacc.utexas.edu/AstriaGraph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a.int/Space_Safety/Space_Debris/ESA_Space_Environment_Report_2025" TargetMode="External"/><Relationship Id="rId2" Type="http://schemas.openxmlformats.org/officeDocument/2006/relationships/hyperlink" Target="https://www.esa.int/Space_Safety/Space_Debris/About_space_debris#:~:text=Debris%20objects%20in%20orbit%20include%20spent%20upper%20stages,in-orbit%20fragmentation%20events%20have%20been%20recorded%20since%20196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rketbusinessnews.com/crack-window-international-space-station-flying-debris/134628/" TargetMode="External"/><Relationship Id="rId4" Type="http://schemas.openxmlformats.org/officeDocument/2006/relationships/hyperlink" Target="https://www.nasa.gov/mission_pages/station/news/orbital_debri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162C-B206-4FCC-BE4C-C29852AEC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8392" y="733425"/>
            <a:ext cx="3583953" cy="3500246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SPCE 5065</a:t>
            </a:r>
            <a:br>
              <a:rPr lang="en-US" sz="3200" b="1" dirty="0"/>
            </a:br>
            <a:r>
              <a:rPr lang="en-US" sz="3200" b="1" dirty="0"/>
              <a:t>MICRO-METEROIDS AND SPACE JUNK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603A8-3E04-4413-8502-8C54E2F25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392" y="4233672"/>
            <a:ext cx="3583953" cy="150278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Part 1: Space Junk</a:t>
            </a:r>
          </a:p>
          <a:p>
            <a:pPr algn="l"/>
            <a:r>
              <a:rPr lang="en-US" altLang="en-US" sz="2000" b="1" dirty="0">
                <a:latin typeface="Rockwell" panose="02060603020205020403" pitchFamily="18" charset="0"/>
              </a:rPr>
              <a:t>Part 2:  </a:t>
            </a:r>
            <a:r>
              <a:rPr lang="en-US" altLang="en-US" sz="2000" b="1" dirty="0" err="1">
                <a:latin typeface="Rockwell" panose="02060603020205020403" pitchFamily="18" charset="0"/>
              </a:rPr>
              <a:t>Micrometeroids</a:t>
            </a:r>
            <a:endParaRPr lang="en-US" altLang="en-US" sz="2000" dirty="0">
              <a:latin typeface="Rockwell" panose="02060603020205020403" pitchFamily="18" charset="0"/>
            </a:endParaRPr>
          </a:p>
          <a:p>
            <a:pPr algn="l"/>
            <a:endParaRPr lang="en-US" sz="2000" b="1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A760627-7F98-49F3-99E6-ED04C739B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1F88FD4-9011-4A6F-AB39-4DE7E445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61E47BEF-7D6E-419A-8C08-68823891E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4613" y="1786140"/>
            <a:ext cx="5895257" cy="331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46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current events image and space">
            <a:extLst>
              <a:ext uri="{FF2B5EF4-FFF2-40B4-BE49-F238E27FC236}">
                <a16:creationId xmlns:a16="http://schemas.microsoft.com/office/drawing/2014/main" id="{41BCF404-E05D-449A-AA7D-9487C21ED7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7571232" cy="683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05547-0D64-4E8B-ABC3-B75751765CF3}"/>
              </a:ext>
            </a:extLst>
          </p:cNvPr>
          <p:cNvSpPr txBox="1"/>
          <p:nvPr/>
        </p:nvSpPr>
        <p:spPr>
          <a:xfrm>
            <a:off x="7850749" y="2537100"/>
            <a:ext cx="40317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HW PROBLEM 1</a:t>
            </a:r>
          </a:p>
          <a:p>
            <a:r>
              <a:rPr lang="en-US" sz="2800" dirty="0"/>
              <a:t>Write:</a:t>
            </a:r>
          </a:p>
          <a:p>
            <a:pPr marL="342900" indent="-342900">
              <a:buAutoNum type="arabicParenR"/>
            </a:pPr>
            <a:r>
              <a:rPr lang="en-US" sz="2800" dirty="0"/>
              <a:t>Summarize the presentation</a:t>
            </a:r>
          </a:p>
          <a:p>
            <a:r>
              <a:rPr lang="en-US" sz="2800" dirty="0"/>
              <a:t>2) Describe something you learned from it</a:t>
            </a:r>
          </a:p>
          <a:p>
            <a:r>
              <a:rPr lang="en-US" sz="2800" dirty="0"/>
              <a:t>3)  Write one question you have left about the presentation</a:t>
            </a:r>
          </a:p>
        </p:txBody>
      </p:sp>
      <p:pic>
        <p:nvPicPr>
          <p:cNvPr id="1028" name="Picture 4" descr="Image result for current events image">
            <a:extLst>
              <a:ext uri="{FF2B5EF4-FFF2-40B4-BE49-F238E27FC236}">
                <a16:creationId xmlns:a16="http://schemas.microsoft.com/office/drawing/2014/main" id="{E7C27866-F914-4402-8A14-2212DCBE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749" y="0"/>
            <a:ext cx="4088776" cy="201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D92E9-03CE-2741-CCF7-D4961BFD242F}"/>
              </a:ext>
            </a:extLst>
          </p:cNvPr>
          <p:cNvSpPr txBox="1"/>
          <p:nvPr/>
        </p:nvSpPr>
        <p:spPr>
          <a:xfrm>
            <a:off x="7706136" y="1937660"/>
            <a:ext cx="417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Brush Script MT" panose="03060802040406070304" pitchFamily="66" charset="0"/>
              </a:rPr>
              <a:t>Trent Douglas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855A9-30CE-8B75-7165-5A45A86B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5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5D23-3A79-9E27-7709-6E01E55E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current events image and space">
            <a:extLst>
              <a:ext uri="{FF2B5EF4-FFF2-40B4-BE49-F238E27FC236}">
                <a16:creationId xmlns:a16="http://schemas.microsoft.com/office/drawing/2014/main" id="{8ACB6213-81A9-5EED-D82B-C7731CFBD9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7571232" cy="683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E776B2-EA68-44A3-768A-AB10FDFF3C9B}"/>
              </a:ext>
            </a:extLst>
          </p:cNvPr>
          <p:cNvSpPr txBox="1"/>
          <p:nvPr/>
        </p:nvSpPr>
        <p:spPr>
          <a:xfrm>
            <a:off x="7850749" y="2537100"/>
            <a:ext cx="40317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HW 1</a:t>
            </a:r>
          </a:p>
          <a:p>
            <a:r>
              <a:rPr lang="en-US" sz="2800" dirty="0"/>
              <a:t>Write:</a:t>
            </a:r>
          </a:p>
          <a:p>
            <a:pPr marL="342900" indent="-342900">
              <a:buAutoNum type="arabicParenR"/>
            </a:pPr>
            <a:r>
              <a:rPr lang="en-US" sz="2800" dirty="0"/>
              <a:t>Summarize the presentation</a:t>
            </a:r>
          </a:p>
          <a:p>
            <a:r>
              <a:rPr lang="en-US" sz="2800" dirty="0"/>
              <a:t>2) Describe something you learned from it</a:t>
            </a:r>
          </a:p>
          <a:p>
            <a:r>
              <a:rPr lang="en-US" sz="2800" dirty="0"/>
              <a:t>3)  Write one question you have left about the presentation</a:t>
            </a:r>
          </a:p>
        </p:txBody>
      </p:sp>
      <p:pic>
        <p:nvPicPr>
          <p:cNvPr id="1028" name="Picture 4" descr="Image result for current events image">
            <a:extLst>
              <a:ext uri="{FF2B5EF4-FFF2-40B4-BE49-F238E27FC236}">
                <a16:creationId xmlns:a16="http://schemas.microsoft.com/office/drawing/2014/main" id="{9AA3C0B0-FFBE-D22C-59DE-2CF591F2E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749" y="0"/>
            <a:ext cx="4088776" cy="201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76BA88-7471-23D5-DEC9-E129E437C2FB}"/>
              </a:ext>
            </a:extLst>
          </p:cNvPr>
          <p:cNvSpPr txBox="1"/>
          <p:nvPr/>
        </p:nvSpPr>
        <p:spPr>
          <a:xfrm>
            <a:off x="7706136" y="1937660"/>
            <a:ext cx="417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Brush Script MT" panose="03060802040406070304" pitchFamily="66" charset="0"/>
              </a:rPr>
              <a:t>Ron </a:t>
            </a:r>
            <a:r>
              <a:rPr lang="en-US" sz="4800" dirty="0" err="1">
                <a:latin typeface="Brush Script MT" panose="03060802040406070304" pitchFamily="66" charset="0"/>
              </a:rPr>
              <a:t>Smetek</a:t>
            </a:r>
            <a:endParaRPr lang="en-US" sz="4800" dirty="0">
              <a:latin typeface="Brush Script MT" panose="030608020404060703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37E9B-ADE3-0CA5-848A-C33DDDB1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9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493D-1891-631B-0936-D48CD832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current events image and space">
            <a:extLst>
              <a:ext uri="{FF2B5EF4-FFF2-40B4-BE49-F238E27FC236}">
                <a16:creationId xmlns:a16="http://schemas.microsoft.com/office/drawing/2014/main" id="{A8ABF0CE-8491-101B-2AEE-CFA5F11B30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7571232" cy="683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138A25-6939-581B-965C-C3FE71E8D99B}"/>
              </a:ext>
            </a:extLst>
          </p:cNvPr>
          <p:cNvSpPr txBox="1"/>
          <p:nvPr/>
        </p:nvSpPr>
        <p:spPr>
          <a:xfrm>
            <a:off x="7850749" y="2537100"/>
            <a:ext cx="40317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HW #1</a:t>
            </a:r>
          </a:p>
          <a:p>
            <a:r>
              <a:rPr lang="en-US" sz="2800" dirty="0"/>
              <a:t>Write:</a:t>
            </a:r>
          </a:p>
          <a:p>
            <a:pPr marL="342900" indent="-342900">
              <a:buAutoNum type="arabicParenR"/>
            </a:pPr>
            <a:r>
              <a:rPr lang="en-US" sz="2800" dirty="0"/>
              <a:t>Summarize the presentation</a:t>
            </a:r>
          </a:p>
          <a:p>
            <a:r>
              <a:rPr lang="en-US" sz="2800" dirty="0"/>
              <a:t>2) Describe something you learned from it</a:t>
            </a:r>
          </a:p>
          <a:p>
            <a:r>
              <a:rPr lang="en-US" sz="2800" dirty="0"/>
              <a:t>3)  Write one question you have left about the presentation</a:t>
            </a:r>
          </a:p>
        </p:txBody>
      </p:sp>
      <p:pic>
        <p:nvPicPr>
          <p:cNvPr id="1028" name="Picture 4" descr="Image result for current events image">
            <a:extLst>
              <a:ext uri="{FF2B5EF4-FFF2-40B4-BE49-F238E27FC236}">
                <a16:creationId xmlns:a16="http://schemas.microsoft.com/office/drawing/2014/main" id="{12329979-5FD6-E1D9-78F7-FA3773136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749" y="0"/>
            <a:ext cx="4088776" cy="201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A189AC-C277-3BE2-F9F4-0DBE59FE2A9C}"/>
              </a:ext>
            </a:extLst>
          </p:cNvPr>
          <p:cNvSpPr txBox="1"/>
          <p:nvPr/>
        </p:nvSpPr>
        <p:spPr>
          <a:xfrm>
            <a:off x="7706136" y="1937660"/>
            <a:ext cx="417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Brush Script MT" panose="03060802040406070304" pitchFamily="66" charset="0"/>
              </a:rPr>
              <a:t>Claire Wadman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322452-8487-CA6A-DE10-A87B823C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0853-C384-4919-8F9A-9CB57A0B2B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5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E8C3-6F8C-4689-BBC0-E92DF6EC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10" y="365125"/>
            <a:ext cx="11458738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58D2-0D69-4F82-95E1-541A4335F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12" y="3067930"/>
            <a:ext cx="6442829" cy="11684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ORBITAL DEBRIS</a:t>
            </a:r>
          </a:p>
        </p:txBody>
      </p:sp>
      <p:pic>
        <p:nvPicPr>
          <p:cNvPr id="5" name="Picture 4" descr="A picture containing text, star, outdoor object, dark&#10;&#10;Description automatically generated">
            <a:extLst>
              <a:ext uri="{FF2B5EF4-FFF2-40B4-BE49-F238E27FC236}">
                <a16:creationId xmlns:a16="http://schemas.microsoft.com/office/drawing/2014/main" id="{AEEF76E6-CF01-4A6B-9623-E68647339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43" y="2143125"/>
            <a:ext cx="6410439" cy="360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B2E7-2B89-46AA-BBAF-58631D4B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196734"/>
            <a:ext cx="10353761" cy="1326321"/>
          </a:xfrm>
        </p:spPr>
        <p:txBody>
          <a:bodyPr/>
          <a:lstStyle/>
          <a:p>
            <a:r>
              <a:rPr lang="en-US" dirty="0"/>
              <a:t>Orbital lifetimes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3B6C01-1632-E019-DDA9-D9A6C2644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778" y="825982"/>
            <a:ext cx="6642441" cy="59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73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82D1-4F59-ED5C-13D5-E00AD3A3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LARGER OBJECTS TAKE LONGER TO DEORBIT</a:t>
            </a:r>
          </a:p>
        </p:txBody>
      </p:sp>
    </p:spTree>
    <p:extLst>
      <p:ext uri="{BB962C8B-B14F-4D97-AF65-F5344CB8AC3E}">
        <p14:creationId xmlns:p14="http://schemas.microsoft.com/office/powerpoint/2010/main" val="232363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3A87-EE0A-07B4-ED9E-06E6D3C4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813B7-5DD9-C416-9EE0-5B2161A7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SMALL aluminum CUBE 1 CM</a:t>
            </a:r>
            <a:r>
              <a:rPr lang="en-US" baseline="30000" dirty="0"/>
              <a:t>3				</a:t>
            </a:r>
            <a:r>
              <a:rPr lang="en-US" dirty="0">
                <a:effectLst/>
              </a:rPr>
              <a:t>LARGE aluminum CUBE 10 CM</a:t>
            </a:r>
            <a:r>
              <a:rPr lang="en-US" baseline="30000" dirty="0">
                <a:effectLst/>
              </a:rPr>
              <a:t>3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992806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044D-9221-C959-4AE8-B3BA521F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Catalogs of orbit debris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7ACF42-AAFB-30AE-48F2-93AE39E8C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530" y="2628792"/>
            <a:ext cx="8553373" cy="283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18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nline Media 5" title="&quot;Gravity&quot; continuous shot. Opening Scene. Space debris hits Explorer">
            <a:hlinkClick r:id="" action="ppaction://media"/>
            <a:extLst>
              <a:ext uri="{FF2B5EF4-FFF2-40B4-BE49-F238E27FC236}">
                <a16:creationId xmlns:a16="http://schemas.microsoft.com/office/drawing/2014/main" id="{7F29644E-FDDC-E3F6-284F-96FD31B118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65027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9BD0078-23DE-6E82-C379-47E4C6B84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38177"/>
            <a:ext cx="6825599" cy="5397795"/>
          </a:xfrm>
          <a:prstGeom prst="rect">
            <a:avLst/>
          </a:prstGeom>
        </p:spPr>
      </p:pic>
      <p:pic>
        <p:nvPicPr>
          <p:cNvPr id="4" name="Online Media 3" title="Russian anti-satellite test aftermath! Hear emergency call to space station &amp; see debris">
            <a:hlinkClick r:id="" action="ppaction://media"/>
            <a:extLst>
              <a:ext uri="{FF2B5EF4-FFF2-40B4-BE49-F238E27FC236}">
                <a16:creationId xmlns:a16="http://schemas.microsoft.com/office/drawing/2014/main" id="{81A2370C-6B1C-1C0B-AFA5-59D1165E958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236586" y="0"/>
            <a:ext cx="5955414" cy="3364809"/>
          </a:xfrm>
          <a:prstGeom prst="rect">
            <a:avLst/>
          </a:prstGeom>
        </p:spPr>
      </p:pic>
      <p:pic>
        <p:nvPicPr>
          <p:cNvPr id="2" name="Online Media 1" title="Russia ASAT Test (15/11/21) debris visualisation">
            <a:hlinkClick r:id="" action="ppaction://media"/>
            <a:extLst>
              <a:ext uri="{FF2B5EF4-FFF2-40B4-BE49-F238E27FC236}">
                <a16:creationId xmlns:a16="http://schemas.microsoft.com/office/drawing/2014/main" id="{127D7352-6C07-4DC7-10E8-98802E2423B1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6756595" y="3804248"/>
            <a:ext cx="5435405" cy="307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2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74B3-E45A-4AE2-B502-67EDF6FB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2575" y="628651"/>
            <a:ext cx="3643150" cy="34956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/>
              <a:t>ISS PIZZA BOX</a:t>
            </a:r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7224501D-0F9C-4010-A235-798F5A7BEC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" r="2904" b="1"/>
          <a:stretch/>
        </p:blipFill>
        <p:spPr bwMode="auto">
          <a:xfrm>
            <a:off x="1137490" y="1114868"/>
            <a:ext cx="5926045" cy="462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41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Is the ISS Safe from Space Debris?">
            <a:hlinkClick r:id="" action="ppaction://media"/>
            <a:extLst>
              <a:ext uri="{FF2B5EF4-FFF2-40B4-BE49-F238E27FC236}">
                <a16:creationId xmlns:a16="http://schemas.microsoft.com/office/drawing/2014/main" id="{54513FAC-49CF-469E-A412-C7729D423D7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80323" y="480060"/>
            <a:ext cx="10435040" cy="58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9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3C7F-7448-2DB1-02EF-DD49F163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MAJOR ASAT TESTS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27B9B-0454-3D1F-069A-3C011C33C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99" y="1838706"/>
            <a:ext cx="10402957" cy="364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14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B205-49CD-48A7-B540-C9973F47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146" y="-117231"/>
            <a:ext cx="10353761" cy="1326321"/>
          </a:xfrm>
        </p:spPr>
        <p:txBody>
          <a:bodyPr/>
          <a:lstStyle/>
          <a:p>
            <a:r>
              <a:rPr lang="en-US" dirty="0"/>
              <a:t>Chinese </a:t>
            </a:r>
            <a:r>
              <a:rPr lang="en-US" dirty="0" err="1"/>
              <a:t>asat</a:t>
            </a:r>
            <a:endParaRPr lang="en-US" dirty="0"/>
          </a:p>
        </p:txBody>
      </p:sp>
      <p:pic>
        <p:nvPicPr>
          <p:cNvPr id="4" name="Online Media 3" title="2007 - Chinese anti-satellite missile test">
            <a:hlinkClick r:id="" action="ppaction://media"/>
            <a:extLst>
              <a:ext uri="{FF2B5EF4-FFF2-40B4-BE49-F238E27FC236}">
                <a16:creationId xmlns:a16="http://schemas.microsoft.com/office/drawing/2014/main" id="{49780F3F-5E90-414A-8190-B38FD652B28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96388" y="910673"/>
            <a:ext cx="9999224" cy="564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3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54D377BB-D463-72F2-3CD6-CA46F1EB3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40" y="0"/>
            <a:ext cx="7525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51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92F0AEE6-1F3E-810F-F3D0-D4B53E749C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108" b="1652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94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F4D339DE-92C4-7000-F2D4-19BFDC213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4483"/>
            <a:ext cx="12192000" cy="484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16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E50D-F3A3-B46D-7672-E3DD24AB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TLE DECODER</a:t>
            </a:r>
          </a:p>
        </p:txBody>
      </p:sp>
      <p:pic>
        <p:nvPicPr>
          <p:cNvPr id="4" name="Picture 3" descr="ORBITAL SPECIFICATION">
            <a:extLst>
              <a:ext uri="{FF2B5EF4-FFF2-40B4-BE49-F238E27FC236}">
                <a16:creationId xmlns:a16="http://schemas.microsoft.com/office/drawing/2014/main" id="{659AEC1A-994D-7330-2084-DF36DA600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2" y="2019992"/>
            <a:ext cx="10917949" cy="31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46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AE79BA15-1C84-FCAC-13A8-191F088085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078" b="1351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11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E735-3674-475E-97BE-70EAD39C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716" y="-32825"/>
            <a:ext cx="10353761" cy="1326321"/>
          </a:xfrm>
        </p:spPr>
        <p:txBody>
          <a:bodyPr/>
          <a:lstStyle/>
          <a:p>
            <a:r>
              <a:rPr lang="en-US" dirty="0"/>
              <a:t>DAMAGE DUE TO PARTICLES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92CBE78-A61F-4ADA-BD63-0E68C0F81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808727"/>
              </p:ext>
            </p:extLst>
          </p:nvPr>
        </p:nvGraphicFramePr>
        <p:xfrm>
          <a:off x="919163" y="1478777"/>
          <a:ext cx="10353674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171419352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1524703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of Particle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017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Surface erosion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1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Serious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13572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 of bowling ball at 100 mph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2129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 of 180 kg safe at 100 mph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597834"/>
                  </a:ext>
                </a:extLst>
              </a:tr>
            </a:tbl>
          </a:graphicData>
        </a:graphic>
      </p:graphicFrame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16ECA8DD-72C1-482D-B9A7-A6979E633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08" y="3429000"/>
            <a:ext cx="4921934" cy="327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cartoon falling safe image">
            <a:extLst>
              <a:ext uri="{FF2B5EF4-FFF2-40B4-BE49-F238E27FC236}">
                <a16:creationId xmlns:a16="http://schemas.microsoft.com/office/drawing/2014/main" id="{2E421681-86A4-449B-80D8-255179E8A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96" y="3375986"/>
            <a:ext cx="30289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350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E735-3674-475E-97BE-70EAD39C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716" y="-32825"/>
            <a:ext cx="10353761" cy="1326321"/>
          </a:xfrm>
        </p:spPr>
        <p:txBody>
          <a:bodyPr/>
          <a:lstStyle/>
          <a:p>
            <a:r>
              <a:rPr lang="en-US" dirty="0"/>
              <a:t>DAMAGE DUE TO PARTICLES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92CBE78-A61F-4ADA-BD63-0E68C0F81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768115"/>
              </p:ext>
            </p:extLst>
          </p:nvPr>
        </p:nvGraphicFramePr>
        <p:xfrm>
          <a:off x="919163" y="1202113"/>
          <a:ext cx="10353674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171419352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1524703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Velocity of Particle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017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2 km/s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Remains intact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1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– 7 km/s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Shatter into fragments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13572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– 11 km/s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Molten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2129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 11 km/s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vaporize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597834"/>
                  </a:ext>
                </a:extLst>
              </a:tr>
            </a:tbl>
          </a:graphicData>
        </a:graphic>
      </p:graphicFrame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E7D20649-4A1E-483A-901E-712C4350A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51" y="3429000"/>
            <a:ext cx="4042192" cy="325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e the source image">
            <a:extLst>
              <a:ext uri="{FF2B5EF4-FFF2-40B4-BE49-F238E27FC236}">
                <a16:creationId xmlns:a16="http://schemas.microsoft.com/office/drawing/2014/main" id="{1C6F0A14-CE14-40B4-9E86-4A8AC0EEB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301" y="3410958"/>
            <a:ext cx="2649415" cy="329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759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25A0-F7A5-400B-BD10-16CD17BF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PROBLEM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AD113-2F90-456A-9D38-15C14B2AA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Kinetic energies of space objects can be very large.  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Clearly state your assumptions for this problem.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Plot the kinetic energy (in Joules) versus diameter of a particle on a log-log scale.  Assume the particle is at the same altitude as the ISS.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How does this compare to the Kinetic energy of a small (5 kg), medium (50 kg) and large satellite (100 kg) in the same orbit?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What type of satellites are most susceptible to damage due to impacts with man-made space objects?</a:t>
            </a:r>
          </a:p>
        </p:txBody>
      </p:sp>
    </p:spTree>
    <p:extLst>
      <p:ext uri="{BB962C8B-B14F-4D97-AF65-F5344CB8AC3E}">
        <p14:creationId xmlns:p14="http://schemas.microsoft.com/office/powerpoint/2010/main" val="577085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A907-FFD9-8D28-44C7-33D625AD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76387"/>
            <a:ext cx="10353761" cy="1326321"/>
          </a:xfrm>
        </p:spPr>
        <p:txBody>
          <a:bodyPr/>
          <a:lstStyle/>
          <a:p>
            <a:r>
              <a:rPr lang="en-US" dirty="0"/>
              <a:t>HOMEWORK PROBLEM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82C6F-98A0-643C-8ADF-567D7C979FF6}"/>
              </a:ext>
            </a:extLst>
          </p:cNvPr>
          <p:cNvSpPr txBox="1"/>
          <p:nvPr/>
        </p:nvSpPr>
        <p:spPr>
          <a:xfrm>
            <a:off x="1305444" y="1806631"/>
            <a:ext cx="9083156" cy="431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 A 1.0-g piece of space debris strikes a spacecraft in low Earth orbit. Its kinetic energy is said to be equivalent to the gravitational potential energy lost by a 2.0-kg bowling ball dropped from a height of 100 m near Earth’s surface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Calculate the impact speed of the debris. Clearly identify all assumptions.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Micrometeoroids can encounter spacecraft at much greater relative speeds. Calculate the kinetic energy of the same 1.0-g particle if its impact speed were 20 km/s. Express the result in joules and as an equivalent height from which the 2.0-kg bowling ball would need to fall.</a:t>
            </a:r>
            <a:r>
              <a:rPr lang="en-US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How does this compare to the kinetic energy of the space debris?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Which poses the greater threat?  Be sure to consider the likelihood of impact (although you don’t need to quantify it). 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96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0EB4B3-22DC-ADBD-0800-DA4184EE5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1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87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5127-B862-A2D6-171E-D0D9D8DC2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308" y="-332509"/>
            <a:ext cx="10353761" cy="1326321"/>
          </a:xfrm>
        </p:spPr>
        <p:txBody>
          <a:bodyPr/>
          <a:lstStyle/>
          <a:p>
            <a:r>
              <a:rPr lang="en-US" dirty="0" err="1"/>
              <a:t>HOw</a:t>
            </a:r>
            <a:r>
              <a:rPr lang="en-US" dirty="0"/>
              <a:t> is debris tracked?</a:t>
            </a:r>
          </a:p>
        </p:txBody>
      </p:sp>
      <p:pic>
        <p:nvPicPr>
          <p:cNvPr id="4" name="Picture 3" descr="https://images.openai.com/static-rsc-4/Yi759iW-Ja8MJox7kJ9dudF90ihRMUhp80W43MqRy2uij0_AN9xtyXc4ixl3S4UK2cKsfzytqxGWuR84SFY4F4ctE36BS63CVChn1VCbh8mWsdFyGUVMABA4tTSb9abD6__TUPv3UbOvXbhgltYTT47ey2x0u5vVxs-jHpBfM7iqAJZ0EV5kzzielmOOeaYQ?purpose=fullsize">
            <a:extLst>
              <a:ext uri="{FF2B5EF4-FFF2-40B4-BE49-F238E27FC236}">
                <a16:creationId xmlns:a16="http://schemas.microsoft.com/office/drawing/2014/main" id="{7128714E-F432-7566-FB61-A952F330C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31" y="697713"/>
            <a:ext cx="3657278" cy="2742161"/>
          </a:xfrm>
          <a:prstGeom prst="rect">
            <a:avLst/>
          </a:prstGeom>
        </p:spPr>
      </p:pic>
      <p:pic>
        <p:nvPicPr>
          <p:cNvPr id="5" name="Picture 4" descr="https://images.openai.com/static-rsc-4/YV17STQPhODVyaXi6dShXgA32OhuVXFdDAkdhxItiLl0zfLtXTCdJ1KVlKm0nEkBwUMAy9GHfSGpKTAfAn_624Po3vhlvBvsj1GFP5P7-xA9XQ30QuO1OfZnMW8hRi8PtWOsl5LkM314A-C9U835a5TZf3omuSQLKdabemzlf3a0RlurCfO6DqzKYwZnD-L-?purpose=fullsize">
            <a:extLst>
              <a:ext uri="{FF2B5EF4-FFF2-40B4-BE49-F238E27FC236}">
                <a16:creationId xmlns:a16="http://schemas.microsoft.com/office/drawing/2014/main" id="{109F24BE-760A-B1E6-33C9-76B4C2FBD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414" y="642703"/>
            <a:ext cx="5450032" cy="2852183"/>
          </a:xfrm>
          <a:prstGeom prst="rect">
            <a:avLst/>
          </a:prstGeom>
        </p:spPr>
      </p:pic>
      <p:pic>
        <p:nvPicPr>
          <p:cNvPr id="6" name="Picture 5" descr="https://images.openai.com/static-rsc-4/fe9ySWM9n_XCZFeRlIxKyo_B5XoIAOIH2O9dr3_pIz9f3dibt3BPIx492h0LqFACrBzrSldOX6L67ycxDHD2q1xDgbtgqUlQDT3r1QwJwvcMKkKQGHlHGlUB2LJhFAK_90K1_k-Id3yuFUOpnUrsUP5plkiCeCk2DRj5XGM1t72G89ilNi_LtB2h9O2ZSpCc?purpose=fullsize">
            <a:extLst>
              <a:ext uri="{FF2B5EF4-FFF2-40B4-BE49-F238E27FC236}">
                <a16:creationId xmlns:a16="http://schemas.microsoft.com/office/drawing/2014/main" id="{301CFA4E-2E65-BC0A-B78A-7A11AD06D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397" y="3494886"/>
            <a:ext cx="4716181" cy="336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51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559E787A-A567-464A-BB9E-E9B95AA41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6A476B5-55AD-43A1-B1FB-5AC76B54F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524F5-84B8-9F68-14FB-BB51F862D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00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65E4-AEF1-BD7F-763E-AE7FADAD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0960"/>
            <a:ext cx="10353761" cy="1326321"/>
          </a:xfrm>
        </p:spPr>
        <p:txBody>
          <a:bodyPr/>
          <a:lstStyle/>
          <a:p>
            <a:r>
              <a:rPr lang="en-US" dirty="0"/>
              <a:t>TOP 5 SPACE DEBRIS CONTRIBUTORS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AAF6F-A8E2-2342-6B8D-FE2E63B47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029" y="1695361"/>
            <a:ext cx="9569942" cy="34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81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E6615DAC-8BDD-4ADE-9EBE-95BE423EC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A5A03C4-1E65-4F89-873F-AA8DF731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207BB61-93F9-4DD7-8194-BCE99491A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5377685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4B14E8DC-D5B4-4C60-8A32-17F64372C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0477" y="1949111"/>
            <a:ext cx="4424917" cy="295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3B6A2DED-831A-437E-99D6-DCE3072FB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2019" y="643468"/>
            <a:ext cx="5366508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pace Debris Damage">
            <a:extLst>
              <a:ext uri="{FF2B5EF4-FFF2-40B4-BE49-F238E27FC236}">
                <a16:creationId xmlns:a16="http://schemas.microsoft.com/office/drawing/2014/main" id="{1BFF1290-3A87-41C7-B7DA-8A230E2F6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1115" y="1439028"/>
            <a:ext cx="4390938" cy="397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162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A7D5-CB2A-7EC4-D1CD-D297690F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48" y="-205048"/>
            <a:ext cx="10353761" cy="1326321"/>
          </a:xfrm>
        </p:spPr>
        <p:txBody>
          <a:bodyPr/>
          <a:lstStyle/>
          <a:p>
            <a:r>
              <a:rPr lang="en-US" dirty="0" err="1"/>
              <a:t>Iss</a:t>
            </a:r>
            <a:r>
              <a:rPr lang="en-US" dirty="0"/>
              <a:t> canadaarm2 2021</a:t>
            </a:r>
          </a:p>
        </p:txBody>
      </p:sp>
      <p:pic>
        <p:nvPicPr>
          <p:cNvPr id="4" name="Picture 3" descr="Oribtal Space Junk Hits ISS Robotic Arm, Leaves a Hole in the Process - autoevolution">
            <a:extLst>
              <a:ext uri="{FF2B5EF4-FFF2-40B4-BE49-F238E27FC236}">
                <a16:creationId xmlns:a16="http://schemas.microsoft.com/office/drawing/2014/main" id="{660175E0-466C-D7AE-15C5-00AA41094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36" y="1433418"/>
            <a:ext cx="5110248" cy="4127508"/>
          </a:xfrm>
          <a:prstGeom prst="rect">
            <a:avLst/>
          </a:prstGeom>
        </p:spPr>
      </p:pic>
      <p:pic>
        <p:nvPicPr>
          <p:cNvPr id="5" name="Picture 4" descr="https://images.openai.com/static-rsc-4/BSO_x3S2v4QHMj_pOj5zNlx5hkX9Qe8ez3Ofkw6Cg3mSfhS73tGOcbd2iBHggMI3gjJbXBQF2iS3ubIiC3bw8_nxw8vKaVGWRzEwW7bixcLwCfyGI2iS2g9TRvk9rst3EqtIz5JW8jRZZUMSO-X8HVxBfEF6vcr5MAks7UvHuYrZi1d3hqGRUMG3Z-Mxy3QN?purpose=fullsize">
            <a:extLst>
              <a:ext uri="{FF2B5EF4-FFF2-40B4-BE49-F238E27FC236}">
                <a16:creationId xmlns:a16="http://schemas.microsoft.com/office/drawing/2014/main" id="{55B80216-C73E-FA09-81F6-A6143F208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940" y="1922281"/>
            <a:ext cx="6066169" cy="34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54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5114-FB02-1215-69A1-B344242E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AE1C-F975-A852-1F9D-624AFCD6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48" y="-205048"/>
            <a:ext cx="10353761" cy="1326321"/>
          </a:xfrm>
        </p:spPr>
        <p:txBody>
          <a:bodyPr/>
          <a:lstStyle/>
          <a:p>
            <a:r>
              <a:rPr lang="en-US" dirty="0" err="1"/>
              <a:t>Iss</a:t>
            </a:r>
            <a:r>
              <a:rPr lang="en-US" dirty="0"/>
              <a:t> radiator damage</a:t>
            </a:r>
          </a:p>
        </p:txBody>
      </p:sp>
      <p:pic>
        <p:nvPicPr>
          <p:cNvPr id="3" name="Picture 2" descr="宇宙ゴミが国際宇宙ステーションのロボットアームに衝突｜ニューズウィーク日本版 オフィシャルサイト">
            <a:extLst>
              <a:ext uri="{FF2B5EF4-FFF2-40B4-BE49-F238E27FC236}">
                <a16:creationId xmlns:a16="http://schemas.microsoft.com/office/drawing/2014/main" id="{B6B36B24-2B45-F05B-550F-694A6DCCB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07" y="1870103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61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0CC4-8971-A761-BDA6-94B25C64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/>
          <a:lstStyle/>
          <a:p>
            <a:r>
              <a:rPr lang="en-US" dirty="0"/>
              <a:t>CUPOLA WINDOW IMPACT</a:t>
            </a:r>
          </a:p>
        </p:txBody>
      </p:sp>
      <p:pic>
        <p:nvPicPr>
          <p:cNvPr id="4" name="Picture 3" descr="Sensor to monitor orbital debris outside space station">
            <a:extLst>
              <a:ext uri="{FF2B5EF4-FFF2-40B4-BE49-F238E27FC236}">
                <a16:creationId xmlns:a16="http://schemas.microsoft.com/office/drawing/2014/main" id="{B3DCEB56-03F4-174A-B966-254BCAB61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00834"/>
            <a:ext cx="6315987" cy="4201886"/>
          </a:xfrm>
          <a:prstGeom prst="rect">
            <a:avLst/>
          </a:prstGeom>
        </p:spPr>
      </p:pic>
      <p:pic>
        <p:nvPicPr>
          <p:cNvPr id="5" name="Picture 4" descr="https://images.openai.com/static-rsc-4/9KnOEc8kgG9c86BhmEWwJ0f0BeGAH3ElACnNaSjPkZYQdTB21XpqZxaN8KiuusXaxvmEYvjHUe-bRc4alFdPuQUEw9LmCvb283nrHQW3Dws3epfVNlOhYB9hPpRCgfTheU_RbtORyGHTeTz4x1cheBZcS9sBtDXHZoLLunblk2bcJq5qQ1JaWkR-F7hLGWFC?purpose=fullsize">
            <a:extLst>
              <a:ext uri="{FF2B5EF4-FFF2-40B4-BE49-F238E27FC236}">
                <a16:creationId xmlns:a16="http://schemas.microsoft.com/office/drawing/2014/main" id="{A74A6F90-02AA-7377-909C-B1A689458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0834"/>
            <a:ext cx="5882640" cy="420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43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EBFB-332F-440C-81A4-D2DD40DA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DEBRIS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D9559-92B0-4ABE-813A-0A0DBFC20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NASA Orbit Debris Engineering Model</a:t>
            </a:r>
          </a:p>
          <a:p>
            <a:r>
              <a:rPr lang="en-US" dirty="0"/>
              <a:t>ESA </a:t>
            </a:r>
            <a:r>
              <a:rPr lang="en-US" dirty="0" err="1"/>
              <a:t>Meteroid</a:t>
            </a:r>
            <a:r>
              <a:rPr lang="en-US" dirty="0"/>
              <a:t> and Space Debris Terrestrial Environmental Reference Model</a:t>
            </a:r>
          </a:p>
          <a:p>
            <a:r>
              <a:rPr lang="en-US" dirty="0"/>
              <a:t>Debris Risk Assessment and Mitigation Analysis (DRAMA) Model</a:t>
            </a:r>
          </a:p>
          <a:p>
            <a:r>
              <a:rPr lang="en-US" dirty="0"/>
              <a:t>NASA Orbit Debris Evolutional Model</a:t>
            </a:r>
          </a:p>
          <a:p>
            <a:r>
              <a:rPr lang="en-US" dirty="0"/>
              <a:t>Debris Environment Long-term Analysis Model</a:t>
            </a:r>
          </a:p>
          <a:p>
            <a:r>
              <a:rPr lang="en-US" dirty="0"/>
              <a:t>NASA Standard Satellite Breakup Model</a:t>
            </a:r>
          </a:p>
        </p:txBody>
      </p:sp>
    </p:spTree>
    <p:extLst>
      <p:ext uri="{BB962C8B-B14F-4D97-AF65-F5344CB8AC3E}">
        <p14:creationId xmlns:p14="http://schemas.microsoft.com/office/powerpoint/2010/main" val="3740814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FDD4-F47A-4A64-BD2A-85378A19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problem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A08E-5611-4648-842C-146C6328F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 Research an orbital debris modelling program, either mentioned in class or find another from a reliable source.     Describe who publishes and maintains it, its main features, and how it works.    Summarize its predicted effects of space debris on the ISS.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793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B83E-5FB4-42BC-92DA-53B662AF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4819137"/>
            <a:ext cx="10353761" cy="9403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CONLCUSIONS AND QUESTIONS</a:t>
            </a:r>
          </a:p>
        </p:txBody>
      </p:sp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7E957F32-4167-409D-BAE1-35652CDFB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99795" y="643466"/>
            <a:ext cx="6984060" cy="392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926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2706-351A-4209-8512-9892CF2B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BB348-61E0-4893-8090-C06281BC1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>
                <a:effectLst/>
              </a:rPr>
              <a:t>About space debris</a:t>
            </a:r>
            <a:r>
              <a:rPr lang="en-US" dirty="0">
                <a:effectLst/>
              </a:rPr>
              <a:t>. ESA. (n.d.). Retrieved July 18, 2022, from </a:t>
            </a:r>
            <a:r>
              <a:rPr lang="en-US" dirty="0">
                <a:effectLst/>
                <a:hlinkClick r:id="rId2"/>
              </a:rPr>
              <a:t>https://www.esa.int/Space_Safety/Space_Debris/About_space_debris#:~:text=Debris%20objects%20in%20orbit%20include%20spent%20upper%20stages,in-orbit%20fragmentation%20events%20have%20been%20recorded%20since%201961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/>
              <a:t>European Space Agency, </a:t>
            </a:r>
            <a:r>
              <a:rPr lang="en-US" i="1" dirty="0"/>
              <a:t>ESA Space Environment Report 2025</a:t>
            </a:r>
            <a:r>
              <a:rPr lang="en-US" dirty="0"/>
              <a:t>, ESA Space Safety </a:t>
            </a:r>
            <a:r>
              <a:rPr lang="en-US" dirty="0" err="1"/>
              <a:t>Programme</a:t>
            </a:r>
            <a:r>
              <a:rPr lang="en-US" dirty="0"/>
              <a:t>, Apr. 1, 2025. Available: </a:t>
            </a:r>
            <a:r>
              <a:rPr lang="en-US" dirty="0">
                <a:hlinkClick r:id="rId3"/>
              </a:rPr>
              <a:t>https://www.esa.int/Space_Safety/Space_Debris/ESA_Space_Environment_Report_2025</a:t>
            </a:r>
            <a:r>
              <a:rPr lang="en-US" dirty="0"/>
              <a:t>. (ref slide 25)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Garcia, M. (2015, April 14). </a:t>
            </a:r>
            <a:r>
              <a:rPr lang="en-US" i="1" dirty="0">
                <a:effectLst/>
              </a:rPr>
              <a:t>Space debris and human spacecraft</a:t>
            </a:r>
            <a:r>
              <a:rPr lang="en-US" dirty="0">
                <a:effectLst/>
              </a:rPr>
              <a:t>. NASA. Retrieved July 18, 2022, from </a:t>
            </a:r>
            <a:r>
              <a:rPr lang="en-US" dirty="0">
                <a:effectLst/>
                <a:hlinkClick r:id="rId4"/>
              </a:rPr>
              <a:t>https://www.nasa.gov/mission_pages/station/news/orbital_debris.html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 Nordqvist, C. (2016, May 13). </a:t>
            </a:r>
            <a:r>
              <a:rPr lang="en-US" i="1" dirty="0">
                <a:effectLst/>
              </a:rPr>
              <a:t>Crack on International Space Station window from Flying Debris</a:t>
            </a:r>
            <a:r>
              <a:rPr lang="en-US" dirty="0">
                <a:effectLst/>
              </a:rPr>
              <a:t>. Market Business News. Retrieved July 18, 2022, from </a:t>
            </a:r>
            <a:r>
              <a:rPr lang="en-US" dirty="0">
                <a:effectLst/>
                <a:hlinkClick r:id="rId5"/>
              </a:rPr>
              <a:t>https://marketbusinessnews.com/crack-window-international-space-station-flying-debris/134628/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744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906</TotalTime>
  <Words>819</Words>
  <Application>Microsoft Office PowerPoint</Application>
  <PresentationFormat>Widescreen</PresentationFormat>
  <Paragraphs>92</Paragraphs>
  <Slides>36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Bookman Old Style</vt:lpstr>
      <vt:lpstr>Brush Script MT</vt:lpstr>
      <vt:lpstr>Calibri</vt:lpstr>
      <vt:lpstr>Rockwell</vt:lpstr>
      <vt:lpstr>Damask</vt:lpstr>
      <vt:lpstr>SPCE 5065 MICRO-METEROIDS AND SPACE JUNK</vt:lpstr>
      <vt:lpstr>PowerPoint Presentation</vt:lpstr>
      <vt:lpstr>PowerPoint Presentation</vt:lpstr>
      <vt:lpstr>PowerPoint Presentation</vt:lpstr>
      <vt:lpstr>introduction</vt:lpstr>
      <vt:lpstr>Orbital lifetimes</vt:lpstr>
      <vt:lpstr>WHY LARGER OBJECTS TAKE LONGER TO DEORBIT</vt:lpstr>
      <vt:lpstr>EXAMPLE</vt:lpstr>
      <vt:lpstr>Catalogs of orbit debris</vt:lpstr>
      <vt:lpstr>PowerPoint Presentation</vt:lpstr>
      <vt:lpstr>PowerPoint Presentation</vt:lpstr>
      <vt:lpstr>ISS PIZZA BOX</vt:lpstr>
      <vt:lpstr>PowerPoint Presentation</vt:lpstr>
      <vt:lpstr>PREVIOUS MAJOR ASAT TESTS</vt:lpstr>
      <vt:lpstr>Chinese asat</vt:lpstr>
      <vt:lpstr>PowerPoint Presentation</vt:lpstr>
      <vt:lpstr>PowerPoint Presentation</vt:lpstr>
      <vt:lpstr>PowerPoint Presentation</vt:lpstr>
      <vt:lpstr>TLE DECODER</vt:lpstr>
      <vt:lpstr>PowerPoint Presentation</vt:lpstr>
      <vt:lpstr>DAMAGE DUE TO PARTICLES</vt:lpstr>
      <vt:lpstr>DAMAGE DUE TO PARTICLES</vt:lpstr>
      <vt:lpstr>HOMEWORK PROBLEM 2</vt:lpstr>
      <vt:lpstr>HOMEWORK PROBLEM 3</vt:lpstr>
      <vt:lpstr>PowerPoint Presentation</vt:lpstr>
      <vt:lpstr>HOw is debris tracked?</vt:lpstr>
      <vt:lpstr>PowerPoint Presentation</vt:lpstr>
      <vt:lpstr>TOP 5 SPACE DEBRIS CONTRIBUTORS</vt:lpstr>
      <vt:lpstr>PowerPoint Presentation</vt:lpstr>
      <vt:lpstr>Iss canadaarm2 2021</vt:lpstr>
      <vt:lpstr>Iss radiator damage</vt:lpstr>
      <vt:lpstr>CUPOLA WINDOW IMPACT</vt:lpstr>
      <vt:lpstr>SPACE DEBRIS MODELS</vt:lpstr>
      <vt:lpstr>Homework problem 4</vt:lpstr>
      <vt:lpstr>CONLCUSIONS AND QUESTIONS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Lynnane George</dc:creator>
  <cp:lastModifiedBy>Lynnane George</cp:lastModifiedBy>
  <cp:revision>24</cp:revision>
  <dcterms:created xsi:type="dcterms:W3CDTF">2021-05-20T00:27:44Z</dcterms:created>
  <dcterms:modified xsi:type="dcterms:W3CDTF">2026-07-14T23:02:46Z</dcterms:modified>
</cp:coreProperties>
</file>