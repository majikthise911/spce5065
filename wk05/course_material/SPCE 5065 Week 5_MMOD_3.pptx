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519" r:id="rId2"/>
    <p:sldId id="522" r:id="rId3"/>
    <p:sldId id="523" r:id="rId4"/>
    <p:sldId id="524" r:id="rId5"/>
    <p:sldId id="526" r:id="rId6"/>
    <p:sldId id="525" r:id="rId7"/>
    <p:sldId id="527" r:id="rId8"/>
    <p:sldId id="528" r:id="rId9"/>
    <p:sldId id="520" r:id="rId10"/>
    <p:sldId id="521" r:id="rId11"/>
    <p:sldId id="507" r:id="rId12"/>
    <p:sldId id="490" r:id="rId13"/>
    <p:sldId id="491" r:id="rId14"/>
    <p:sldId id="492" r:id="rId15"/>
    <p:sldId id="493" r:id="rId16"/>
    <p:sldId id="494" r:id="rId17"/>
    <p:sldId id="495" r:id="rId18"/>
    <p:sldId id="496" r:id="rId19"/>
    <p:sldId id="50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85013" autoAdjust="0"/>
  </p:normalViewPr>
  <p:slideViewPr>
    <p:cSldViewPr snapToGrid="0">
      <p:cViewPr varScale="1">
        <p:scale>
          <a:sx n="93" d="100"/>
          <a:sy n="93" d="100"/>
        </p:scale>
        <p:origin x="14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1E9AE552-6B83-46CE-A2DC-1FB506DB1638}"/>
    <pc:docChg chg="custSel addSld delSld modSld">
      <pc:chgData name="Lynnane George" userId="065056628ae16e64" providerId="LiveId" clId="{1E9AE552-6B83-46CE-A2DC-1FB506DB1638}" dt="2026-07-14T23:13:07.585" v="809" actId="20577"/>
      <pc:docMkLst>
        <pc:docMk/>
      </pc:docMkLst>
      <pc:sldChg chg="del">
        <pc:chgData name="Lynnane George" userId="065056628ae16e64" providerId="LiveId" clId="{1E9AE552-6B83-46CE-A2DC-1FB506DB1638}" dt="2026-07-14T01:04:08.332" v="651" actId="2696"/>
        <pc:sldMkLst>
          <pc:docMk/>
          <pc:sldMk cId="1046457109" sldId="499"/>
        </pc:sldMkLst>
      </pc:sldChg>
      <pc:sldChg chg="modSp mod">
        <pc:chgData name="Lynnane George" userId="065056628ae16e64" providerId="LiveId" clId="{1E9AE552-6B83-46CE-A2DC-1FB506DB1638}" dt="2026-07-13T20:24:10.235" v="35" actId="20577"/>
        <pc:sldMkLst>
          <pc:docMk/>
          <pc:sldMk cId="1622285443" sldId="502"/>
        </pc:sldMkLst>
        <pc:spChg chg="mod">
          <ac:chgData name="Lynnane George" userId="065056628ae16e64" providerId="LiveId" clId="{1E9AE552-6B83-46CE-A2DC-1FB506DB1638}" dt="2026-07-13T20:24:10.235" v="35" actId="20577"/>
          <ac:spMkLst>
            <pc:docMk/>
            <pc:sldMk cId="1622285443" sldId="502"/>
            <ac:spMk id="3" creationId="{660CE1E4-8FC7-4F32-AAD1-860996C202ED}"/>
          </ac:spMkLst>
        </pc:spChg>
      </pc:sldChg>
      <pc:sldChg chg="modSp mod">
        <pc:chgData name="Lynnane George" userId="065056628ae16e64" providerId="LiveId" clId="{1E9AE552-6B83-46CE-A2DC-1FB506DB1638}" dt="2026-07-14T23:13:07.585" v="809" actId="20577"/>
        <pc:sldMkLst>
          <pc:docMk/>
          <pc:sldMk cId="1682988096" sldId="507"/>
        </pc:sldMkLst>
        <pc:spChg chg="mod">
          <ac:chgData name="Lynnane George" userId="065056628ae16e64" providerId="LiveId" clId="{1E9AE552-6B83-46CE-A2DC-1FB506DB1638}" dt="2026-07-14T23:12:15.542" v="655" actId="27636"/>
          <ac:spMkLst>
            <pc:docMk/>
            <pc:sldMk cId="1682988096" sldId="507"/>
            <ac:spMk id="2" creationId="{AAF1CB2B-4C72-3698-48BB-CBDFAB5BC91F}"/>
          </ac:spMkLst>
        </pc:spChg>
        <pc:spChg chg="mod">
          <ac:chgData name="Lynnane George" userId="065056628ae16e64" providerId="LiveId" clId="{1E9AE552-6B83-46CE-A2DC-1FB506DB1638}" dt="2026-07-14T23:13:07.585" v="809" actId="20577"/>
          <ac:spMkLst>
            <pc:docMk/>
            <pc:sldMk cId="1682988096" sldId="507"/>
            <ac:spMk id="3" creationId="{65FB8534-588D-5545-0BC9-9A9A37F7FA73}"/>
          </ac:spMkLst>
        </pc:spChg>
      </pc:sldChg>
      <pc:sldChg chg="del">
        <pc:chgData name="Lynnane George" userId="065056628ae16e64" providerId="LiveId" clId="{1E9AE552-6B83-46CE-A2DC-1FB506DB1638}" dt="2026-07-14T00:48:14.433" v="185" actId="2696"/>
        <pc:sldMkLst>
          <pc:docMk/>
          <pc:sldMk cId="1941975797" sldId="516"/>
        </pc:sldMkLst>
      </pc:sldChg>
      <pc:sldChg chg="del">
        <pc:chgData name="Lynnane George" userId="065056628ae16e64" providerId="LiveId" clId="{1E9AE552-6B83-46CE-A2DC-1FB506DB1638}" dt="2026-07-14T00:48:27.767" v="186" actId="2696"/>
        <pc:sldMkLst>
          <pc:docMk/>
          <pc:sldMk cId="4282048046" sldId="517"/>
        </pc:sldMkLst>
      </pc:sldChg>
      <pc:sldChg chg="del">
        <pc:chgData name="Lynnane George" userId="065056628ae16e64" providerId="LiveId" clId="{1E9AE552-6B83-46CE-A2DC-1FB506DB1638}" dt="2026-07-14T00:48:33.171" v="187" actId="2696"/>
        <pc:sldMkLst>
          <pc:docMk/>
          <pc:sldMk cId="2248511547" sldId="518"/>
        </pc:sldMkLst>
      </pc:sldChg>
      <pc:sldChg chg="add">
        <pc:chgData name="Lynnane George" userId="065056628ae16e64" providerId="LiveId" clId="{1E9AE552-6B83-46CE-A2DC-1FB506DB1638}" dt="2026-07-13T21:55:13.594" v="36"/>
        <pc:sldMkLst>
          <pc:docMk/>
          <pc:sldMk cId="259608103" sldId="522"/>
        </pc:sldMkLst>
      </pc:sldChg>
      <pc:sldChg chg="add">
        <pc:chgData name="Lynnane George" userId="065056628ae16e64" providerId="LiveId" clId="{1E9AE552-6B83-46CE-A2DC-1FB506DB1638}" dt="2026-07-13T21:55:13.594" v="36"/>
        <pc:sldMkLst>
          <pc:docMk/>
          <pc:sldMk cId="1839254984" sldId="523"/>
        </pc:sldMkLst>
      </pc:sldChg>
      <pc:sldChg chg="modSp add mod">
        <pc:chgData name="Lynnane George" userId="065056628ae16e64" providerId="LiveId" clId="{1E9AE552-6B83-46CE-A2DC-1FB506DB1638}" dt="2026-07-14T00:06:44.451" v="93" actId="20577"/>
        <pc:sldMkLst>
          <pc:docMk/>
          <pc:sldMk cId="4028447876" sldId="524"/>
        </pc:sldMkLst>
        <pc:spChg chg="mod">
          <ac:chgData name="Lynnane George" userId="065056628ae16e64" providerId="LiveId" clId="{1E9AE552-6B83-46CE-A2DC-1FB506DB1638}" dt="2026-07-14T00:06:44.451" v="93" actId="20577"/>
          <ac:spMkLst>
            <pc:docMk/>
            <pc:sldMk cId="4028447876" sldId="524"/>
            <ac:spMk id="3" creationId="{BCF19FC8-108B-9458-655E-DA302CDD58D1}"/>
          </ac:spMkLst>
        </pc:spChg>
      </pc:sldChg>
      <pc:sldChg chg="addSp delSp modSp new mod">
        <pc:chgData name="Lynnane George" userId="065056628ae16e64" providerId="LiveId" clId="{1E9AE552-6B83-46CE-A2DC-1FB506DB1638}" dt="2026-07-14T00:15:28.927" v="131" actId="20577"/>
        <pc:sldMkLst>
          <pc:docMk/>
          <pc:sldMk cId="3580813637" sldId="525"/>
        </pc:sldMkLst>
        <pc:spChg chg="mod">
          <ac:chgData name="Lynnane George" userId="065056628ae16e64" providerId="LiveId" clId="{1E9AE552-6B83-46CE-A2DC-1FB506DB1638}" dt="2026-07-14T00:15:28.927" v="131" actId="20577"/>
          <ac:spMkLst>
            <pc:docMk/>
            <pc:sldMk cId="3580813637" sldId="525"/>
            <ac:spMk id="2" creationId="{539F515D-2203-7C0E-C70C-8EDBAEB99E9E}"/>
          </ac:spMkLst>
        </pc:spChg>
        <pc:spChg chg="del">
          <ac:chgData name="Lynnane George" userId="065056628ae16e64" providerId="LiveId" clId="{1E9AE552-6B83-46CE-A2DC-1FB506DB1638}" dt="2026-07-14T00:07:10.195" v="116" actId="478"/>
          <ac:spMkLst>
            <pc:docMk/>
            <pc:sldMk cId="3580813637" sldId="525"/>
            <ac:spMk id="3" creationId="{5F1AF62B-FA82-66DA-A2BE-2F454EFEDFB0}"/>
          </ac:spMkLst>
        </pc:spChg>
        <pc:picChg chg="add mod">
          <ac:chgData name="Lynnane George" userId="065056628ae16e64" providerId="LiveId" clId="{1E9AE552-6B83-46CE-A2DC-1FB506DB1638}" dt="2026-07-14T00:15:17.122" v="129" actId="1076"/>
          <ac:picMkLst>
            <pc:docMk/>
            <pc:sldMk cId="3580813637" sldId="525"/>
            <ac:picMk id="6" creationId="{3CBD83E6-80F1-3362-BE5C-63A75E9BAF1E}"/>
          </ac:picMkLst>
        </pc:picChg>
      </pc:sldChg>
      <pc:sldChg chg="addSp delSp modSp new mod">
        <pc:chgData name="Lynnane George" userId="065056628ae16e64" providerId="LiveId" clId="{1E9AE552-6B83-46CE-A2DC-1FB506DB1638}" dt="2026-07-14T23:11:51.241" v="653" actId="20577"/>
        <pc:sldMkLst>
          <pc:docMk/>
          <pc:sldMk cId="2090489224" sldId="526"/>
        </pc:sldMkLst>
        <pc:spChg chg="del">
          <ac:chgData name="Lynnane George" userId="065056628ae16e64" providerId="LiveId" clId="{1E9AE552-6B83-46CE-A2DC-1FB506DB1638}" dt="2026-07-14T00:09:41.546" v="119" actId="478"/>
          <ac:spMkLst>
            <pc:docMk/>
            <pc:sldMk cId="2090489224" sldId="526"/>
            <ac:spMk id="2" creationId="{5DCF26C7-0A46-8358-3F1E-920A81EC7CDA}"/>
          </ac:spMkLst>
        </pc:spChg>
        <pc:spChg chg="del">
          <ac:chgData name="Lynnane George" userId="065056628ae16e64" providerId="LiveId" clId="{1E9AE552-6B83-46CE-A2DC-1FB506DB1638}" dt="2026-07-14T00:09:44.692" v="120" actId="478"/>
          <ac:spMkLst>
            <pc:docMk/>
            <pc:sldMk cId="2090489224" sldId="526"/>
            <ac:spMk id="3" creationId="{7FBAA014-4333-062E-56C6-C3678983E39A}"/>
          </ac:spMkLst>
        </pc:spChg>
        <pc:spChg chg="add mod">
          <ac:chgData name="Lynnane George" userId="065056628ae16e64" providerId="LiveId" clId="{1E9AE552-6B83-46CE-A2DC-1FB506DB1638}" dt="2026-07-14T23:11:51.241" v="653" actId="20577"/>
          <ac:spMkLst>
            <pc:docMk/>
            <pc:sldMk cId="2090489224" sldId="526"/>
            <ac:spMk id="6" creationId="{B4AAFA03-2DB2-9120-FECC-B73E291071B5}"/>
          </ac:spMkLst>
        </pc:spChg>
      </pc:sldChg>
      <pc:sldChg chg="delSp modSp new mod">
        <pc:chgData name="Lynnane George" userId="065056628ae16e64" providerId="LiveId" clId="{1E9AE552-6B83-46CE-A2DC-1FB506DB1638}" dt="2026-07-14T00:26:19.110" v="168" actId="20577"/>
        <pc:sldMkLst>
          <pc:docMk/>
          <pc:sldMk cId="1398361598" sldId="527"/>
        </pc:sldMkLst>
        <pc:spChg chg="mod">
          <ac:chgData name="Lynnane George" userId="065056628ae16e64" providerId="LiveId" clId="{1E9AE552-6B83-46CE-A2DC-1FB506DB1638}" dt="2026-07-14T00:26:19.110" v="168" actId="20577"/>
          <ac:spMkLst>
            <pc:docMk/>
            <pc:sldMk cId="1398361598" sldId="527"/>
            <ac:spMk id="2" creationId="{6745C652-4DAF-F6DD-D878-6283AD3578AF}"/>
          </ac:spMkLst>
        </pc:spChg>
        <pc:spChg chg="del">
          <ac:chgData name="Lynnane George" userId="065056628ae16e64" providerId="LiveId" clId="{1E9AE552-6B83-46CE-A2DC-1FB506DB1638}" dt="2026-07-14T00:25:58.979" v="148" actId="478"/>
          <ac:spMkLst>
            <pc:docMk/>
            <pc:sldMk cId="1398361598" sldId="527"/>
            <ac:spMk id="3" creationId="{83AB57D8-87D6-F2AB-D774-C53142191BB2}"/>
          </ac:spMkLst>
        </pc:spChg>
      </pc:sldChg>
      <pc:sldChg chg="modSp add mod">
        <pc:chgData name="Lynnane George" userId="065056628ae16e64" providerId="LiveId" clId="{1E9AE552-6B83-46CE-A2DC-1FB506DB1638}" dt="2026-07-14T00:26:59.395" v="184" actId="20577"/>
        <pc:sldMkLst>
          <pc:docMk/>
          <pc:sldMk cId="3149650979" sldId="528"/>
        </pc:sldMkLst>
        <pc:spChg chg="mod">
          <ac:chgData name="Lynnane George" userId="065056628ae16e64" providerId="LiveId" clId="{1E9AE552-6B83-46CE-A2DC-1FB506DB1638}" dt="2026-07-14T00:26:59.395" v="184" actId="20577"/>
          <ac:spMkLst>
            <pc:docMk/>
            <pc:sldMk cId="3149650979" sldId="528"/>
            <ac:spMk id="2" creationId="{1CAA13B9-4144-7F79-BDA0-98DFC871AB2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B42C7-AE87-4A32-8D39-87C34AA68341}"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94444-D30F-4ED2-9B96-1402B186A2FB}" type="slidenum">
              <a:rPr lang="en-US" smtClean="0"/>
              <a:t>‹#›</a:t>
            </a:fld>
            <a:endParaRPr lang="en-US"/>
          </a:p>
        </p:txBody>
      </p:sp>
    </p:spTree>
    <p:extLst>
      <p:ext uri="{BB962C8B-B14F-4D97-AF65-F5344CB8AC3E}">
        <p14:creationId xmlns:p14="http://schemas.microsoft.com/office/powerpoint/2010/main" val="2035547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EC8424-D614-40FD-8328-D0751A368018}" type="datetime1">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1780691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071A9-7D2B-4868-87A1-65280F25A4EE}" type="datetime1">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1583361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82DA6A-2E3E-44A6-9ED4-240380521554}" type="datetime1">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4121177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F069BC-788C-43BD-BB39-E469A3AFCCCF}" type="datetime1">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2806351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E349D5-FF97-4D9C-BAC9-DBCA3015D7EC}" type="datetime1">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597650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D00796-BF60-4421-9EC3-357506B584A8}" type="datetime1">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782694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8679BB-5C51-48CA-AB2B-73099CDA127C}" type="datetime1">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338069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F9A011-5ED8-481E-BA00-F4C9334700C8}" type="datetime1">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3538080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C6D12B-E138-4DC9-BE6C-1F506BB5483F}" type="datetime1">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585508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729E06-7471-43E2-91D7-41EB1DA43608}" type="datetime1">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2618935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22234A-6EA2-402E-B764-17E0D1F17F6C}" type="datetime1">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518752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B1BB2E-3277-4BA3-ACAF-D3A25421733E}" type="datetime1">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212323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766547-B419-42F7-BC16-2E9150539E76}" type="datetime1">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16781966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E80BE1C-458C-486B-B943-89FF49C6C991}" type="datetime1">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4121221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72F28C7-19EA-44C4-A9FD-5CA2BD8C7E49}" type="datetime1">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2919823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A36BC4-DE2F-40BC-91CF-926AE316E5E3}" type="datetime1">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1068470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B25317-E089-493A-A660-ABABF12E65D2}" type="datetime1">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602044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94DC0C5-D232-443B-A056-3A995A868E3D}" type="datetime1">
              <a:rPr lang="en-US" smtClean="0"/>
              <a:t>7/14/2026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4701E7F-7746-4C27-B2FB-416942EB66E3}" type="slidenum">
              <a:rPr lang="en-US" smtClean="0"/>
              <a:t>‹#›</a:t>
            </a:fld>
            <a:endParaRPr lang="en-US"/>
          </a:p>
        </p:txBody>
      </p:sp>
    </p:spTree>
    <p:extLst>
      <p:ext uri="{BB962C8B-B14F-4D97-AF65-F5344CB8AC3E}">
        <p14:creationId xmlns:p14="http://schemas.microsoft.com/office/powerpoint/2010/main" val="288201253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1026" name="Picture 2" descr="Micrometeoroid and Orbital Debris (MMOD) Risk Overview - ppt download">
            <a:extLst>
              <a:ext uri="{FF2B5EF4-FFF2-40B4-BE49-F238E27FC236}">
                <a16:creationId xmlns:a16="http://schemas.microsoft.com/office/drawing/2014/main" id="{191BB9BA-6CBE-F8B2-B098-514E1299E1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1523" b="14728"/>
          <a:stretch>
            <a:fillRect/>
          </a:stretch>
        </p:blipFill>
        <p:spPr bwMode="auto">
          <a:xfrm>
            <a:off x="20" y="2030"/>
            <a:ext cx="12191980" cy="6855970"/>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a16="http://schemas.microsoft.com/office/drawing/2014/main" id="{BD1CAB03-F6A4-4736-85F6-261056424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3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33" name="Rectangle 1032">
            <a:extLst>
              <a:ext uri="{FF2B5EF4-FFF2-40B4-BE49-F238E27FC236}">
                <a16:creationId xmlns:a16="http://schemas.microsoft.com/office/drawing/2014/main" id="{3E2321B3-5D47-422E-8DD6-192DA485FF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30000"/>
              <a:duotone>
                <a:prstClr val="black"/>
                <a:schemeClr val="accent3">
                  <a:tint val="45000"/>
                  <a:satMod val="400000"/>
                </a:schemeClr>
              </a:duotone>
              <a:extLst>
                <a:ext uri="{BEBA8EAE-BF5A-486C-A8C5-ECC9F3942E4B}">
                  <a14:imgProps xmlns:a14="http://schemas.microsoft.com/office/drawing/2010/main">
                    <a14:imgLayer>
                      <a14:imgEffect>
                        <a14:sharpenSoften amount="35000"/>
                      </a14:imgEffect>
                    </a14:imgLayer>
                  </a14:imgProps>
                </a:ext>
              </a:extLst>
            </a:blip>
            <a:srcRect/>
            <a:tile tx="0" ty="0" sx="100000" sy="100000" flip="none" algn="ctr"/>
          </a:blip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2830BD-EBC7-D45C-0451-29E787BCA6D8}"/>
              </a:ext>
            </a:extLst>
          </p:cNvPr>
          <p:cNvSpPr>
            <a:spLocks noGrp="1"/>
          </p:cNvSpPr>
          <p:nvPr>
            <p:ph type="ctrTitle"/>
          </p:nvPr>
        </p:nvSpPr>
        <p:spPr>
          <a:xfrm>
            <a:off x="1595269" y="1122363"/>
            <a:ext cx="9001462" cy="2387600"/>
          </a:xfrm>
        </p:spPr>
        <p:txBody>
          <a:bodyPr>
            <a:normAutofit/>
          </a:bodyPr>
          <a:lstStyle/>
          <a:p>
            <a:r>
              <a:rPr lang="en-US" dirty="0"/>
              <a:t>SPACE DEBRIS</a:t>
            </a:r>
          </a:p>
        </p:txBody>
      </p:sp>
      <p:sp>
        <p:nvSpPr>
          <p:cNvPr id="3" name="Subtitle 2">
            <a:extLst>
              <a:ext uri="{FF2B5EF4-FFF2-40B4-BE49-F238E27FC236}">
                <a16:creationId xmlns:a16="http://schemas.microsoft.com/office/drawing/2014/main" id="{D6AD876B-BF6A-0C56-200E-1DDC396506A8}"/>
              </a:ext>
            </a:extLst>
          </p:cNvPr>
          <p:cNvSpPr>
            <a:spLocks noGrp="1"/>
          </p:cNvSpPr>
          <p:nvPr>
            <p:ph type="subTitle" idx="1"/>
          </p:nvPr>
        </p:nvSpPr>
        <p:spPr>
          <a:xfrm>
            <a:off x="1595269" y="3602038"/>
            <a:ext cx="9001462" cy="1655762"/>
          </a:xfrm>
        </p:spPr>
        <p:txBody>
          <a:bodyPr>
            <a:normAutofit/>
          </a:bodyPr>
          <a:lstStyle/>
          <a:p>
            <a:r>
              <a:rPr lang="en-US" dirty="0"/>
              <a:t>PART 2</a:t>
            </a:r>
          </a:p>
        </p:txBody>
      </p:sp>
      <p:sp>
        <p:nvSpPr>
          <p:cNvPr id="4" name="Slide Number Placeholder 3">
            <a:extLst>
              <a:ext uri="{FF2B5EF4-FFF2-40B4-BE49-F238E27FC236}">
                <a16:creationId xmlns:a16="http://schemas.microsoft.com/office/drawing/2014/main" id="{D3F35F92-1767-4988-67CE-D941DCD93682}"/>
              </a:ext>
            </a:extLst>
          </p:cNvPr>
          <p:cNvSpPr>
            <a:spLocks noGrp="1"/>
          </p:cNvSpPr>
          <p:nvPr>
            <p:ph type="sldNum" sz="quarter" idx="12"/>
          </p:nvPr>
        </p:nvSpPr>
        <p:spPr>
          <a:xfrm>
            <a:off x="10514011" y="5883275"/>
            <a:ext cx="753545" cy="365125"/>
          </a:xfrm>
        </p:spPr>
        <p:txBody>
          <a:bodyPr>
            <a:normAutofit/>
          </a:bodyPr>
          <a:lstStyle/>
          <a:p>
            <a:pPr>
              <a:spcAft>
                <a:spcPts val="600"/>
              </a:spcAft>
            </a:pPr>
            <a:fld id="{54701E7F-7746-4C27-B2FB-416942EB66E3}" type="slidenum">
              <a:rPr lang="en-US" smtClean="0"/>
              <a:pPr>
                <a:spcAft>
                  <a:spcPts val="600"/>
                </a:spcAft>
              </a:pPr>
              <a:t>1</a:t>
            </a:fld>
            <a:endParaRPr lang="en-US"/>
          </a:p>
        </p:txBody>
      </p:sp>
    </p:spTree>
    <p:extLst>
      <p:ext uri="{BB962C8B-B14F-4D97-AF65-F5344CB8AC3E}">
        <p14:creationId xmlns:p14="http://schemas.microsoft.com/office/powerpoint/2010/main" val="3410130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CA5C3-9422-95C6-5F24-D8D0F19E54D6}"/>
            </a:ext>
          </a:extLst>
        </p:cNvPr>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1544A2A6-031F-A06D-8C85-A11097688D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152" b="6995"/>
          <a:stretch/>
        </p:blipFill>
        <p:spPr bwMode="auto">
          <a:xfrm>
            <a:off x="20" y="2030"/>
            <a:ext cx="12191980" cy="685597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A501BD5-429C-ABFE-46DF-2DB4C850E135}"/>
              </a:ext>
            </a:extLst>
          </p:cNvPr>
          <p:cNvSpPr>
            <a:spLocks noGrp="1"/>
          </p:cNvSpPr>
          <p:nvPr>
            <p:ph type="title"/>
          </p:nvPr>
        </p:nvSpPr>
        <p:spPr>
          <a:xfrm>
            <a:off x="1595269" y="1122363"/>
            <a:ext cx="9001462" cy="2387600"/>
          </a:xfrm>
        </p:spPr>
        <p:txBody>
          <a:bodyPr vert="horz" lIns="91440" tIns="45720" rIns="91440" bIns="45720" rtlCol="0" anchor="b">
            <a:normAutofit/>
          </a:bodyPr>
          <a:lstStyle/>
          <a:p>
            <a:r>
              <a:rPr lang="en-US" sz="4800"/>
              <a:t>THERMAL BLANKETS</a:t>
            </a:r>
          </a:p>
        </p:txBody>
      </p:sp>
    </p:spTree>
    <p:extLst>
      <p:ext uri="{BB962C8B-B14F-4D97-AF65-F5344CB8AC3E}">
        <p14:creationId xmlns:p14="http://schemas.microsoft.com/office/powerpoint/2010/main" val="25960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8D730-4A01-2AD8-BDD4-1B1DED16A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DF2D2-6D0A-0BD2-5234-B2525F61FEAF}"/>
              </a:ext>
            </a:extLst>
          </p:cNvPr>
          <p:cNvSpPr>
            <a:spLocks noGrp="1"/>
          </p:cNvSpPr>
          <p:nvPr>
            <p:ph type="title"/>
          </p:nvPr>
        </p:nvSpPr>
        <p:spPr>
          <a:xfrm>
            <a:off x="913795" y="609600"/>
            <a:ext cx="10353761" cy="1326321"/>
          </a:xfrm>
        </p:spPr>
        <p:txBody>
          <a:bodyPr>
            <a:normAutofit/>
          </a:bodyPr>
          <a:lstStyle/>
          <a:p>
            <a:r>
              <a:rPr lang="en-US" dirty="0"/>
              <a:t>Other solutions - operational</a:t>
            </a:r>
          </a:p>
        </p:txBody>
      </p:sp>
      <p:sp>
        <p:nvSpPr>
          <p:cNvPr id="3" name="Content Placeholder 2">
            <a:extLst>
              <a:ext uri="{FF2B5EF4-FFF2-40B4-BE49-F238E27FC236}">
                <a16:creationId xmlns:a16="http://schemas.microsoft.com/office/drawing/2014/main" id="{DAB44A8E-DEF0-616F-C33A-B74657980AFC}"/>
              </a:ext>
            </a:extLst>
          </p:cNvPr>
          <p:cNvSpPr>
            <a:spLocks noGrp="1"/>
          </p:cNvSpPr>
          <p:nvPr>
            <p:ph idx="1"/>
          </p:nvPr>
        </p:nvSpPr>
        <p:spPr>
          <a:xfrm>
            <a:off x="913795" y="2096064"/>
            <a:ext cx="5016860" cy="3695136"/>
          </a:xfrm>
        </p:spPr>
        <p:txBody>
          <a:bodyPr>
            <a:normAutofit/>
          </a:bodyPr>
          <a:lstStyle/>
          <a:p>
            <a:r>
              <a:rPr lang="en-US" dirty="0"/>
              <a:t>Point sensitive surfaces away from RAM</a:t>
            </a:r>
          </a:p>
          <a:p>
            <a:r>
              <a:rPr lang="en-US" dirty="0"/>
              <a:t>Fly at altitudes/inclinations where debris is minimized</a:t>
            </a:r>
          </a:p>
          <a:p>
            <a:r>
              <a:rPr lang="en-US" dirty="0"/>
              <a:t>Use leading edge “bumper”</a:t>
            </a:r>
          </a:p>
          <a:p>
            <a:pPr marL="0" indent="0">
              <a:buNone/>
            </a:pPr>
            <a:endParaRPr lang="en-US" dirty="0"/>
          </a:p>
        </p:txBody>
      </p:sp>
      <p:pic>
        <p:nvPicPr>
          <p:cNvPr id="2050" name="Picture 2">
            <a:extLst>
              <a:ext uri="{FF2B5EF4-FFF2-40B4-BE49-F238E27FC236}">
                <a16:creationId xmlns:a16="http://schemas.microsoft.com/office/drawing/2014/main" id="{22DACE4E-B02A-7A08-EB1A-B70BF5698C0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57257" y="2358832"/>
            <a:ext cx="4833257" cy="3197385"/>
          </a:xfrm>
          <a:prstGeom prst="rect">
            <a:avLst/>
          </a:prstGeom>
          <a:no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9254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A3D37-FA84-1A68-354F-92528205F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5A417-46A2-73F6-9A14-B3576F67E389}"/>
              </a:ext>
            </a:extLst>
          </p:cNvPr>
          <p:cNvSpPr>
            <a:spLocks noGrp="1"/>
          </p:cNvSpPr>
          <p:nvPr>
            <p:ph type="title"/>
          </p:nvPr>
        </p:nvSpPr>
        <p:spPr/>
        <p:txBody>
          <a:bodyPr/>
          <a:lstStyle/>
          <a:p>
            <a:r>
              <a:rPr lang="en-US" dirty="0"/>
              <a:t>Other solutions - preventative</a:t>
            </a:r>
          </a:p>
        </p:txBody>
      </p:sp>
      <p:sp>
        <p:nvSpPr>
          <p:cNvPr id="3" name="Content Placeholder 2">
            <a:extLst>
              <a:ext uri="{FF2B5EF4-FFF2-40B4-BE49-F238E27FC236}">
                <a16:creationId xmlns:a16="http://schemas.microsoft.com/office/drawing/2014/main" id="{BCF19FC8-108B-9458-655E-DA302CDD58D1}"/>
              </a:ext>
            </a:extLst>
          </p:cNvPr>
          <p:cNvSpPr>
            <a:spLocks noGrp="1"/>
          </p:cNvSpPr>
          <p:nvPr>
            <p:ph idx="1"/>
          </p:nvPr>
        </p:nvSpPr>
        <p:spPr/>
        <p:txBody>
          <a:bodyPr/>
          <a:lstStyle/>
          <a:p>
            <a:r>
              <a:rPr lang="en-US" dirty="0"/>
              <a:t>Avoid single stage-to-orbit boosters</a:t>
            </a:r>
          </a:p>
          <a:p>
            <a:r>
              <a:rPr lang="en-US" dirty="0"/>
              <a:t>Use longer life satellites</a:t>
            </a:r>
          </a:p>
          <a:p>
            <a:r>
              <a:rPr lang="en-US" dirty="0"/>
              <a:t>Vent fuel tanks at the end of a mission</a:t>
            </a:r>
          </a:p>
          <a:p>
            <a:r>
              <a:rPr lang="en-US" dirty="0"/>
              <a:t>Move inactive satellites</a:t>
            </a:r>
          </a:p>
          <a:p>
            <a:r>
              <a:rPr lang="en-US" dirty="0"/>
              <a:t>You move out of the paths of large debris</a:t>
            </a:r>
          </a:p>
          <a:p>
            <a:pPr marL="0" indent="0">
              <a:buNone/>
            </a:pPr>
            <a:endParaRPr lang="en-US" dirty="0"/>
          </a:p>
        </p:txBody>
      </p:sp>
    </p:spTree>
    <p:extLst>
      <p:ext uri="{BB962C8B-B14F-4D97-AF65-F5344CB8AC3E}">
        <p14:creationId xmlns:p14="http://schemas.microsoft.com/office/powerpoint/2010/main" val="4028447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C4D0EB-BBDB-0BFE-E21C-B0A32A35FAE4}"/>
              </a:ext>
            </a:extLst>
          </p:cNvPr>
          <p:cNvSpPr>
            <a:spLocks noGrp="1"/>
          </p:cNvSpPr>
          <p:nvPr>
            <p:ph type="sldNum" sz="quarter" idx="12"/>
          </p:nvPr>
        </p:nvSpPr>
        <p:spPr/>
        <p:txBody>
          <a:bodyPr/>
          <a:lstStyle/>
          <a:p>
            <a:fld id="{54701E7F-7746-4C27-B2FB-416942EB66E3}" type="slidenum">
              <a:rPr lang="en-US" smtClean="0"/>
              <a:t>5</a:t>
            </a:fld>
            <a:endParaRPr lang="en-US"/>
          </a:p>
        </p:txBody>
      </p:sp>
      <p:sp>
        <p:nvSpPr>
          <p:cNvPr id="6" name="TextBox 5">
            <a:extLst>
              <a:ext uri="{FF2B5EF4-FFF2-40B4-BE49-F238E27FC236}">
                <a16:creationId xmlns:a16="http://schemas.microsoft.com/office/drawing/2014/main" id="{B4AAFA03-2DB2-9120-FECC-B73E291071B5}"/>
              </a:ext>
            </a:extLst>
          </p:cNvPr>
          <p:cNvSpPr txBox="1"/>
          <p:nvPr/>
        </p:nvSpPr>
        <p:spPr>
          <a:xfrm>
            <a:off x="1545020" y="1664814"/>
            <a:ext cx="8040414" cy="2862322"/>
          </a:xfrm>
          <a:prstGeom prst="rect">
            <a:avLst/>
          </a:prstGeom>
          <a:noFill/>
        </p:spPr>
        <p:txBody>
          <a:bodyPr wrap="square">
            <a:spAutoFit/>
          </a:bodyPr>
          <a:lstStyle/>
          <a:p>
            <a:r>
              <a:rPr lang="en-US" sz="3600" dirty="0"/>
              <a:t>7. Describe three of the technology solutions to help reduce the harmful effects of space debris. Explain how it might be implemented and provide one example.</a:t>
            </a:r>
          </a:p>
        </p:txBody>
      </p:sp>
    </p:spTree>
    <p:extLst>
      <p:ext uri="{BB962C8B-B14F-4D97-AF65-F5344CB8AC3E}">
        <p14:creationId xmlns:p14="http://schemas.microsoft.com/office/powerpoint/2010/main" val="2090489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F515D-2203-7C0E-C70C-8EDBAEB99E9E}"/>
              </a:ext>
            </a:extLst>
          </p:cNvPr>
          <p:cNvSpPr>
            <a:spLocks noGrp="1"/>
          </p:cNvSpPr>
          <p:nvPr>
            <p:ph type="title"/>
          </p:nvPr>
        </p:nvSpPr>
        <p:spPr>
          <a:xfrm>
            <a:off x="913795" y="0"/>
            <a:ext cx="10353761" cy="1326321"/>
          </a:xfrm>
        </p:spPr>
        <p:txBody>
          <a:bodyPr/>
          <a:lstStyle/>
          <a:p>
            <a:r>
              <a:rPr lang="en-US" dirty="0"/>
              <a:t>WHIPPLE SHIELDS</a:t>
            </a:r>
          </a:p>
        </p:txBody>
      </p:sp>
      <p:sp>
        <p:nvSpPr>
          <p:cNvPr id="4" name="Slide Number Placeholder 3">
            <a:extLst>
              <a:ext uri="{FF2B5EF4-FFF2-40B4-BE49-F238E27FC236}">
                <a16:creationId xmlns:a16="http://schemas.microsoft.com/office/drawing/2014/main" id="{A45BFB95-76C0-43A3-4916-D122AC1AEED3}"/>
              </a:ext>
            </a:extLst>
          </p:cNvPr>
          <p:cNvSpPr>
            <a:spLocks noGrp="1"/>
          </p:cNvSpPr>
          <p:nvPr>
            <p:ph type="sldNum" sz="quarter" idx="12"/>
          </p:nvPr>
        </p:nvSpPr>
        <p:spPr/>
        <p:txBody>
          <a:bodyPr/>
          <a:lstStyle/>
          <a:p>
            <a:fld id="{54701E7F-7746-4C27-B2FB-416942EB66E3}" type="slidenum">
              <a:rPr lang="en-US" smtClean="0"/>
              <a:t>6</a:t>
            </a:fld>
            <a:endParaRPr lang="en-US"/>
          </a:p>
        </p:txBody>
      </p:sp>
      <p:pic>
        <p:nvPicPr>
          <p:cNvPr id="6" name="Picture 5">
            <a:extLst>
              <a:ext uri="{FF2B5EF4-FFF2-40B4-BE49-F238E27FC236}">
                <a16:creationId xmlns:a16="http://schemas.microsoft.com/office/drawing/2014/main" id="{3CBD83E6-80F1-3362-BE5C-63A75E9BAF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2748" y="1123655"/>
            <a:ext cx="7671194" cy="5734345"/>
          </a:xfrm>
          <a:prstGeom prst="rect">
            <a:avLst/>
          </a:prstGeom>
        </p:spPr>
      </p:pic>
    </p:spTree>
    <p:extLst>
      <p:ext uri="{BB962C8B-B14F-4D97-AF65-F5344CB8AC3E}">
        <p14:creationId xmlns:p14="http://schemas.microsoft.com/office/powerpoint/2010/main" val="3580813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5C652-4DAF-F6DD-D878-6283AD3578AF}"/>
              </a:ext>
            </a:extLst>
          </p:cNvPr>
          <p:cNvSpPr>
            <a:spLocks noGrp="1"/>
          </p:cNvSpPr>
          <p:nvPr>
            <p:ph type="title"/>
          </p:nvPr>
        </p:nvSpPr>
        <p:spPr>
          <a:xfrm>
            <a:off x="913795" y="-259521"/>
            <a:ext cx="10353761" cy="1326321"/>
          </a:xfrm>
        </p:spPr>
        <p:txBody>
          <a:bodyPr/>
          <a:lstStyle/>
          <a:p>
            <a:r>
              <a:rPr lang="en-US" dirty="0"/>
              <a:t>WHIPPLE DESIGN – BUMPER THICKNESS</a:t>
            </a:r>
          </a:p>
        </p:txBody>
      </p:sp>
      <p:sp>
        <p:nvSpPr>
          <p:cNvPr id="4" name="Slide Number Placeholder 3">
            <a:extLst>
              <a:ext uri="{FF2B5EF4-FFF2-40B4-BE49-F238E27FC236}">
                <a16:creationId xmlns:a16="http://schemas.microsoft.com/office/drawing/2014/main" id="{E5A3154F-6BFE-89E2-CF94-3DF0F6A1AF2B}"/>
              </a:ext>
            </a:extLst>
          </p:cNvPr>
          <p:cNvSpPr>
            <a:spLocks noGrp="1"/>
          </p:cNvSpPr>
          <p:nvPr>
            <p:ph type="sldNum" sz="quarter" idx="12"/>
          </p:nvPr>
        </p:nvSpPr>
        <p:spPr/>
        <p:txBody>
          <a:bodyPr/>
          <a:lstStyle/>
          <a:p>
            <a:fld id="{54701E7F-7746-4C27-B2FB-416942EB66E3}" type="slidenum">
              <a:rPr lang="en-US" smtClean="0"/>
              <a:t>7</a:t>
            </a:fld>
            <a:endParaRPr lang="en-US"/>
          </a:p>
        </p:txBody>
      </p:sp>
    </p:spTree>
    <p:extLst>
      <p:ext uri="{BB962C8B-B14F-4D97-AF65-F5344CB8AC3E}">
        <p14:creationId xmlns:p14="http://schemas.microsoft.com/office/powerpoint/2010/main" val="1398361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90A26-36F8-12B8-6CBC-2C3931E94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A13B9-4144-7F79-BDA0-98DFC871AB2D}"/>
              </a:ext>
            </a:extLst>
          </p:cNvPr>
          <p:cNvSpPr>
            <a:spLocks noGrp="1"/>
          </p:cNvSpPr>
          <p:nvPr>
            <p:ph type="title"/>
          </p:nvPr>
        </p:nvSpPr>
        <p:spPr>
          <a:xfrm>
            <a:off x="913795" y="-259521"/>
            <a:ext cx="10353761" cy="1326321"/>
          </a:xfrm>
        </p:spPr>
        <p:txBody>
          <a:bodyPr/>
          <a:lstStyle/>
          <a:p>
            <a:r>
              <a:rPr lang="en-US" dirty="0"/>
              <a:t>WHIPPLE DESIGN – WALL THICKNESS</a:t>
            </a:r>
          </a:p>
        </p:txBody>
      </p:sp>
      <p:sp>
        <p:nvSpPr>
          <p:cNvPr id="4" name="Slide Number Placeholder 3">
            <a:extLst>
              <a:ext uri="{FF2B5EF4-FFF2-40B4-BE49-F238E27FC236}">
                <a16:creationId xmlns:a16="http://schemas.microsoft.com/office/drawing/2014/main" id="{0363769B-0FEB-E57C-1842-26C43754FC24}"/>
              </a:ext>
            </a:extLst>
          </p:cNvPr>
          <p:cNvSpPr>
            <a:spLocks noGrp="1"/>
          </p:cNvSpPr>
          <p:nvPr>
            <p:ph type="sldNum" sz="quarter" idx="12"/>
          </p:nvPr>
        </p:nvSpPr>
        <p:spPr/>
        <p:txBody>
          <a:bodyPr/>
          <a:lstStyle/>
          <a:p>
            <a:fld id="{54701E7F-7746-4C27-B2FB-416942EB66E3}" type="slidenum">
              <a:rPr lang="en-US" smtClean="0"/>
              <a:t>8</a:t>
            </a:fld>
            <a:endParaRPr lang="en-US"/>
          </a:p>
        </p:txBody>
      </p:sp>
    </p:spTree>
    <p:extLst>
      <p:ext uri="{BB962C8B-B14F-4D97-AF65-F5344CB8AC3E}">
        <p14:creationId xmlns:p14="http://schemas.microsoft.com/office/powerpoint/2010/main" val="3149650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D9944AF-2EEF-42BF-C6CF-A75E757AAEB1}"/>
              </a:ext>
            </a:extLst>
          </p:cNvPr>
          <p:cNvPicPr>
            <a:picLocks noChangeAspect="1"/>
          </p:cNvPicPr>
          <p:nvPr/>
        </p:nvPicPr>
        <p:blipFill>
          <a:blip r:embed="rId2"/>
          <a:stretch>
            <a:fillRect/>
          </a:stretch>
        </p:blipFill>
        <p:spPr>
          <a:xfrm>
            <a:off x="2695100" y="28100"/>
            <a:ext cx="6801799" cy="6801799"/>
          </a:xfrm>
          <a:prstGeom prst="rect">
            <a:avLst/>
          </a:prstGeom>
        </p:spPr>
      </p:pic>
      <p:sp>
        <p:nvSpPr>
          <p:cNvPr id="2" name="Title 1">
            <a:extLst>
              <a:ext uri="{FF2B5EF4-FFF2-40B4-BE49-F238E27FC236}">
                <a16:creationId xmlns:a16="http://schemas.microsoft.com/office/drawing/2014/main" id="{949035F6-F146-7E5E-4246-65D19849FC82}"/>
              </a:ext>
            </a:extLst>
          </p:cNvPr>
          <p:cNvSpPr>
            <a:spLocks noGrp="1"/>
          </p:cNvSpPr>
          <p:nvPr>
            <p:ph type="title"/>
          </p:nvPr>
        </p:nvSpPr>
        <p:spPr/>
        <p:txBody>
          <a:bodyPr>
            <a:normAutofit fontScale="90000"/>
          </a:bodyPr>
          <a:lstStyle/>
          <a:p>
            <a:r>
              <a:rPr lang="en-US" dirty="0"/>
              <a:t>Space Debris Mitigation Guidelines of the UN Committee on the Peaceful Uses of Outer Space</a:t>
            </a:r>
          </a:p>
        </p:txBody>
      </p:sp>
      <p:sp>
        <p:nvSpPr>
          <p:cNvPr id="4" name="Slide Number Placeholder 3">
            <a:extLst>
              <a:ext uri="{FF2B5EF4-FFF2-40B4-BE49-F238E27FC236}">
                <a16:creationId xmlns:a16="http://schemas.microsoft.com/office/drawing/2014/main" id="{6C3D2255-F41F-CEA7-611A-6E051898C54B}"/>
              </a:ext>
            </a:extLst>
          </p:cNvPr>
          <p:cNvSpPr>
            <a:spLocks noGrp="1"/>
          </p:cNvSpPr>
          <p:nvPr>
            <p:ph type="sldNum" sz="quarter" idx="12"/>
          </p:nvPr>
        </p:nvSpPr>
        <p:spPr/>
        <p:txBody>
          <a:bodyPr/>
          <a:lstStyle/>
          <a:p>
            <a:fld id="{54701E7F-7746-4C27-B2FB-416942EB66E3}" type="slidenum">
              <a:rPr lang="en-US" smtClean="0"/>
              <a:t>9</a:t>
            </a:fld>
            <a:endParaRPr lang="en-US"/>
          </a:p>
        </p:txBody>
      </p:sp>
      <p:sp>
        <p:nvSpPr>
          <p:cNvPr id="5" name="AutoShape 2" descr="Effective Space Debris Mitigation Norms: A Review of the UN Guidelines ...">
            <a:extLst>
              <a:ext uri="{FF2B5EF4-FFF2-40B4-BE49-F238E27FC236}">
                <a16:creationId xmlns:a16="http://schemas.microsoft.com/office/drawing/2014/main" id="{F6068494-7421-77B7-136F-4D704D0F55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21910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BCFB1F-B832-EE04-DCB0-6A394D1FEAA6}"/>
              </a:ext>
            </a:extLst>
          </p:cNvPr>
          <p:cNvSpPr>
            <a:spLocks noGrp="1"/>
          </p:cNvSpPr>
          <p:nvPr>
            <p:ph type="sldNum" sz="quarter" idx="12"/>
          </p:nvPr>
        </p:nvSpPr>
        <p:spPr/>
        <p:txBody>
          <a:bodyPr/>
          <a:lstStyle/>
          <a:p>
            <a:fld id="{54701E7F-7746-4C27-B2FB-416942EB66E3}" type="slidenum">
              <a:rPr lang="en-US" smtClean="0"/>
              <a:t>10</a:t>
            </a:fld>
            <a:endParaRPr lang="en-US"/>
          </a:p>
        </p:txBody>
      </p:sp>
      <p:pic>
        <p:nvPicPr>
          <p:cNvPr id="6" name="Picture 5">
            <a:extLst>
              <a:ext uri="{FF2B5EF4-FFF2-40B4-BE49-F238E27FC236}">
                <a16:creationId xmlns:a16="http://schemas.microsoft.com/office/drawing/2014/main" id="{01E9B06F-83D8-8D77-762B-76E7C8E073D2}"/>
              </a:ext>
            </a:extLst>
          </p:cNvPr>
          <p:cNvPicPr>
            <a:picLocks noChangeAspect="1"/>
          </p:cNvPicPr>
          <p:nvPr/>
        </p:nvPicPr>
        <p:blipFill>
          <a:blip r:embed="rId2"/>
          <a:stretch>
            <a:fillRect/>
          </a:stretch>
        </p:blipFill>
        <p:spPr>
          <a:xfrm>
            <a:off x="334442" y="0"/>
            <a:ext cx="11523116" cy="6858000"/>
          </a:xfrm>
          <a:prstGeom prst="rect">
            <a:avLst/>
          </a:prstGeom>
        </p:spPr>
      </p:pic>
    </p:spTree>
    <p:extLst>
      <p:ext uri="{BB962C8B-B14F-4D97-AF65-F5344CB8AC3E}">
        <p14:creationId xmlns:p14="http://schemas.microsoft.com/office/powerpoint/2010/main" val="961269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1CB2B-4C72-3698-48BB-CBDFAB5BC91F}"/>
              </a:ext>
            </a:extLst>
          </p:cNvPr>
          <p:cNvSpPr>
            <a:spLocks noGrp="1"/>
          </p:cNvSpPr>
          <p:nvPr>
            <p:ph type="title"/>
          </p:nvPr>
        </p:nvSpPr>
        <p:spPr>
          <a:xfrm>
            <a:off x="819202" y="403639"/>
            <a:ext cx="10353761" cy="1326321"/>
          </a:xfrm>
        </p:spPr>
        <p:txBody>
          <a:bodyPr>
            <a:normAutofit/>
          </a:bodyPr>
          <a:lstStyle/>
          <a:p>
            <a:r>
              <a:rPr lang="en-US" sz="2000" dirty="0"/>
              <a:t>Explain the guideline</a:t>
            </a:r>
            <a:br>
              <a:rPr lang="en-US" sz="2000" dirty="0"/>
            </a:br>
            <a:r>
              <a:rPr lang="en-US" sz="2000" dirty="0"/>
              <a:t>how might it be implemented?</a:t>
            </a:r>
            <a:br>
              <a:rPr lang="en-US" sz="2000" dirty="0"/>
            </a:br>
            <a:r>
              <a:rPr lang="en-US" sz="2000" dirty="0"/>
              <a:t>has it been violated?</a:t>
            </a:r>
          </a:p>
        </p:txBody>
      </p:sp>
      <p:sp>
        <p:nvSpPr>
          <p:cNvPr id="3" name="Content Placeholder 2">
            <a:extLst>
              <a:ext uri="{FF2B5EF4-FFF2-40B4-BE49-F238E27FC236}">
                <a16:creationId xmlns:a16="http://schemas.microsoft.com/office/drawing/2014/main" id="{65FB8534-588D-5545-0BC9-9A9A37F7FA73}"/>
              </a:ext>
            </a:extLst>
          </p:cNvPr>
          <p:cNvSpPr>
            <a:spLocks noGrp="1"/>
          </p:cNvSpPr>
          <p:nvPr>
            <p:ph idx="1"/>
          </p:nvPr>
        </p:nvSpPr>
        <p:spPr>
          <a:xfrm>
            <a:off x="0" y="1833305"/>
            <a:ext cx="12192000" cy="4788211"/>
          </a:xfrm>
        </p:spPr>
        <p:txBody>
          <a:bodyPr>
            <a:normAutofit/>
          </a:bodyPr>
          <a:lstStyle/>
          <a:p>
            <a:pPr marL="0" indent="0">
              <a:buNone/>
            </a:pPr>
            <a:r>
              <a:rPr lang="en-US" dirty="0"/>
              <a:t> What are the UN guidelines?</a:t>
            </a:r>
          </a:p>
          <a:p>
            <a:pPr marL="914400" lvl="1" indent="-457200">
              <a:buAutoNum type="arabicParenR"/>
            </a:pPr>
            <a:r>
              <a:rPr lang="en-US" dirty="0"/>
              <a:t>Debris release during normal operations.  </a:t>
            </a:r>
          </a:p>
          <a:p>
            <a:pPr marL="914400" lvl="1" indent="-457200">
              <a:buFont typeface="Arial" panose="020B0604020202020204" pitchFamily="34" charset="0"/>
              <a:buAutoNum type="arabicParenR"/>
            </a:pPr>
            <a:r>
              <a:rPr lang="en-US" dirty="0"/>
              <a:t>Minimize the potential for breakups during operational phases </a:t>
            </a:r>
          </a:p>
          <a:p>
            <a:pPr marL="914400" lvl="1" indent="-457200">
              <a:buFont typeface="Arial" panose="020B0604020202020204" pitchFamily="34" charset="0"/>
              <a:buAutoNum type="arabicParenR"/>
            </a:pPr>
            <a:r>
              <a:rPr lang="en-US" dirty="0"/>
              <a:t>Limit the probability of accidental collision in orbit.  </a:t>
            </a:r>
          </a:p>
          <a:p>
            <a:pPr marL="914400" lvl="1" indent="-457200">
              <a:buFont typeface="Arial" panose="020B0604020202020204" pitchFamily="34" charset="0"/>
              <a:buAutoNum type="arabicParenR"/>
            </a:pPr>
            <a:r>
              <a:rPr lang="en-US" dirty="0"/>
              <a:t>Avoid intentional destruction and other harmful activities </a:t>
            </a:r>
          </a:p>
          <a:p>
            <a:pPr marL="914400" lvl="1" indent="-457200">
              <a:buFont typeface="Arial" panose="020B0604020202020204" pitchFamily="34" charset="0"/>
              <a:buAutoNum type="arabicParenR"/>
            </a:pPr>
            <a:r>
              <a:rPr lang="en-US" dirty="0"/>
              <a:t>Minimize potential for post-mission breakups resulting from stored energy </a:t>
            </a:r>
          </a:p>
          <a:p>
            <a:pPr marL="914400" lvl="1" indent="-457200">
              <a:buFont typeface="Arial" panose="020B0604020202020204" pitchFamily="34" charset="0"/>
              <a:buAutoNum type="arabicParenR"/>
            </a:pPr>
            <a:r>
              <a:rPr lang="en-US" dirty="0"/>
              <a:t>Limit the long-term presence of spacecraft and launch vehicle orbital states in the low earth orbit region after the end of their mission.  </a:t>
            </a:r>
          </a:p>
          <a:p>
            <a:pPr marL="914400" lvl="1" indent="-457200">
              <a:buFont typeface="Arial" panose="020B0604020202020204" pitchFamily="34" charset="0"/>
              <a:buAutoNum type="arabicParenR"/>
            </a:pPr>
            <a:r>
              <a:rPr lang="en-US" dirty="0"/>
              <a:t>Limit the long-term interference of spacecraft and launch vehicle orbital stages with the geosynchronous Earth orbit region after the end of their mission</a:t>
            </a:r>
            <a:r>
              <a:rPr lang="en-US"/>
              <a:t>. </a:t>
            </a:r>
            <a:endParaRPr lang="en-US" dirty="0"/>
          </a:p>
          <a:p>
            <a:pPr marL="457200" lvl="1" indent="0">
              <a:buNone/>
            </a:pPr>
            <a:endParaRPr lang="en-US" dirty="0"/>
          </a:p>
          <a:p>
            <a:pPr marL="457200" indent="-457200">
              <a:buFont typeface="Arial" panose="020B0604020202020204" pitchFamily="34" charset="0"/>
              <a:buAutoNum type="arabicParenR"/>
            </a:pPr>
            <a:endParaRPr lang="en-US" dirty="0"/>
          </a:p>
          <a:p>
            <a:pPr marL="457200" indent="-457200">
              <a:buFont typeface="Arial" panose="020B0604020202020204" pitchFamily="34" charset="0"/>
              <a:buAutoNum type="arabicParenR"/>
            </a:pPr>
            <a:endParaRPr lang="en-US" dirty="0"/>
          </a:p>
          <a:p>
            <a:pPr marL="457200" indent="-457200">
              <a:buFont typeface="Arial" panose="020B0604020202020204" pitchFamily="34" charset="0"/>
              <a:buAutoNum type="arabicParenR"/>
            </a:pPr>
            <a:endParaRPr lang="en-US" dirty="0"/>
          </a:p>
          <a:p>
            <a:pPr marL="457200" indent="-457200">
              <a:buFont typeface="Arial" panose="020B0604020202020204" pitchFamily="34" charset="0"/>
              <a:buAutoNum type="arabicParenR"/>
            </a:pPr>
            <a:endParaRPr lang="en-US" dirty="0"/>
          </a:p>
          <a:p>
            <a:pPr marL="457200" indent="-457200">
              <a:buAutoNum type="arabicParenR"/>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EDBB6C51-2E5F-CE75-B887-6CBADBEB28D4}"/>
              </a:ext>
            </a:extLst>
          </p:cNvPr>
          <p:cNvSpPr>
            <a:spLocks noGrp="1"/>
          </p:cNvSpPr>
          <p:nvPr>
            <p:ph type="sldNum" sz="quarter" idx="12"/>
          </p:nvPr>
        </p:nvSpPr>
        <p:spPr/>
        <p:txBody>
          <a:bodyPr/>
          <a:lstStyle/>
          <a:p>
            <a:fld id="{54701E7F-7746-4C27-B2FB-416942EB66E3}" type="slidenum">
              <a:rPr lang="en-US" smtClean="0"/>
              <a:t>11</a:t>
            </a:fld>
            <a:endParaRPr lang="en-US"/>
          </a:p>
        </p:txBody>
      </p:sp>
    </p:spTree>
    <p:extLst>
      <p:ext uri="{BB962C8B-B14F-4D97-AF65-F5344CB8AC3E}">
        <p14:creationId xmlns:p14="http://schemas.microsoft.com/office/powerpoint/2010/main" val="1682988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5886-CBA5-4F37-B4D3-CD4BD03515EA}"/>
              </a:ext>
            </a:extLst>
          </p:cNvPr>
          <p:cNvSpPr>
            <a:spLocks noGrp="1"/>
          </p:cNvSpPr>
          <p:nvPr>
            <p:ph type="title"/>
          </p:nvPr>
        </p:nvSpPr>
        <p:spPr/>
        <p:txBody>
          <a:bodyPr/>
          <a:lstStyle/>
          <a:p>
            <a:r>
              <a:rPr lang="en-US" dirty="0"/>
              <a:t>DEBRIS MITIGATION – UN GUIDELINES</a:t>
            </a:r>
          </a:p>
        </p:txBody>
      </p:sp>
      <p:sp>
        <p:nvSpPr>
          <p:cNvPr id="3" name="Content Placeholder 2">
            <a:extLst>
              <a:ext uri="{FF2B5EF4-FFF2-40B4-BE49-F238E27FC236}">
                <a16:creationId xmlns:a16="http://schemas.microsoft.com/office/drawing/2014/main" id="{CA6509EC-DB01-40AE-8A57-53330EC4E437}"/>
              </a:ext>
            </a:extLst>
          </p:cNvPr>
          <p:cNvSpPr>
            <a:spLocks noGrp="1"/>
          </p:cNvSpPr>
          <p:nvPr>
            <p:ph idx="1"/>
          </p:nvPr>
        </p:nvSpPr>
        <p:spPr/>
        <p:txBody>
          <a:bodyPr/>
          <a:lstStyle/>
          <a:p>
            <a:pPr marL="457200" indent="-457200">
              <a:buAutoNum type="arabicParenR"/>
            </a:pPr>
            <a:r>
              <a:rPr lang="en-US" dirty="0"/>
              <a:t>Limit debris release during normal operations.</a:t>
            </a:r>
          </a:p>
          <a:p>
            <a:pPr marL="0" indent="0">
              <a:buNone/>
            </a:pPr>
            <a:r>
              <a:rPr lang="en-US" dirty="0"/>
              <a:t>“Space Systems should be designed not to release debris during normal operations.  If this is not feasible, the effect of any release of debris on the outer space environment should be minimized.”</a:t>
            </a:r>
          </a:p>
        </p:txBody>
      </p:sp>
      <p:sp>
        <p:nvSpPr>
          <p:cNvPr id="4" name="Slide Number Placeholder 3">
            <a:extLst>
              <a:ext uri="{FF2B5EF4-FFF2-40B4-BE49-F238E27FC236}">
                <a16:creationId xmlns:a16="http://schemas.microsoft.com/office/drawing/2014/main" id="{51C63DB0-49E2-775B-E1F5-D145D55CBA7C}"/>
              </a:ext>
            </a:extLst>
          </p:cNvPr>
          <p:cNvSpPr>
            <a:spLocks noGrp="1"/>
          </p:cNvSpPr>
          <p:nvPr>
            <p:ph type="sldNum" sz="quarter" idx="12"/>
          </p:nvPr>
        </p:nvSpPr>
        <p:spPr/>
        <p:txBody>
          <a:bodyPr/>
          <a:lstStyle/>
          <a:p>
            <a:fld id="{54701E7F-7746-4C27-B2FB-416942EB66E3}" type="slidenum">
              <a:rPr lang="en-US" smtClean="0"/>
              <a:t>12</a:t>
            </a:fld>
            <a:endParaRPr lang="en-US"/>
          </a:p>
        </p:txBody>
      </p:sp>
    </p:spTree>
    <p:extLst>
      <p:ext uri="{BB962C8B-B14F-4D97-AF65-F5344CB8AC3E}">
        <p14:creationId xmlns:p14="http://schemas.microsoft.com/office/powerpoint/2010/main" val="1507945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5886-CBA5-4F37-B4D3-CD4BD03515EA}"/>
              </a:ext>
            </a:extLst>
          </p:cNvPr>
          <p:cNvSpPr>
            <a:spLocks noGrp="1"/>
          </p:cNvSpPr>
          <p:nvPr>
            <p:ph type="title"/>
          </p:nvPr>
        </p:nvSpPr>
        <p:spPr/>
        <p:txBody>
          <a:bodyPr/>
          <a:lstStyle/>
          <a:p>
            <a:r>
              <a:rPr lang="en-US" dirty="0"/>
              <a:t>DEBRIS MITIGATION – UN GUIDELINES</a:t>
            </a:r>
          </a:p>
        </p:txBody>
      </p:sp>
      <p:sp>
        <p:nvSpPr>
          <p:cNvPr id="3" name="Content Placeholder 2">
            <a:extLst>
              <a:ext uri="{FF2B5EF4-FFF2-40B4-BE49-F238E27FC236}">
                <a16:creationId xmlns:a16="http://schemas.microsoft.com/office/drawing/2014/main" id="{CA6509EC-DB01-40AE-8A57-53330EC4E437}"/>
              </a:ext>
            </a:extLst>
          </p:cNvPr>
          <p:cNvSpPr>
            <a:spLocks noGrp="1"/>
          </p:cNvSpPr>
          <p:nvPr>
            <p:ph idx="1"/>
          </p:nvPr>
        </p:nvSpPr>
        <p:spPr/>
        <p:txBody>
          <a:bodyPr/>
          <a:lstStyle/>
          <a:p>
            <a:pPr marL="0" indent="0">
              <a:buNone/>
            </a:pPr>
            <a:r>
              <a:rPr lang="en-US" dirty="0"/>
              <a:t>2)  Minimize the potential for breakups during operational phases.</a:t>
            </a:r>
          </a:p>
          <a:p>
            <a:pPr marL="0" indent="0">
              <a:buNone/>
            </a:pPr>
            <a:r>
              <a:rPr lang="en-US" dirty="0"/>
              <a:t>“Spacecraft and launch vehicle orbital stages should be designed to avoid failure modes which may lead to accidental break-ups. In cases where a condition leading to such a failure is detected, disposal and passivation measures should be planned and executed to avoid break-ups.”</a:t>
            </a:r>
          </a:p>
        </p:txBody>
      </p:sp>
      <p:sp>
        <p:nvSpPr>
          <p:cNvPr id="4" name="Slide Number Placeholder 3">
            <a:extLst>
              <a:ext uri="{FF2B5EF4-FFF2-40B4-BE49-F238E27FC236}">
                <a16:creationId xmlns:a16="http://schemas.microsoft.com/office/drawing/2014/main" id="{D03AC263-29B9-F082-05AD-BBA29688A5D7}"/>
              </a:ext>
            </a:extLst>
          </p:cNvPr>
          <p:cNvSpPr>
            <a:spLocks noGrp="1"/>
          </p:cNvSpPr>
          <p:nvPr>
            <p:ph type="sldNum" sz="quarter" idx="12"/>
          </p:nvPr>
        </p:nvSpPr>
        <p:spPr/>
        <p:txBody>
          <a:bodyPr/>
          <a:lstStyle/>
          <a:p>
            <a:fld id="{54701E7F-7746-4C27-B2FB-416942EB66E3}" type="slidenum">
              <a:rPr lang="en-US" smtClean="0"/>
              <a:t>13</a:t>
            </a:fld>
            <a:endParaRPr lang="en-US"/>
          </a:p>
        </p:txBody>
      </p:sp>
    </p:spTree>
    <p:extLst>
      <p:ext uri="{BB962C8B-B14F-4D97-AF65-F5344CB8AC3E}">
        <p14:creationId xmlns:p14="http://schemas.microsoft.com/office/powerpoint/2010/main" val="1063770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5886-CBA5-4F37-B4D3-CD4BD03515EA}"/>
              </a:ext>
            </a:extLst>
          </p:cNvPr>
          <p:cNvSpPr>
            <a:spLocks noGrp="1"/>
          </p:cNvSpPr>
          <p:nvPr>
            <p:ph type="title"/>
          </p:nvPr>
        </p:nvSpPr>
        <p:spPr/>
        <p:txBody>
          <a:bodyPr/>
          <a:lstStyle/>
          <a:p>
            <a:r>
              <a:rPr lang="en-US" dirty="0"/>
              <a:t>DEBRIS MITIGATION – UN GUIDELINES</a:t>
            </a:r>
          </a:p>
        </p:txBody>
      </p:sp>
      <p:sp>
        <p:nvSpPr>
          <p:cNvPr id="3" name="Content Placeholder 2">
            <a:extLst>
              <a:ext uri="{FF2B5EF4-FFF2-40B4-BE49-F238E27FC236}">
                <a16:creationId xmlns:a16="http://schemas.microsoft.com/office/drawing/2014/main" id="{CA6509EC-DB01-40AE-8A57-53330EC4E437}"/>
              </a:ext>
            </a:extLst>
          </p:cNvPr>
          <p:cNvSpPr>
            <a:spLocks noGrp="1"/>
          </p:cNvSpPr>
          <p:nvPr>
            <p:ph idx="1"/>
          </p:nvPr>
        </p:nvSpPr>
        <p:spPr/>
        <p:txBody>
          <a:bodyPr/>
          <a:lstStyle/>
          <a:p>
            <a:pPr marL="0" indent="0">
              <a:buNone/>
            </a:pPr>
            <a:r>
              <a:rPr lang="en-US" dirty="0"/>
              <a:t>3) Limit the probability of accidental collision in orbit.</a:t>
            </a:r>
          </a:p>
          <a:p>
            <a:pPr marL="0" indent="0">
              <a:buNone/>
            </a:pPr>
            <a:r>
              <a:rPr lang="en-US" dirty="0"/>
              <a:t>“In developing the design and mission profile of spacecraft and launch vehicle stages, the probability of accidental collision with known objects during the system’s launch phase and orbital lifetime should be estimated and limited.  If available orbital data indicate a potential collision, adjustment of the launch time or an on-orbit avoidance maneuver should be considered.”</a:t>
            </a:r>
          </a:p>
        </p:txBody>
      </p:sp>
      <p:sp>
        <p:nvSpPr>
          <p:cNvPr id="4" name="Slide Number Placeholder 3">
            <a:extLst>
              <a:ext uri="{FF2B5EF4-FFF2-40B4-BE49-F238E27FC236}">
                <a16:creationId xmlns:a16="http://schemas.microsoft.com/office/drawing/2014/main" id="{47C537CA-9209-1CCC-EAAA-59D0133B0783}"/>
              </a:ext>
            </a:extLst>
          </p:cNvPr>
          <p:cNvSpPr>
            <a:spLocks noGrp="1"/>
          </p:cNvSpPr>
          <p:nvPr>
            <p:ph type="sldNum" sz="quarter" idx="12"/>
          </p:nvPr>
        </p:nvSpPr>
        <p:spPr/>
        <p:txBody>
          <a:bodyPr/>
          <a:lstStyle/>
          <a:p>
            <a:fld id="{54701E7F-7746-4C27-B2FB-416942EB66E3}" type="slidenum">
              <a:rPr lang="en-US" smtClean="0"/>
              <a:t>14</a:t>
            </a:fld>
            <a:endParaRPr lang="en-US"/>
          </a:p>
        </p:txBody>
      </p:sp>
    </p:spTree>
    <p:extLst>
      <p:ext uri="{BB962C8B-B14F-4D97-AF65-F5344CB8AC3E}">
        <p14:creationId xmlns:p14="http://schemas.microsoft.com/office/powerpoint/2010/main" val="2831870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5886-CBA5-4F37-B4D3-CD4BD03515EA}"/>
              </a:ext>
            </a:extLst>
          </p:cNvPr>
          <p:cNvSpPr>
            <a:spLocks noGrp="1"/>
          </p:cNvSpPr>
          <p:nvPr>
            <p:ph type="title"/>
          </p:nvPr>
        </p:nvSpPr>
        <p:spPr/>
        <p:txBody>
          <a:bodyPr/>
          <a:lstStyle/>
          <a:p>
            <a:r>
              <a:rPr lang="en-US" dirty="0"/>
              <a:t>DEBRIS MITIGATION – UN GUIDELINES</a:t>
            </a:r>
          </a:p>
        </p:txBody>
      </p:sp>
      <p:sp>
        <p:nvSpPr>
          <p:cNvPr id="3" name="Content Placeholder 2">
            <a:extLst>
              <a:ext uri="{FF2B5EF4-FFF2-40B4-BE49-F238E27FC236}">
                <a16:creationId xmlns:a16="http://schemas.microsoft.com/office/drawing/2014/main" id="{CA6509EC-DB01-40AE-8A57-53330EC4E437}"/>
              </a:ext>
            </a:extLst>
          </p:cNvPr>
          <p:cNvSpPr>
            <a:spLocks noGrp="1"/>
          </p:cNvSpPr>
          <p:nvPr>
            <p:ph idx="1"/>
          </p:nvPr>
        </p:nvSpPr>
        <p:spPr/>
        <p:txBody>
          <a:bodyPr/>
          <a:lstStyle/>
          <a:p>
            <a:pPr marL="0" indent="0">
              <a:buNone/>
            </a:pPr>
            <a:r>
              <a:rPr lang="en-US" dirty="0"/>
              <a:t>4) Avoid intentional destruction and other harmful activities</a:t>
            </a:r>
          </a:p>
          <a:p>
            <a:pPr marL="0" indent="0">
              <a:buNone/>
            </a:pPr>
            <a:r>
              <a:rPr lang="en-US" dirty="0"/>
              <a:t>“Recognizing that an increased risk of collision could pose a threat to space operations, the intentional destruction of any on-orbit spacecraft and launch vehicle orbital stages or other harmful activities that generate long-lived debris should be avoided.  When intentional break-ups are necessary, they should be conducted at sufficiently low altitudes to limit the orbital lifetime of resulting fragments.”</a:t>
            </a:r>
          </a:p>
        </p:txBody>
      </p:sp>
      <p:sp>
        <p:nvSpPr>
          <p:cNvPr id="4" name="Slide Number Placeholder 3">
            <a:extLst>
              <a:ext uri="{FF2B5EF4-FFF2-40B4-BE49-F238E27FC236}">
                <a16:creationId xmlns:a16="http://schemas.microsoft.com/office/drawing/2014/main" id="{FCEA0EDD-783A-6E14-066A-2A54BD54568C}"/>
              </a:ext>
            </a:extLst>
          </p:cNvPr>
          <p:cNvSpPr>
            <a:spLocks noGrp="1"/>
          </p:cNvSpPr>
          <p:nvPr>
            <p:ph type="sldNum" sz="quarter" idx="12"/>
          </p:nvPr>
        </p:nvSpPr>
        <p:spPr/>
        <p:txBody>
          <a:bodyPr/>
          <a:lstStyle/>
          <a:p>
            <a:fld id="{54701E7F-7746-4C27-B2FB-416942EB66E3}" type="slidenum">
              <a:rPr lang="en-US" smtClean="0"/>
              <a:t>15</a:t>
            </a:fld>
            <a:endParaRPr lang="en-US"/>
          </a:p>
        </p:txBody>
      </p:sp>
    </p:spTree>
    <p:extLst>
      <p:ext uri="{BB962C8B-B14F-4D97-AF65-F5344CB8AC3E}">
        <p14:creationId xmlns:p14="http://schemas.microsoft.com/office/powerpoint/2010/main" val="589915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5886-CBA5-4F37-B4D3-CD4BD03515EA}"/>
              </a:ext>
            </a:extLst>
          </p:cNvPr>
          <p:cNvSpPr>
            <a:spLocks noGrp="1"/>
          </p:cNvSpPr>
          <p:nvPr>
            <p:ph type="title"/>
          </p:nvPr>
        </p:nvSpPr>
        <p:spPr/>
        <p:txBody>
          <a:bodyPr/>
          <a:lstStyle/>
          <a:p>
            <a:r>
              <a:rPr lang="en-US" dirty="0"/>
              <a:t>DEBRIS MITIGATION – UN GUIDELINES</a:t>
            </a:r>
          </a:p>
        </p:txBody>
      </p:sp>
      <p:sp>
        <p:nvSpPr>
          <p:cNvPr id="3" name="Content Placeholder 2">
            <a:extLst>
              <a:ext uri="{FF2B5EF4-FFF2-40B4-BE49-F238E27FC236}">
                <a16:creationId xmlns:a16="http://schemas.microsoft.com/office/drawing/2014/main" id="{CA6509EC-DB01-40AE-8A57-53330EC4E437}"/>
              </a:ext>
            </a:extLst>
          </p:cNvPr>
          <p:cNvSpPr>
            <a:spLocks noGrp="1"/>
          </p:cNvSpPr>
          <p:nvPr>
            <p:ph idx="1"/>
          </p:nvPr>
        </p:nvSpPr>
        <p:spPr/>
        <p:txBody>
          <a:bodyPr/>
          <a:lstStyle/>
          <a:p>
            <a:pPr marL="0" indent="0">
              <a:buNone/>
            </a:pPr>
            <a:r>
              <a:rPr lang="en-US" dirty="0"/>
              <a:t>5) Minimize potential for post-mission breakups resulting from stored energy</a:t>
            </a:r>
          </a:p>
          <a:p>
            <a:pPr marL="0" indent="0">
              <a:buNone/>
            </a:pPr>
            <a:r>
              <a:rPr lang="en-US" dirty="0"/>
              <a:t>“In order the limit the risk to other spacecraft and launch vehicle orbital stages from accidental break-ups, all on-board sources of stored energy should be depleted or made safe when they are no longer required for mission operations or post-mission disposal.”</a:t>
            </a:r>
          </a:p>
        </p:txBody>
      </p:sp>
      <p:sp>
        <p:nvSpPr>
          <p:cNvPr id="4" name="Slide Number Placeholder 3">
            <a:extLst>
              <a:ext uri="{FF2B5EF4-FFF2-40B4-BE49-F238E27FC236}">
                <a16:creationId xmlns:a16="http://schemas.microsoft.com/office/drawing/2014/main" id="{9A88D998-57FC-B522-FA9F-497B2ABF5C97}"/>
              </a:ext>
            </a:extLst>
          </p:cNvPr>
          <p:cNvSpPr>
            <a:spLocks noGrp="1"/>
          </p:cNvSpPr>
          <p:nvPr>
            <p:ph type="sldNum" sz="quarter" idx="12"/>
          </p:nvPr>
        </p:nvSpPr>
        <p:spPr/>
        <p:txBody>
          <a:bodyPr/>
          <a:lstStyle/>
          <a:p>
            <a:fld id="{54701E7F-7746-4C27-B2FB-416942EB66E3}" type="slidenum">
              <a:rPr lang="en-US" smtClean="0"/>
              <a:t>16</a:t>
            </a:fld>
            <a:endParaRPr lang="en-US"/>
          </a:p>
        </p:txBody>
      </p:sp>
    </p:spTree>
    <p:extLst>
      <p:ext uri="{BB962C8B-B14F-4D97-AF65-F5344CB8AC3E}">
        <p14:creationId xmlns:p14="http://schemas.microsoft.com/office/powerpoint/2010/main" val="1939077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5886-CBA5-4F37-B4D3-CD4BD03515EA}"/>
              </a:ext>
            </a:extLst>
          </p:cNvPr>
          <p:cNvSpPr>
            <a:spLocks noGrp="1"/>
          </p:cNvSpPr>
          <p:nvPr>
            <p:ph type="title"/>
          </p:nvPr>
        </p:nvSpPr>
        <p:spPr/>
        <p:txBody>
          <a:bodyPr/>
          <a:lstStyle/>
          <a:p>
            <a:r>
              <a:rPr lang="en-US" dirty="0"/>
              <a:t>DEBRIS MITIGATION – UN GUIDELINES</a:t>
            </a:r>
          </a:p>
        </p:txBody>
      </p:sp>
      <p:sp>
        <p:nvSpPr>
          <p:cNvPr id="3" name="Content Placeholder 2">
            <a:extLst>
              <a:ext uri="{FF2B5EF4-FFF2-40B4-BE49-F238E27FC236}">
                <a16:creationId xmlns:a16="http://schemas.microsoft.com/office/drawing/2014/main" id="{CA6509EC-DB01-40AE-8A57-53330EC4E437}"/>
              </a:ext>
            </a:extLst>
          </p:cNvPr>
          <p:cNvSpPr>
            <a:spLocks noGrp="1"/>
          </p:cNvSpPr>
          <p:nvPr>
            <p:ph idx="1"/>
          </p:nvPr>
        </p:nvSpPr>
        <p:spPr/>
        <p:txBody>
          <a:bodyPr/>
          <a:lstStyle/>
          <a:p>
            <a:pPr marL="0" indent="0">
              <a:buNone/>
            </a:pPr>
            <a:r>
              <a:rPr lang="en-US" dirty="0"/>
              <a:t>6) Limit the long-term presence of spacecraft and launch vehicle orbital states in the low earth orbit region after the end of their mission.</a:t>
            </a:r>
          </a:p>
          <a:p>
            <a:pPr marL="0" indent="0">
              <a:buNone/>
            </a:pPr>
            <a:r>
              <a:rPr lang="en-US" dirty="0"/>
              <a:t>“Spacecraft and launch vehicle orbital states that have terminated their operational phases in orbits that pass through the LEO region should be removed from orbit in a controlled fashion.  If this is not possible, they should be disposed of in orbits that avoid their long-term presence in the LEO region.”</a:t>
            </a:r>
          </a:p>
        </p:txBody>
      </p:sp>
      <p:sp>
        <p:nvSpPr>
          <p:cNvPr id="4" name="Slide Number Placeholder 3">
            <a:extLst>
              <a:ext uri="{FF2B5EF4-FFF2-40B4-BE49-F238E27FC236}">
                <a16:creationId xmlns:a16="http://schemas.microsoft.com/office/drawing/2014/main" id="{408E5C9D-28C6-A6DE-1E3F-A8DB89E1E7B8}"/>
              </a:ext>
            </a:extLst>
          </p:cNvPr>
          <p:cNvSpPr>
            <a:spLocks noGrp="1"/>
          </p:cNvSpPr>
          <p:nvPr>
            <p:ph type="sldNum" sz="quarter" idx="12"/>
          </p:nvPr>
        </p:nvSpPr>
        <p:spPr/>
        <p:txBody>
          <a:bodyPr/>
          <a:lstStyle/>
          <a:p>
            <a:fld id="{54701E7F-7746-4C27-B2FB-416942EB66E3}" type="slidenum">
              <a:rPr lang="en-US" smtClean="0"/>
              <a:t>17</a:t>
            </a:fld>
            <a:endParaRPr lang="en-US"/>
          </a:p>
        </p:txBody>
      </p:sp>
    </p:spTree>
    <p:extLst>
      <p:ext uri="{BB962C8B-B14F-4D97-AF65-F5344CB8AC3E}">
        <p14:creationId xmlns:p14="http://schemas.microsoft.com/office/powerpoint/2010/main" val="2421934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5886-CBA5-4F37-B4D3-CD4BD03515EA}"/>
              </a:ext>
            </a:extLst>
          </p:cNvPr>
          <p:cNvSpPr>
            <a:spLocks noGrp="1"/>
          </p:cNvSpPr>
          <p:nvPr>
            <p:ph type="title"/>
          </p:nvPr>
        </p:nvSpPr>
        <p:spPr/>
        <p:txBody>
          <a:bodyPr/>
          <a:lstStyle/>
          <a:p>
            <a:r>
              <a:rPr lang="en-US" dirty="0"/>
              <a:t>DEBRIS MITIGATION – UN GUIDELINES</a:t>
            </a:r>
          </a:p>
        </p:txBody>
      </p:sp>
      <p:sp>
        <p:nvSpPr>
          <p:cNvPr id="3" name="Content Placeholder 2">
            <a:extLst>
              <a:ext uri="{FF2B5EF4-FFF2-40B4-BE49-F238E27FC236}">
                <a16:creationId xmlns:a16="http://schemas.microsoft.com/office/drawing/2014/main" id="{CA6509EC-DB01-40AE-8A57-53330EC4E437}"/>
              </a:ext>
            </a:extLst>
          </p:cNvPr>
          <p:cNvSpPr>
            <a:spLocks noGrp="1"/>
          </p:cNvSpPr>
          <p:nvPr>
            <p:ph idx="1"/>
          </p:nvPr>
        </p:nvSpPr>
        <p:spPr/>
        <p:txBody>
          <a:bodyPr/>
          <a:lstStyle/>
          <a:p>
            <a:pPr marL="0" indent="0">
              <a:buNone/>
            </a:pPr>
            <a:r>
              <a:rPr lang="en-US" dirty="0"/>
              <a:t>7) Limit the long-term interference of spacecraft and launch vehicle orbital stages with the geosynchronous Earth orbit region after the end of their mission.</a:t>
            </a:r>
          </a:p>
          <a:p>
            <a:pPr marL="0" indent="0">
              <a:buNone/>
            </a:pPr>
            <a:r>
              <a:rPr lang="en-US" dirty="0"/>
              <a:t>“Spacecraft and launch vehicle orbital stages that have terminated their operational phases in orbits that pass through the GEO region should be left in orbits that avoid their long-term interference with the GEO region.</a:t>
            </a:r>
          </a:p>
        </p:txBody>
      </p:sp>
      <p:sp>
        <p:nvSpPr>
          <p:cNvPr id="4" name="Slide Number Placeholder 3">
            <a:extLst>
              <a:ext uri="{FF2B5EF4-FFF2-40B4-BE49-F238E27FC236}">
                <a16:creationId xmlns:a16="http://schemas.microsoft.com/office/drawing/2014/main" id="{781EB464-E74D-F59A-3612-889FB7F2B261}"/>
              </a:ext>
            </a:extLst>
          </p:cNvPr>
          <p:cNvSpPr>
            <a:spLocks noGrp="1"/>
          </p:cNvSpPr>
          <p:nvPr>
            <p:ph type="sldNum" sz="quarter" idx="12"/>
          </p:nvPr>
        </p:nvSpPr>
        <p:spPr/>
        <p:txBody>
          <a:bodyPr/>
          <a:lstStyle/>
          <a:p>
            <a:fld id="{54701E7F-7746-4C27-B2FB-416942EB66E3}" type="slidenum">
              <a:rPr lang="en-US" smtClean="0"/>
              <a:t>18</a:t>
            </a:fld>
            <a:endParaRPr lang="en-US"/>
          </a:p>
        </p:txBody>
      </p:sp>
    </p:spTree>
    <p:extLst>
      <p:ext uri="{BB962C8B-B14F-4D97-AF65-F5344CB8AC3E}">
        <p14:creationId xmlns:p14="http://schemas.microsoft.com/office/powerpoint/2010/main" val="1297727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07082FE-68B8-3D0A-A603-725977BC8C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60" b="13909"/>
          <a:stretch/>
        </p:blipFill>
        <p:spPr bwMode="auto">
          <a:xfrm>
            <a:off x="20" y="2030"/>
            <a:ext cx="12191980" cy="6855970"/>
          </a:xfrm>
          <a:prstGeom prst="rect">
            <a:avLst/>
          </a:prstGeom>
          <a:noFill/>
          <a:extLst>
            <a:ext uri="{909E8E84-426E-40DD-AFC4-6F175D3DCCD1}">
              <a14:hiddenFill xmlns:a14="http://schemas.microsoft.com/office/drawing/2010/main">
                <a:solidFill>
                  <a:srgbClr val="FFFFFF"/>
                </a:solidFill>
              </a14:hiddenFill>
            </a:ext>
          </a:extLst>
        </p:spPr>
      </p:pic>
      <p:sp>
        <p:nvSpPr>
          <p:cNvPr id="1035" name="Rectangle 1030">
            <a:extLst>
              <a:ext uri="{FF2B5EF4-FFF2-40B4-BE49-F238E27FC236}">
                <a16:creationId xmlns:a16="http://schemas.microsoft.com/office/drawing/2014/main" id="{BD1CAB03-F6A4-4736-85F6-261056424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3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36" name="Rectangle 1032">
            <a:extLst>
              <a:ext uri="{FF2B5EF4-FFF2-40B4-BE49-F238E27FC236}">
                <a16:creationId xmlns:a16="http://schemas.microsoft.com/office/drawing/2014/main" id="{3E2321B3-5D47-422E-8DD6-192DA485FF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30000"/>
              <a:duotone>
                <a:prstClr val="black"/>
                <a:schemeClr val="accent3">
                  <a:tint val="45000"/>
                  <a:satMod val="400000"/>
                </a:schemeClr>
              </a:duotone>
              <a:extLst>
                <a:ext uri="{BEBA8EAE-BF5A-486C-A8C5-ECC9F3942E4B}">
                  <a14:imgProps xmlns:a14="http://schemas.microsoft.com/office/drawing/2010/main">
                    <a14:imgLayer>
                      <a14:imgEffect>
                        <a14:sharpenSoften amount="35000"/>
                      </a14:imgEffect>
                    </a14:imgLayer>
                  </a14:imgProps>
                </a:ext>
              </a:extLst>
            </a:blip>
            <a:srcRect/>
            <a:tile tx="0" ty="0" sx="100000" sy="100000" flip="none" algn="ctr"/>
          </a:blip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601AE5-D40F-4912-80B2-5F39918BB308}"/>
              </a:ext>
            </a:extLst>
          </p:cNvPr>
          <p:cNvSpPr>
            <a:spLocks noGrp="1"/>
          </p:cNvSpPr>
          <p:nvPr>
            <p:ph type="title"/>
          </p:nvPr>
        </p:nvSpPr>
        <p:spPr>
          <a:xfrm>
            <a:off x="1595269" y="1122363"/>
            <a:ext cx="9001462" cy="2387600"/>
          </a:xfrm>
        </p:spPr>
        <p:txBody>
          <a:bodyPr vert="horz" lIns="91440" tIns="45720" rIns="91440" bIns="45720" rtlCol="0" anchor="b">
            <a:normAutofit/>
          </a:bodyPr>
          <a:lstStyle/>
          <a:p>
            <a:r>
              <a:rPr lang="en-US" sz="4800"/>
              <a:t>Next</a:t>
            </a:r>
          </a:p>
        </p:txBody>
      </p:sp>
      <p:sp>
        <p:nvSpPr>
          <p:cNvPr id="3" name="Content Placeholder 2">
            <a:extLst>
              <a:ext uri="{FF2B5EF4-FFF2-40B4-BE49-F238E27FC236}">
                <a16:creationId xmlns:a16="http://schemas.microsoft.com/office/drawing/2014/main" id="{660CE1E4-8FC7-4F32-AAD1-860996C202ED}"/>
              </a:ext>
            </a:extLst>
          </p:cNvPr>
          <p:cNvSpPr>
            <a:spLocks noGrp="1"/>
          </p:cNvSpPr>
          <p:nvPr>
            <p:ph idx="1"/>
          </p:nvPr>
        </p:nvSpPr>
        <p:spPr>
          <a:xfrm>
            <a:off x="1595269" y="3602038"/>
            <a:ext cx="9001462" cy="1655762"/>
          </a:xfrm>
        </p:spPr>
        <p:txBody>
          <a:bodyPr vert="horz" lIns="91440" tIns="45720" rIns="91440" bIns="45720" rtlCol="0">
            <a:normAutofit/>
          </a:bodyPr>
          <a:lstStyle/>
          <a:p>
            <a:pPr marL="0" indent="0" algn="ctr">
              <a:buNone/>
            </a:pPr>
            <a:r>
              <a:rPr lang="en-US" sz="2400" dirty="0"/>
              <a:t>The </a:t>
            </a:r>
            <a:r>
              <a:rPr lang="en-US" sz="2400"/>
              <a:t>Vacuum Environment</a:t>
            </a:r>
            <a:endParaRPr lang="en-US" sz="2400" dirty="0"/>
          </a:p>
        </p:txBody>
      </p:sp>
      <p:sp>
        <p:nvSpPr>
          <p:cNvPr id="4" name="Slide Number Placeholder 3">
            <a:extLst>
              <a:ext uri="{FF2B5EF4-FFF2-40B4-BE49-F238E27FC236}">
                <a16:creationId xmlns:a16="http://schemas.microsoft.com/office/drawing/2014/main" id="{C62F48A6-4F93-32F4-8442-96C80C628F00}"/>
              </a:ext>
            </a:extLst>
          </p:cNvPr>
          <p:cNvSpPr>
            <a:spLocks noGrp="1"/>
          </p:cNvSpPr>
          <p:nvPr>
            <p:ph type="sldNum" sz="quarter" idx="12"/>
          </p:nvPr>
        </p:nvSpPr>
        <p:spPr>
          <a:xfrm>
            <a:off x="10514011" y="5883275"/>
            <a:ext cx="753545" cy="365125"/>
          </a:xfrm>
        </p:spPr>
        <p:txBody>
          <a:bodyPr vert="horz" lIns="91440" tIns="45720" rIns="91440" bIns="45720" rtlCol="0" anchor="ctr">
            <a:normAutofit/>
          </a:bodyPr>
          <a:lstStyle/>
          <a:p>
            <a:pPr defTabSz="914400">
              <a:spcAft>
                <a:spcPts val="600"/>
              </a:spcAft>
            </a:pPr>
            <a:fld id="{54701E7F-7746-4C27-B2FB-416942EB66E3}" type="slidenum">
              <a:rPr lang="en-US" smtClean="0"/>
              <a:pPr defTabSz="914400">
                <a:spcAft>
                  <a:spcPts val="600"/>
                </a:spcAft>
              </a:pPr>
              <a:t>19</a:t>
            </a:fld>
            <a:endParaRPr lang="en-US"/>
          </a:p>
        </p:txBody>
      </p:sp>
    </p:spTree>
    <p:extLst>
      <p:ext uri="{BB962C8B-B14F-4D97-AF65-F5344CB8AC3E}">
        <p14:creationId xmlns:p14="http://schemas.microsoft.com/office/powerpoint/2010/main" val="162228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772</TotalTime>
  <Words>726</Words>
  <Application>Microsoft Office PowerPoint</Application>
  <PresentationFormat>Widescreen</PresentationFormat>
  <Paragraphs>71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Bookman Old Style</vt:lpstr>
      <vt:lpstr>Calibri</vt:lpstr>
      <vt:lpstr>Rockwell</vt:lpstr>
      <vt:lpstr>Damask</vt:lpstr>
      <vt:lpstr>SPACE DEBRIS</vt:lpstr>
      <vt:lpstr>THERMAL BLANKETS</vt:lpstr>
      <vt:lpstr>Other solutions - operational</vt:lpstr>
      <vt:lpstr>Other solutions - preventative</vt:lpstr>
      <vt:lpstr>PowerPoint Presentation</vt:lpstr>
      <vt:lpstr>WHIPPLE SHIELDS</vt:lpstr>
      <vt:lpstr>WHIPPLE DESIGN – BUMPER THICKNESS</vt:lpstr>
      <vt:lpstr>WHIPPLE DESIGN – WALL THICKNESS</vt:lpstr>
      <vt:lpstr>Space Debris Mitigation Guidelines of the UN Committee on the Peaceful Uses of Outer Space</vt:lpstr>
      <vt:lpstr>PowerPoint Presentation</vt:lpstr>
      <vt:lpstr>Explain the guideline how might it be implemented? has it been violated?</vt:lpstr>
      <vt:lpstr>DEBRIS MITIGATION – UN GUIDELINES</vt:lpstr>
      <vt:lpstr>DEBRIS MITIGATION – UN GUIDELINES</vt:lpstr>
      <vt:lpstr>DEBRIS MITIGATION – UN GUIDELINES</vt:lpstr>
      <vt:lpstr>DEBRIS MITIGATION – UN GUIDELINES</vt:lpstr>
      <vt:lpstr>DEBRIS MITIGATION – UN GUIDELINES</vt:lpstr>
      <vt:lpstr>DEBRIS MITIGATION – UN GUIDELINES</vt:lpstr>
      <vt:lpstr>DEBRIS MITIGATION – UN GUIDELINES</vt:lpstr>
      <vt:lpstr>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Lynnane George</dc:creator>
  <cp:lastModifiedBy>Lynnane George</cp:lastModifiedBy>
  <cp:revision>33</cp:revision>
  <dcterms:created xsi:type="dcterms:W3CDTF">2021-05-20T00:27:44Z</dcterms:created>
  <dcterms:modified xsi:type="dcterms:W3CDTF">2026-07-14T23:13:10Z</dcterms:modified>
</cp:coreProperties>
</file>