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483" r:id="rId3"/>
    <p:sldId id="484" r:id="rId4"/>
    <p:sldId id="485" r:id="rId5"/>
    <p:sldId id="486" r:id="rId6"/>
    <p:sldId id="487" r:id="rId7"/>
    <p:sldId id="488" r:id="rId8"/>
    <p:sldId id="489" r:id="rId9"/>
    <p:sldId id="503" r:id="rId10"/>
    <p:sldId id="506" r:id="rId11"/>
    <p:sldId id="497" r:id="rId12"/>
    <p:sldId id="505" r:id="rId13"/>
    <p:sldId id="498" r:id="rId14"/>
    <p:sldId id="1223" r:id="rId15"/>
    <p:sldId id="122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7E107-362E-46D9-B653-510C962D50BF}" v="1" dt="2026-07-14T23:08:00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85013" autoAdjust="0"/>
  </p:normalViewPr>
  <p:slideViewPr>
    <p:cSldViewPr snapToGrid="0">
      <p:cViewPr varScale="1">
        <p:scale>
          <a:sx n="93" d="100"/>
          <a:sy n="93" d="100"/>
        </p:scale>
        <p:origin x="1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ane George" userId="065056628ae16e64" providerId="LiveId" clId="{1E9AE552-6B83-46CE-A2DC-1FB506DB1638}"/>
    <pc:docChg chg="custSel addSld delSld modSld">
      <pc:chgData name="Lynnane George" userId="065056628ae16e64" providerId="LiveId" clId="{1E9AE552-6B83-46CE-A2DC-1FB506DB1638}" dt="2026-07-14T23:08:36.824" v="193" actId="20577"/>
      <pc:docMkLst>
        <pc:docMk/>
      </pc:docMkLst>
      <pc:sldChg chg="modSp mod">
        <pc:chgData name="Lynnane George" userId="065056628ae16e64" providerId="LiveId" clId="{1E9AE552-6B83-46CE-A2DC-1FB506DB1638}" dt="2026-07-14T23:05:16.338" v="168" actId="20577"/>
        <pc:sldMkLst>
          <pc:docMk/>
          <pc:sldMk cId="731467338" sldId="256"/>
        </pc:sldMkLst>
        <pc:spChg chg="mod">
          <ac:chgData name="Lynnane George" userId="065056628ae16e64" providerId="LiveId" clId="{1E9AE552-6B83-46CE-A2DC-1FB506DB1638}" dt="2026-07-14T23:05:16.338" v="168" actId="20577"/>
          <ac:spMkLst>
            <pc:docMk/>
            <pc:sldMk cId="731467338" sldId="256"/>
            <ac:spMk id="2" creationId="{3861162C-B206-4FCC-BE4C-C29852AECCEA}"/>
          </ac:spMkLst>
        </pc:spChg>
      </pc:sldChg>
      <pc:sldChg chg="addSp delSp modSp mod">
        <pc:chgData name="Lynnane George" userId="065056628ae16e64" providerId="LiveId" clId="{1E9AE552-6B83-46CE-A2DC-1FB506DB1638}" dt="2026-07-14T23:08:24.061" v="191" actId="1076"/>
        <pc:sldMkLst>
          <pc:docMk/>
          <pc:sldMk cId="3364340639" sldId="503"/>
        </pc:sldMkLst>
        <pc:spChg chg="del mod">
          <ac:chgData name="Lynnane George" userId="065056628ae16e64" providerId="LiveId" clId="{1E9AE552-6B83-46CE-A2DC-1FB506DB1638}" dt="2026-07-14T23:07:24.985" v="174"/>
          <ac:spMkLst>
            <pc:docMk/>
            <pc:sldMk cId="3364340639" sldId="503"/>
            <ac:spMk id="4" creationId="{A02D863D-A188-6BFC-6949-6107D6F1FC5A}"/>
          </ac:spMkLst>
        </pc:spChg>
        <pc:spChg chg="add mod">
          <ac:chgData name="Lynnane George" userId="065056628ae16e64" providerId="LiveId" clId="{1E9AE552-6B83-46CE-A2DC-1FB506DB1638}" dt="2026-07-14T23:08:20.900" v="190" actId="1076"/>
          <ac:spMkLst>
            <pc:docMk/>
            <pc:sldMk cId="3364340639" sldId="503"/>
            <ac:spMk id="8" creationId="{43DB2F2B-D75D-40F7-DAB4-4C8C98A02E7E}"/>
          </ac:spMkLst>
        </pc:spChg>
        <pc:picChg chg="del">
          <ac:chgData name="Lynnane George" userId="065056628ae16e64" providerId="LiveId" clId="{1E9AE552-6B83-46CE-A2DC-1FB506DB1638}" dt="2026-07-14T23:07:40.107" v="175" actId="478"/>
          <ac:picMkLst>
            <pc:docMk/>
            <pc:sldMk cId="3364340639" sldId="503"/>
            <ac:picMk id="5" creationId="{034D8F77-3347-42B2-21B8-4F6699FDF64F}"/>
          </ac:picMkLst>
        </pc:picChg>
        <pc:picChg chg="add mod">
          <ac:chgData name="Lynnane George" userId="065056628ae16e64" providerId="LiveId" clId="{1E9AE552-6B83-46CE-A2DC-1FB506DB1638}" dt="2026-07-14T23:08:24.061" v="191" actId="1076"/>
          <ac:picMkLst>
            <pc:docMk/>
            <pc:sldMk cId="3364340639" sldId="503"/>
            <ac:picMk id="7" creationId="{A09A276E-1F68-3053-AA75-C7CA5C10E0D7}"/>
          </ac:picMkLst>
        </pc:picChg>
        <pc:inkChg chg="del">
          <ac:chgData name="Lynnane George" userId="065056628ae16e64" providerId="LiveId" clId="{1E9AE552-6B83-46CE-A2DC-1FB506DB1638}" dt="2026-07-14T23:07:43.323" v="176" actId="478"/>
          <ac:inkMkLst>
            <pc:docMk/>
            <pc:sldMk cId="3364340639" sldId="503"/>
            <ac:inkMk id="3" creationId="{CC92CDA7-7A4C-4FDB-91F3-CBD9FEEC9BBD}"/>
          </ac:inkMkLst>
        </pc:inkChg>
      </pc:sldChg>
      <pc:sldChg chg="modSp mod">
        <pc:chgData name="Lynnane George" userId="065056628ae16e64" providerId="LiveId" clId="{1E9AE552-6B83-46CE-A2DC-1FB506DB1638}" dt="2026-07-14T23:08:36.824" v="193" actId="20577"/>
        <pc:sldMkLst>
          <pc:docMk/>
          <pc:sldMk cId="2299393424" sldId="506"/>
        </pc:sldMkLst>
        <pc:spChg chg="mod">
          <ac:chgData name="Lynnane George" userId="065056628ae16e64" providerId="LiveId" clId="{1E9AE552-6B83-46CE-A2DC-1FB506DB1638}" dt="2026-07-13T21:14:59.798" v="93" actId="20577"/>
          <ac:spMkLst>
            <pc:docMk/>
            <pc:sldMk cId="2299393424" sldId="506"/>
            <ac:spMk id="2" creationId="{4CA30B6D-F3F6-41D5-4903-1C7CF786C872}"/>
          </ac:spMkLst>
        </pc:spChg>
        <pc:spChg chg="mod">
          <ac:chgData name="Lynnane George" userId="065056628ae16e64" providerId="LiveId" clId="{1E9AE552-6B83-46CE-A2DC-1FB506DB1638}" dt="2026-07-14T23:08:36.824" v="193" actId="20577"/>
          <ac:spMkLst>
            <pc:docMk/>
            <pc:sldMk cId="2299393424" sldId="506"/>
            <ac:spMk id="3" creationId="{C367117B-332C-5D5F-0E93-F113585EFD2C}"/>
          </ac:spMkLst>
        </pc:spChg>
      </pc:sldChg>
      <pc:sldChg chg="modSp del mod">
        <pc:chgData name="Lynnane George" userId="065056628ae16e64" providerId="LiveId" clId="{1E9AE552-6B83-46CE-A2DC-1FB506DB1638}" dt="2026-07-14T23:06:10.113" v="170" actId="2696"/>
        <pc:sldMkLst>
          <pc:docMk/>
          <pc:sldMk cId="1100958776" sldId="521"/>
        </pc:sldMkLst>
        <pc:spChg chg="mod">
          <ac:chgData name="Lynnane George" userId="065056628ae16e64" providerId="LiveId" clId="{1E9AE552-6B83-46CE-A2DC-1FB506DB1638}" dt="2026-07-13T20:20:57.990" v="74" actId="20577"/>
          <ac:spMkLst>
            <pc:docMk/>
            <pc:sldMk cId="1100958776" sldId="521"/>
            <ac:spMk id="3" creationId="{17CF2315-A915-D96D-0C73-96CD89C4B8C7}"/>
          </ac:spMkLst>
        </pc:spChg>
        <pc:spChg chg="mod">
          <ac:chgData name="Lynnane George" userId="065056628ae16e64" providerId="LiveId" clId="{1E9AE552-6B83-46CE-A2DC-1FB506DB1638}" dt="2026-07-13T20:21:04.008" v="75" actId="1076"/>
          <ac:spMkLst>
            <pc:docMk/>
            <pc:sldMk cId="1100958776" sldId="521"/>
            <ac:spMk id="4" creationId="{85705547-0D64-4E8B-ABC3-B75751765CF3}"/>
          </ac:spMkLst>
        </pc:spChg>
      </pc:sldChg>
      <pc:sldChg chg="modSp del mod">
        <pc:chgData name="Lynnane George" userId="065056628ae16e64" providerId="LiveId" clId="{1E9AE552-6B83-46CE-A2DC-1FB506DB1638}" dt="2026-07-14T23:06:13.818" v="171" actId="2696"/>
        <pc:sldMkLst>
          <pc:docMk/>
          <pc:sldMk cId="3838422642" sldId="522"/>
        </pc:sldMkLst>
        <pc:spChg chg="mod">
          <ac:chgData name="Lynnane George" userId="065056628ae16e64" providerId="LiveId" clId="{1E9AE552-6B83-46CE-A2DC-1FB506DB1638}" dt="2026-07-13T20:21:16.529" v="86" actId="20577"/>
          <ac:spMkLst>
            <pc:docMk/>
            <pc:sldMk cId="3838422642" sldId="522"/>
            <ac:spMk id="3" creationId="{17CF2315-A915-D96D-0C73-96CD89C4B8C7}"/>
          </ac:spMkLst>
        </pc:spChg>
      </pc:sldChg>
      <pc:sldChg chg="del">
        <pc:chgData name="Lynnane George" userId="065056628ae16e64" providerId="LiveId" clId="{1E9AE552-6B83-46CE-A2DC-1FB506DB1638}" dt="2026-07-13T20:07:43.563" v="36" actId="2696"/>
        <pc:sldMkLst>
          <pc:docMk/>
          <pc:sldMk cId="3801560389" sldId="625"/>
        </pc:sldMkLst>
      </pc:sldChg>
      <pc:sldChg chg="del">
        <pc:chgData name="Lynnane George" userId="065056628ae16e64" providerId="LiveId" clId="{1E9AE552-6B83-46CE-A2DC-1FB506DB1638}" dt="2026-07-13T20:07:47.728" v="37" actId="2696"/>
        <pc:sldMkLst>
          <pc:docMk/>
          <pc:sldMk cId="2927100951" sldId="631"/>
        </pc:sldMkLst>
      </pc:sldChg>
      <pc:sldChg chg="del">
        <pc:chgData name="Lynnane George" userId="065056628ae16e64" providerId="LiveId" clId="{1E9AE552-6B83-46CE-A2DC-1FB506DB1638}" dt="2026-07-13T20:07:54.717" v="39" actId="2696"/>
        <pc:sldMkLst>
          <pc:docMk/>
          <pc:sldMk cId="3033608453" sldId="632"/>
        </pc:sldMkLst>
      </pc:sldChg>
      <pc:sldChg chg="del">
        <pc:chgData name="Lynnane George" userId="065056628ae16e64" providerId="LiveId" clId="{1E9AE552-6B83-46CE-A2DC-1FB506DB1638}" dt="2026-07-13T20:16:35.385" v="43" actId="2696"/>
        <pc:sldMkLst>
          <pc:docMk/>
          <pc:sldMk cId="861694084" sldId="634"/>
        </pc:sldMkLst>
      </pc:sldChg>
      <pc:sldChg chg="del">
        <pc:chgData name="Lynnane George" userId="065056628ae16e64" providerId="LiveId" clId="{1E9AE552-6B83-46CE-A2DC-1FB506DB1638}" dt="2026-07-13T20:16:46.380" v="46" actId="2696"/>
        <pc:sldMkLst>
          <pc:docMk/>
          <pc:sldMk cId="1557798432" sldId="635"/>
        </pc:sldMkLst>
      </pc:sldChg>
      <pc:sldChg chg="del">
        <pc:chgData name="Lynnane George" userId="065056628ae16e64" providerId="LiveId" clId="{1E9AE552-6B83-46CE-A2DC-1FB506DB1638}" dt="2026-07-13T20:16:49.397" v="47" actId="2696"/>
        <pc:sldMkLst>
          <pc:docMk/>
          <pc:sldMk cId="4131486192" sldId="636"/>
        </pc:sldMkLst>
      </pc:sldChg>
      <pc:sldChg chg="del">
        <pc:chgData name="Lynnane George" userId="065056628ae16e64" providerId="LiveId" clId="{1E9AE552-6B83-46CE-A2DC-1FB506DB1638}" dt="2026-07-13T20:16:59.211" v="50" actId="2696"/>
        <pc:sldMkLst>
          <pc:docMk/>
          <pc:sldMk cId="3768371783" sldId="637"/>
        </pc:sldMkLst>
      </pc:sldChg>
      <pc:sldChg chg="del">
        <pc:chgData name="Lynnane George" userId="065056628ae16e64" providerId="LiveId" clId="{1E9AE552-6B83-46CE-A2DC-1FB506DB1638}" dt="2026-07-13T20:16:55.950" v="49" actId="2696"/>
        <pc:sldMkLst>
          <pc:docMk/>
          <pc:sldMk cId="3684207261" sldId="638"/>
        </pc:sldMkLst>
      </pc:sldChg>
      <pc:sldChg chg="del">
        <pc:chgData name="Lynnane George" userId="065056628ae16e64" providerId="LiveId" clId="{1E9AE552-6B83-46CE-A2DC-1FB506DB1638}" dt="2026-07-13T20:17:03.523" v="51" actId="2696"/>
        <pc:sldMkLst>
          <pc:docMk/>
          <pc:sldMk cId="1697535721" sldId="1220"/>
        </pc:sldMkLst>
      </pc:sldChg>
      <pc:sldChg chg="del">
        <pc:chgData name="Lynnane George" userId="065056628ae16e64" providerId="LiveId" clId="{1E9AE552-6B83-46CE-A2DC-1FB506DB1638}" dt="2026-07-13T20:07:39.244" v="35" actId="2696"/>
        <pc:sldMkLst>
          <pc:docMk/>
          <pc:sldMk cId="288398658" sldId="1221"/>
        </pc:sldMkLst>
      </pc:sldChg>
      <pc:sldChg chg="addSp delSp modSp del mod">
        <pc:chgData name="Lynnane George" userId="065056628ae16e64" providerId="LiveId" clId="{1E9AE552-6B83-46CE-A2DC-1FB506DB1638}" dt="2026-07-14T23:06:06.997" v="169" actId="2696"/>
        <pc:sldMkLst>
          <pc:docMk/>
          <pc:sldMk cId="868435437" sldId="1222"/>
        </pc:sldMkLst>
        <pc:picChg chg="add mod">
          <ac:chgData name="Lynnane George" userId="065056628ae16e64" providerId="LiveId" clId="{1E9AE552-6B83-46CE-A2DC-1FB506DB1638}" dt="2026-07-13T20:16:28.059" v="42"/>
          <ac:picMkLst>
            <pc:docMk/>
            <pc:sldMk cId="868435437" sldId="1222"/>
            <ac:picMk id="3" creationId="{9D7E90AE-2094-147E-8A0B-D2647C8E8094}"/>
          </ac:picMkLst>
        </pc:picChg>
        <pc:picChg chg="del">
          <ac:chgData name="Lynnane George" userId="065056628ae16e64" providerId="LiveId" clId="{1E9AE552-6B83-46CE-A2DC-1FB506DB1638}" dt="2026-07-13T20:08:23.256" v="40" actId="478"/>
          <ac:picMkLst>
            <pc:docMk/>
            <pc:sldMk cId="868435437" sldId="1222"/>
            <ac:picMk id="5" creationId="{ABF91116-E919-7937-8827-29807B26CE58}"/>
          </ac:picMkLst>
        </pc:picChg>
      </pc:sldChg>
      <pc:sldChg chg="del">
        <pc:chgData name="Lynnane George" userId="065056628ae16e64" providerId="LiveId" clId="{1E9AE552-6B83-46CE-A2DC-1FB506DB1638}" dt="2026-07-13T20:07:35.930" v="34" actId="2696"/>
        <pc:sldMkLst>
          <pc:docMk/>
          <pc:sldMk cId="1599823102" sldId="1223"/>
        </pc:sldMkLst>
      </pc:sldChg>
      <pc:sldChg chg="delSp modSp new mod">
        <pc:chgData name="Lynnane George" userId="065056628ae16e64" providerId="LiveId" clId="{1E9AE552-6B83-46CE-A2DC-1FB506DB1638}" dt="2026-07-13T21:47:11.080" v="133" actId="1076"/>
        <pc:sldMkLst>
          <pc:docMk/>
          <pc:sldMk cId="2417969179" sldId="1223"/>
        </pc:sldMkLst>
        <pc:spChg chg="mod">
          <ac:chgData name="Lynnane George" userId="065056628ae16e64" providerId="LiveId" clId="{1E9AE552-6B83-46CE-A2DC-1FB506DB1638}" dt="2026-07-13T21:47:11.080" v="133" actId="1076"/>
          <ac:spMkLst>
            <pc:docMk/>
            <pc:sldMk cId="2417969179" sldId="1223"/>
            <ac:spMk id="2" creationId="{1F5EE4B1-4B19-7A1D-85F2-003FAA2C6B45}"/>
          </ac:spMkLst>
        </pc:spChg>
        <pc:spChg chg="del">
          <ac:chgData name="Lynnane George" userId="065056628ae16e64" providerId="LiveId" clId="{1E9AE552-6B83-46CE-A2DC-1FB506DB1638}" dt="2026-07-13T21:47:05.968" v="132" actId="478"/>
          <ac:spMkLst>
            <pc:docMk/>
            <pc:sldMk cId="2417969179" sldId="1223"/>
            <ac:spMk id="3" creationId="{A3CCD529-1135-9D50-BA45-731944262BB2}"/>
          </ac:spMkLst>
        </pc:spChg>
      </pc:sldChg>
      <pc:sldChg chg="add">
        <pc:chgData name="Lynnane George" userId="065056628ae16e64" providerId="LiveId" clId="{1E9AE552-6B83-46CE-A2DC-1FB506DB1638}" dt="2026-07-13T21:47:14.452" v="134" actId="2890"/>
        <pc:sldMkLst>
          <pc:docMk/>
          <pc:sldMk cId="1481662339" sldId="1224"/>
        </pc:sldMkLst>
      </pc:sldChg>
      <pc:sldChg chg="del">
        <pc:chgData name="Lynnane George" userId="065056628ae16e64" providerId="LiveId" clId="{1E9AE552-6B83-46CE-A2DC-1FB506DB1638}" dt="2026-07-13T20:16:41.435" v="45" actId="2696"/>
        <pc:sldMkLst>
          <pc:docMk/>
          <pc:sldMk cId="1521253895" sldId="1224"/>
        </pc:sldMkLst>
      </pc:sldChg>
      <pc:sldChg chg="del">
        <pc:chgData name="Lynnane George" userId="065056628ae16e64" providerId="LiveId" clId="{1E9AE552-6B83-46CE-A2DC-1FB506DB1638}" dt="2026-07-13T20:16:38.203" v="44" actId="2696"/>
        <pc:sldMkLst>
          <pc:docMk/>
          <pc:sldMk cId="1585478887" sldId="1225"/>
        </pc:sldMkLst>
      </pc:sldChg>
      <pc:sldChg chg="del">
        <pc:chgData name="Lynnane George" userId="065056628ae16e64" providerId="LiveId" clId="{1E9AE552-6B83-46CE-A2DC-1FB506DB1638}" dt="2026-07-13T20:16:51.969" v="48" actId="2696"/>
        <pc:sldMkLst>
          <pc:docMk/>
          <pc:sldMk cId="1598088366" sldId="1226"/>
        </pc:sldMkLst>
      </pc:sldChg>
      <pc:sldChg chg="del">
        <pc:chgData name="Lynnane George" userId="065056628ae16e64" providerId="LiveId" clId="{1E9AE552-6B83-46CE-A2DC-1FB506DB1638}" dt="2026-07-13T20:17:09.616" v="52" actId="2696"/>
        <pc:sldMkLst>
          <pc:docMk/>
          <pc:sldMk cId="1536303734" sldId="1227"/>
        </pc:sldMkLst>
      </pc:sldChg>
      <pc:sldChg chg="del">
        <pc:chgData name="Lynnane George" userId="065056628ae16e64" providerId="LiveId" clId="{1E9AE552-6B83-46CE-A2DC-1FB506DB1638}" dt="2026-07-13T20:07:51.456" v="38" actId="2696"/>
        <pc:sldMkLst>
          <pc:docMk/>
          <pc:sldMk cId="2424908480" sldId="1228"/>
        </pc:sldMkLst>
      </pc:sldChg>
      <pc:sldChg chg="del">
        <pc:chgData name="Lynnane George" userId="065056628ae16e64" providerId="LiveId" clId="{1E9AE552-6B83-46CE-A2DC-1FB506DB1638}" dt="2026-07-13T20:21:21.846" v="87" actId="2696"/>
        <pc:sldMkLst>
          <pc:docMk/>
          <pc:sldMk cId="4046727974" sldId="12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B42C7-AE87-4A32-8D39-87C34AA6834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94444-D30F-4ED2-9B96-1402B186A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47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94444-D30F-4ED2-9B96-1402B186A2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5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8424-D614-40FD-8328-D0751A368018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71A9-7D2B-4868-87A1-65280F25A4EE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6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A6A-2E3E-44A6-9ED4-240380521554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7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69BC-788C-43BD-BB39-E469A3AFCCCF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5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49D5-FF97-4D9C-BAC9-DBCA3015D7EC}" type="datetime1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5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0796-BF60-4421-9EC3-357506B584A8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9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679BB-5C51-48CA-AB2B-73099CDA127C}" type="datetime1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A011-5ED8-481E-BA00-F4C9334700C8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8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6D12B-E138-4DC9-BE6C-1F506BB5483F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0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29E06-7471-43E2-91D7-41EB1DA43608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3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234A-6EA2-402E-B764-17E0D1F17F6C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52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BB2E-3277-4BA3-ACAF-D3A25421733E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1232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6547-B419-42F7-BC16-2E9150539E76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96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0BE1C-458C-486B-B943-89FF49C6C991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21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F28C7-19EA-44C4-A9FD-5CA2BD8C7E49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3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36BC4-DE2F-40BC-91CF-926AE316E5E3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7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5317-E089-493A-A660-ABABF12E65D2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4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DC0C5-D232-443B-A056-3A995A868E3D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01E7F-7746-4C27-B2FB-416942EB6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12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03C8E17-A139-4EFD-A536-48D5DBB9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1162C-B206-4FCC-BE4C-C29852AEC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641" y="1677035"/>
            <a:ext cx="4754022" cy="42062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/>
              <a:t>SPCE 5065</a:t>
            </a:r>
            <a:br>
              <a:rPr lang="en-US" sz="3400" dirty="0"/>
            </a:br>
            <a:r>
              <a:rPr lang="en-US" sz="3400" dirty="0"/>
              <a:t>MICRO-METEROIDS</a:t>
            </a:r>
            <a:br>
              <a:rPr lang="en-US" sz="3400" dirty="0"/>
            </a:br>
            <a:r>
              <a:rPr lang="en-US" sz="3400" dirty="0"/>
              <a:t>design solutions</a:t>
            </a:r>
            <a:br>
              <a:rPr lang="en-US" sz="3400" dirty="0"/>
            </a:br>
            <a:br>
              <a:rPr lang="en-US" sz="3400" dirty="0"/>
            </a:br>
            <a:r>
              <a:rPr lang="en-US" sz="3400" dirty="0"/>
              <a:t>Week 5 – </a:t>
            </a:r>
            <a:r>
              <a:rPr lang="en-US" sz="3400" dirty="0" err="1"/>
              <a:t>mmod</a:t>
            </a:r>
            <a:r>
              <a:rPr lang="en-US" sz="3400" dirty="0"/>
              <a:t> part 2</a:t>
            </a:r>
            <a:br>
              <a:rPr lang="en-US" sz="3400" dirty="0"/>
            </a:br>
            <a:br>
              <a:rPr lang="en-US" sz="3400" dirty="0"/>
            </a:br>
            <a:endParaRPr lang="en-US" sz="3400" dirty="0"/>
          </a:p>
        </p:txBody>
      </p:sp>
      <p:pic>
        <p:nvPicPr>
          <p:cNvPr id="1026" name="Picture 2" descr="image510">
            <a:extLst>
              <a:ext uri="{FF2B5EF4-FFF2-40B4-BE49-F238E27FC236}">
                <a16:creationId xmlns:a16="http://schemas.microsoft.com/office/drawing/2014/main" id="{43E6A95D-B592-4E12-8E46-F702C0C28E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36" b="-1"/>
          <a:stretch/>
        </p:blipFill>
        <p:spPr bwMode="auto">
          <a:xfrm>
            <a:off x="6096000" y="2651760"/>
            <a:ext cx="6096000" cy="420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511">
            <a:extLst>
              <a:ext uri="{FF2B5EF4-FFF2-40B4-BE49-F238E27FC236}">
                <a16:creationId xmlns:a16="http://schemas.microsoft.com/office/drawing/2014/main" id="{C0391AB0-8782-4DD5-A62F-42E7E56A0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7" r="2" b="10420"/>
          <a:stretch/>
        </p:blipFill>
        <p:spPr bwMode="auto">
          <a:xfrm>
            <a:off x="6181725" y="10"/>
            <a:ext cx="6010275" cy="2660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75D48A8-2626-43C2-A49F-191CD45CA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6560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61B3-7916-E6A4-0F23-9C7DC13D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6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E8C3-6F8C-4689-BBC0-E92DF6EC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10" y="365125"/>
            <a:ext cx="11458738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558D2-0D69-4F82-95E1-541A4335F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417" y="2368195"/>
            <a:ext cx="5593583" cy="2121609"/>
          </a:xfrm>
        </p:spPr>
        <p:txBody>
          <a:bodyPr>
            <a:normAutofit fontScale="55000" lnSpcReduction="20000"/>
          </a:bodyPr>
          <a:lstStyle/>
          <a:p>
            <a:r>
              <a:rPr lang="en-US" sz="4800" dirty="0" err="1"/>
              <a:t>Meteroids</a:t>
            </a:r>
            <a:endParaRPr lang="en-US" sz="4800" dirty="0"/>
          </a:p>
          <a:p>
            <a:r>
              <a:rPr lang="en-US" sz="4800" dirty="0"/>
              <a:t>Meteors</a:t>
            </a:r>
          </a:p>
          <a:p>
            <a:r>
              <a:rPr lang="en-US" sz="4800" dirty="0"/>
              <a:t>Meteorites</a:t>
            </a:r>
          </a:p>
          <a:p>
            <a:r>
              <a:rPr lang="en-US" sz="4800" dirty="0" err="1"/>
              <a:t>Micrometeriods</a:t>
            </a:r>
            <a:r>
              <a:rPr lang="en-US" sz="4800" dirty="0"/>
              <a:t> (MM)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5394A9E-4F95-4FA6-9D5B-575817B7A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130" y="1494596"/>
            <a:ext cx="4743450" cy="47434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A9A26-8E2B-37E7-E797-C78E6052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5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erseid meteor shower 2019: How to see the best meteor shower of the year">
            <a:extLst>
              <a:ext uri="{FF2B5EF4-FFF2-40B4-BE49-F238E27FC236}">
                <a16:creationId xmlns:a16="http://schemas.microsoft.com/office/drawing/2014/main" id="{79FF3074-4A68-4B59-B42A-CF19B6605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9"/>
          <a:stretch/>
        </p:blipFill>
        <p:spPr bwMode="auto">
          <a:xfrm>
            <a:off x="20" y="2030"/>
            <a:ext cx="12191980" cy="685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BD1CAB03-F6A4-4736-85F6-2610564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3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E2321B3-5D47-422E-8DD6-192DA485F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30000"/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sharpenSoften amount="35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A1301-D38B-402D-8E9F-B7D88AC3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269" y="1122363"/>
            <a:ext cx="90014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METEOR SHOWERS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CEFA59-2B0B-ECC0-B0B7-A2309DD9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6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16C6-AF7A-421E-ABD5-A56DEEABC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Sporadic Meteoroid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28F90-6F76-4414-BE0F-53B9280CE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786575"/>
                <a:ext cx="10353762" cy="369513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= average cumulative flux in vicinity of earth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𝑝𝑎𝑟𝑡𝑖𝑐𝑙𝑒𝑠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𝑦𝑟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dirty="0"/>
                  <a:t> = shielding factor, dimensionless</a:t>
                </a:r>
              </a:p>
              <a:p>
                <a:pPr marL="0" indent="0">
                  <a:buNone/>
                </a:pPr>
                <a:r>
                  <a:rPr lang="en-US" dirty="0"/>
                  <a:t>G(r) = gravitational focusing factor, dimensionless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=3.15576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=(2.2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0.306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+15.0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−4.38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=1.3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−9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+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27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−0.36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=1.3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−0.85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28F90-6F76-4414-BE0F-53B9280CE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786575"/>
                <a:ext cx="10353762" cy="3695136"/>
              </a:xfrm>
              <a:blipFill>
                <a:blip r:embed="rId2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D0A02-0FB2-1B71-1FF1-7BB31E05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63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16C6-AF7A-421E-ABD5-A56DEEABC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Sporadic Meteoroid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28F90-6F76-4414-BE0F-53B9280CE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786575"/>
                <a:ext cx="10353762" cy="36951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dirty="0"/>
                  <a:t> = shielding factor, dimensionless</a:t>
                </a:r>
              </a:p>
              <a:p>
                <a:pPr marL="0" indent="0">
                  <a:buNone/>
                </a:pPr>
                <a:r>
                  <a:rPr lang="en-US" dirty="0"/>
                  <a:t>         = 1 if Earth not within field of view</a:t>
                </a:r>
              </a:p>
              <a:p>
                <a:pPr marL="0" indent="0">
                  <a:buNone/>
                </a:pPr>
                <a:r>
                  <a:rPr lang="en-US" dirty="0"/>
                  <a:t>         = ½(1+cos(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 if orientation of surface is random</a:t>
                </a:r>
              </a:p>
              <a:p>
                <a:pPr marL="0" indent="0">
                  <a:buNone/>
                </a:pPr>
                <a:r>
                  <a:rPr lang="en-US" dirty="0"/>
                  <a:t>         = cos(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if total Earth in field of view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28F90-6F76-4414-BE0F-53B9280CE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786575"/>
                <a:ext cx="10353762" cy="3695136"/>
              </a:xfrm>
              <a:blipFill>
                <a:blip r:embed="rId2"/>
                <a:stretch>
                  <a:fillRect l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A7E8DCB-5F3E-48E8-A838-E5818FA73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761116" y="4262072"/>
            <a:ext cx="8430883" cy="25959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0B5DB-D21E-35DA-F623-A2740D0B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7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16C6-AF7A-421E-ABD5-A56DEEABC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Sporadic Meteoroid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28F90-6F76-4414-BE0F-53B9280CE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786575"/>
                <a:ext cx="10353762" cy="36951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G(r) = gravitational focusing factor, dimensionless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28F90-6F76-4414-BE0F-53B9280CE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786575"/>
                <a:ext cx="10353762" cy="3695136"/>
              </a:xfrm>
              <a:blipFill>
                <a:blip r:embed="rId2"/>
                <a:stretch>
                  <a:fillRect l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FC018-C07B-8F70-F2C1-43E1D452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33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ACD3-257F-489E-AB90-8E8F42F3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380079-847B-4DAF-A6C8-7E7F496CA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5" y="2096064"/>
                <a:ext cx="4638254" cy="369513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ASSUMES: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Impact events are independent</a:t>
                </a:r>
              </a:p>
              <a:p>
                <a:pPr>
                  <a:buFontTx/>
                  <a:buChar char="-"/>
                </a:pPr>
                <a:r>
                  <a:rPr lang="en-US" dirty="0"/>
                  <a:t>Average rate of events is known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380079-847B-4DAF-A6C8-7E7F496CA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5" y="2096064"/>
                <a:ext cx="4638254" cy="3695136"/>
              </a:xfrm>
              <a:blipFill>
                <a:blip r:embed="rId2"/>
                <a:stretch>
                  <a:fillRect l="-1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659AAF6-9444-46DA-ACB4-4ADDF4C5DD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46158" y="2096064"/>
                <a:ext cx="4638254" cy="36951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0" indent="0">
                  <a:buNone/>
                </a:pPr>
                <a:r>
                  <a:rPr lang="en-US" dirty="0"/>
                  <a:t>k = number of events, k = 0, 1, 2, 3…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= probability of k events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 = time interval of interest</a:t>
                </a:r>
              </a:p>
              <a:p>
                <a:pPr marL="0" indent="0">
                  <a:buNone/>
                </a:pP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average number of events per unit time</a:t>
                </a:r>
              </a:p>
              <a:p>
                <a:pPr marL="0" indent="0">
                  <a:buNone/>
                </a:pP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shape or rate of occurrence parameter, average number of events in given 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interval 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659AAF6-9444-46DA-ACB4-4ADDF4C5D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158" y="2096064"/>
                <a:ext cx="4638254" cy="3695136"/>
              </a:xfrm>
              <a:prstGeom prst="rect">
                <a:avLst/>
              </a:prstGeom>
              <a:blipFill>
                <a:blip r:embed="rId3"/>
                <a:stretch>
                  <a:fillRect l="-1445" t="-1155" b="-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BB960-FBB0-0485-0789-0B90112B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1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ACD3-257F-489E-AB90-8E8F42F3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380079-847B-4DAF-A6C8-7E7F496CA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5" y="2096064"/>
                <a:ext cx="4638254" cy="36951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i="1" dirty="0">
                    <a:latin typeface="Cambria Math" panose="02040503050406030204" pitchFamily="18" charset="0"/>
                  </a:rPr>
                  <a:t>PROBABILITY OF ONE OR MORE EVENTS OCCURING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≥1;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</m:oMath>
                </a14:m>
                <a:r>
                  <a:rPr lang="el-G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380079-847B-4DAF-A6C8-7E7F496CA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5" y="2096064"/>
                <a:ext cx="4638254" cy="3695136"/>
              </a:xfrm>
              <a:blipFill>
                <a:blip r:embed="rId2"/>
                <a:stretch>
                  <a:fillRect l="-1577" t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59AAF6-9444-46DA-ACB4-4ADDF4C5DDEA}"/>
              </a:ext>
            </a:extLst>
          </p:cNvPr>
          <p:cNvSpPr txBox="1">
            <a:spLocks/>
          </p:cNvSpPr>
          <p:nvPr/>
        </p:nvSpPr>
        <p:spPr>
          <a:xfrm>
            <a:off x="798297" y="3994438"/>
            <a:ext cx="4638254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</a:rPr>
              <a:t>Where: </a:t>
            </a:r>
          </a:p>
          <a:p>
            <a:pPr marL="0" indent="0">
              <a:buNone/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average number of events per unit time</a:t>
            </a:r>
          </a:p>
          <a:p>
            <a:pPr marL="0" indent="0">
              <a:buNone/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F(m)A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F(m) = average flux density for mass &gt; m, particles per unit time per unit area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0B872AD-270F-4829-B12A-B92A8806EC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8558" y="3620064"/>
                <a:ext cx="4638254" cy="1086114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txBody>
              <a:bodyPr vert="horz" lIns="91440" tIns="45720" rIns="91440" bIns="45720" rtlCol="0"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>
                      <a:outerShdw blurRad="50800" dist="38100" dir="2700000" algn="tl" rotWithShape="0">
                        <a:srgbClr val="000000">
                          <a:alpha val="48000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9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9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9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≥1;</m:t>
                        </m:r>
                        <m:r>
                          <m:rPr>
                            <m:sty m:val="p"/>
                          </m:rPr>
                          <a:rPr lang="el-GR" sz="9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sz="9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9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9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9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9000" b="0" i="1" smtClean="0">
                        <a:latin typeface="Cambria Math" panose="02040503050406030204" pitchFamily="18" charset="0"/>
                      </a:rPr>
                      <m:t>(0,</m:t>
                    </m:r>
                  </m:oMath>
                </a14:m>
                <a:r>
                  <a:rPr lang="el-GR" sz="9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9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9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9000" dirty="0"/>
                  <a:t>)</a:t>
                </a:r>
              </a:p>
              <a:p>
                <a:pPr marL="0" indent="0">
                  <a:buNone/>
                </a:pPr>
                <a:r>
                  <a:rPr lang="en-US" sz="9000" dirty="0"/>
                  <a:t>                 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9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9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9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9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9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9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9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9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9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9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9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9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0B872AD-270F-4829-B12A-B92A8806E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558" y="3620064"/>
                <a:ext cx="4638254" cy="1086114"/>
              </a:xfrm>
              <a:prstGeom prst="rect">
                <a:avLst/>
              </a:prstGeom>
              <a:blipFill>
                <a:blip r:embed="rId3"/>
                <a:stretch>
                  <a:fillRect l="-526" t="-5618" b="-7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E5BE0-529F-A062-DDE3-04BE0D34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09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DEB5D-C2B6-F415-D406-74781976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9A276E-1F68-3053-AA75-C7CA5C10E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996" y="750807"/>
            <a:ext cx="8757100" cy="1060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3DB2F2B-D75D-40F7-DAB4-4C8C98A0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66" y="-332300"/>
            <a:ext cx="10353761" cy="1326321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36434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0B6D-F3F6-41D5-4903-1C7CF786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117B-332C-5D5F-0E93-F113585EF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Compare the likelihood of satellites in typical orbits of being impacted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micrometeroids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Plot the flux density for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micrometeroids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 masses ranging from 10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-5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to 10 g for the ISS, GPS and a GEO satellite on the same plot.   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How much average time (in years) will there be between events (collisions) with probabilities greater then 0.01% for each orbit for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micrometeroids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0.1 cm, 1 cm, and 10 cm?  Assume the satellite has an area of 10 m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What can you conclude about the likelihood of damage to satellites with an expected mission life of 10 years?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69AA3-38DD-3CFA-1AB8-406D2581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9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7C2D4-C51C-4E05-A7B7-47630F71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2615" y="1484008"/>
            <a:ext cx="3583953" cy="35002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000" dirty="0"/>
              <a:t>Inter-agency space debris coordination committee (</a:t>
            </a:r>
            <a:r>
              <a:rPr lang="en-US" sz="3000" dirty="0" err="1"/>
              <a:t>iadc</a:t>
            </a:r>
            <a:r>
              <a:rPr lang="en-US" sz="3000" dirty="0"/>
              <a:t>)</a:t>
            </a:r>
            <a:br>
              <a:rPr lang="en-US" sz="3000" dirty="0"/>
            </a:br>
            <a:br>
              <a:rPr lang="en-US" sz="3000" dirty="0"/>
            </a:br>
            <a:r>
              <a:rPr lang="en-US" sz="3000" dirty="0"/>
              <a:t>- protected regions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760627-7F98-49F3-99E6-ED04C739B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88FD4-9011-4A6F-AB39-4DE7E445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654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E7BBA-32EB-4D0B-8050-96EF6C298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13" y="1484008"/>
            <a:ext cx="5895257" cy="392034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D2F295-CD7A-E2CF-D15C-1FB7C9C2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2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B1837CB0-4F29-4E03-BEC4-55C6733B9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15FB0-3BA4-0EEB-97FF-F1DAF54A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091" y="628651"/>
            <a:ext cx="5080634" cy="34956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GEO GRAVEYARD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0771D68-E8BF-4D31-ADBB-CE99B19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5" y="733425"/>
            <a:ext cx="5229225" cy="5391150"/>
          </a:xfrm>
          <a:prstGeom prst="rect">
            <a:avLst/>
          </a:prstGeom>
          <a:solidFill>
            <a:schemeClr val="bg1"/>
          </a:solidFill>
          <a:ln w="190500" cap="sq">
            <a:solidFill>
              <a:schemeClr val="bg1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74C27B94-DD24-DDF5-1163-5A19ED23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1857" y="1203770"/>
            <a:ext cx="4450460" cy="445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D4DBD54-1DE0-451E-9FDE-4116146F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96" y="799817"/>
            <a:ext cx="5109182" cy="5258367"/>
          </a:xfrm>
          <a:prstGeom prst="rect">
            <a:avLst/>
          </a:prstGeom>
          <a:noFill/>
          <a:ln w="12700">
            <a:solidFill>
              <a:srgbClr val="2A5B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35F3C2-8940-BC5B-3C7F-06288924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57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709A-C657-4559-A9CC-0F485C7D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C0D9F0-BED1-48DF-989B-417819BFC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457200" indent="-457200">
                  <a:buAutoNum type="arabicPeriod"/>
                </a:pPr>
                <a:r>
                  <a:rPr lang="en-US" dirty="0"/>
                  <a:t>Increase perigee altitude about geo altitude of 35,786 km of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=235+1000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𝑎𝑟𝑒𝑎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𝑟𝑎𝑡𝑖𝑜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𝑟𝑎𝑑𝑖𝑎𝑡𝑖𝑜𝑛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𝑝𝑟𝑒𝑠𝑠𝑢𝑟𝑒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𝑐𝑜𝑒𝑓𝑓𝑖𝑐𝑖𝑒𝑛𝑡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= increase in perigee altitude, km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 Eccentricity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0.003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C0D9F0-BED1-48DF-989B-417819BFC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1" t="-660" b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98007-7050-C7F4-9DB3-A49A35099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0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E4B1-4B19-7A1D-85F2-003FAA2C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53561"/>
            <a:ext cx="10353761" cy="1326321"/>
          </a:xfrm>
        </p:spPr>
        <p:txBody>
          <a:bodyPr/>
          <a:lstStyle/>
          <a:p>
            <a:r>
              <a:rPr lang="en-US" dirty="0"/>
              <a:t>WHAT </a:t>
            </a:r>
            <a:r>
              <a:rPr lang="en-US" u="sng" dirty="0">
                <a:effectLst/>
              </a:rPr>
              <a:t>SHOULD</a:t>
            </a:r>
            <a:r>
              <a:rPr lang="en-US" dirty="0"/>
              <a:t> SATELLITE PROVIDERS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3A363-13F0-49E6-CCF9-31D6B5F0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69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5CED-4DC9-6E1F-622F-F66C91D3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3FC3-A0E9-368C-3F87-BB84E70DE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53561"/>
            <a:ext cx="10353761" cy="1326321"/>
          </a:xfrm>
        </p:spPr>
        <p:txBody>
          <a:bodyPr/>
          <a:lstStyle/>
          <a:p>
            <a:r>
              <a:rPr lang="en-US" dirty="0"/>
              <a:t>WHAT </a:t>
            </a:r>
            <a:r>
              <a:rPr lang="en-US" u="sng" dirty="0">
                <a:effectLst/>
              </a:rPr>
              <a:t>SHOULD</a:t>
            </a:r>
            <a:r>
              <a:rPr lang="en-US" dirty="0"/>
              <a:t> SATELLITE PROVIDERS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945B7-3C78-6CE9-D443-CF9ECEBC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01E7F-7746-4C27-B2FB-416942EB66E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623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763</TotalTime>
  <Words>596</Words>
  <Application>Microsoft Office PowerPoint</Application>
  <PresentationFormat>Widescreen</PresentationFormat>
  <Paragraphs>89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Calibri</vt:lpstr>
      <vt:lpstr>Cambria Math</vt:lpstr>
      <vt:lpstr>Rockwell</vt:lpstr>
      <vt:lpstr>Times New Roman</vt:lpstr>
      <vt:lpstr>Damask</vt:lpstr>
      <vt:lpstr>SPCE 5065 MICRO-METEROIDS design solutions  Week 5 – mmod part 2  </vt:lpstr>
      <vt:lpstr>introduction</vt:lpstr>
      <vt:lpstr>METEOR SHOWERS</vt:lpstr>
      <vt:lpstr>Sporadic Meteoroid models</vt:lpstr>
      <vt:lpstr>Sporadic Meteoroid models</vt:lpstr>
      <vt:lpstr>Sporadic Meteoroid models</vt:lpstr>
      <vt:lpstr>COLLISION PROBABILITIES</vt:lpstr>
      <vt:lpstr>COLLISION PROBABILITIES</vt:lpstr>
      <vt:lpstr>EXAMPLE</vt:lpstr>
      <vt:lpstr>HOMEWORK 5</vt:lpstr>
      <vt:lpstr>Inter-agency space debris coordination committee (iadc)  - protected regions</vt:lpstr>
      <vt:lpstr>GEO GRAVEYARD</vt:lpstr>
      <vt:lpstr>Two conditions</vt:lpstr>
      <vt:lpstr>WHAT SHOULD SATELLITE PROVIDERS DO?</vt:lpstr>
      <vt:lpstr>WHAT SHOULD SATELLITE PROVIDERS DO?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Lynnane George</dc:creator>
  <cp:lastModifiedBy>Lynnane George</cp:lastModifiedBy>
  <cp:revision>33</cp:revision>
  <dcterms:created xsi:type="dcterms:W3CDTF">2021-05-20T00:27:44Z</dcterms:created>
  <dcterms:modified xsi:type="dcterms:W3CDTF">2026-07-14T23:08:41Z</dcterms:modified>
</cp:coreProperties>
</file>