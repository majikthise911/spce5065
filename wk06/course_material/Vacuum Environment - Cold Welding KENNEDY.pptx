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64" r:id="rId6"/>
    <p:sldId id="261" r:id="rId7"/>
    <p:sldId id="266" r:id="rId8"/>
    <p:sldId id="263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68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7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6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6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7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8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4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74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95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25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1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52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32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7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9CCE3A-7CE0-4138-ACDE-193F9F64135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A7B18B-2E7F-4562-BFAA-282A90F6A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FA95-1DCE-874E-D3FB-C2B7F50700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Cold welding in THE VACUUM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E630B-BEFB-1574-461B-1A97505AF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GARRETT KENNEDY</a:t>
            </a:r>
          </a:p>
        </p:txBody>
      </p:sp>
    </p:spTree>
    <p:extLst>
      <p:ext uri="{BB962C8B-B14F-4D97-AF65-F5344CB8AC3E}">
        <p14:creationId xmlns:p14="http://schemas.microsoft.com/office/powerpoint/2010/main" val="409296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6ECF-5359-7094-AB8C-F2182FA1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welding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3EE15-4530-C762-EDB0-D02245BD4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Explanation of Phenomenon</a:t>
            </a:r>
          </a:p>
          <a:p>
            <a:r>
              <a:rPr lang="en-US" dirty="0"/>
              <a:t>Mechanisms of Exposure</a:t>
            </a:r>
          </a:p>
          <a:p>
            <a:r>
              <a:rPr lang="en-US" dirty="0"/>
              <a:t>Galileo Incident 1991</a:t>
            </a:r>
          </a:p>
          <a:p>
            <a:r>
              <a:rPr lang="en-US" dirty="0"/>
              <a:t>Mitigation</a:t>
            </a:r>
          </a:p>
        </p:txBody>
      </p:sp>
    </p:spTree>
    <p:extLst>
      <p:ext uri="{BB962C8B-B14F-4D97-AF65-F5344CB8AC3E}">
        <p14:creationId xmlns:p14="http://schemas.microsoft.com/office/powerpoint/2010/main" val="357807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FD93-D130-B573-53B9-461F1B17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cold welding?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A982-50A6-109A-DFDA-C303EAD35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Bonding of clean metal surfaces without heat </a:t>
            </a:r>
          </a:p>
          <a:p>
            <a:r>
              <a:rPr lang="en-US" dirty="0"/>
              <a:t>Does not normally, or easily occur in atmosphere</a:t>
            </a:r>
          </a:p>
          <a:p>
            <a:r>
              <a:rPr lang="en-US" dirty="0"/>
              <a:t>Due primarily, to the “soup-like” structure of metals and the lack of available oxygen</a:t>
            </a:r>
          </a:p>
        </p:txBody>
      </p:sp>
    </p:spTree>
    <p:extLst>
      <p:ext uri="{BB962C8B-B14F-4D97-AF65-F5344CB8AC3E}">
        <p14:creationId xmlns:p14="http://schemas.microsoft.com/office/powerpoint/2010/main" val="151006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224">
            <a:extLst>
              <a:ext uri="{FF2B5EF4-FFF2-40B4-BE49-F238E27FC236}">
                <a16:creationId xmlns:a16="http://schemas.microsoft.com/office/drawing/2014/main" id="{87B86FCD-76BB-FC3A-CD62-C11076F436C7}"/>
              </a:ext>
            </a:extLst>
          </p:cNvPr>
          <p:cNvSpPr/>
          <p:nvPr/>
        </p:nvSpPr>
        <p:spPr>
          <a:xfrm>
            <a:off x="6098040" y="4751031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14669-5A88-82FA-8680-10DD1EE3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welding – explanation of phenomenon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FE6F8-821F-8B96-5FC9-199CCA827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865" y="805420"/>
            <a:ext cx="10131425" cy="2061572"/>
          </a:xfrm>
        </p:spPr>
        <p:txBody>
          <a:bodyPr/>
          <a:lstStyle/>
          <a:p>
            <a:r>
              <a:rPr lang="en-US" dirty="0"/>
              <a:t>Without oxidation, metals can fuse together when in contact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F9B914-ABD0-4262-6142-7D92CDF54CAA}"/>
              </a:ext>
            </a:extLst>
          </p:cNvPr>
          <p:cNvSpPr/>
          <p:nvPr/>
        </p:nvSpPr>
        <p:spPr>
          <a:xfrm>
            <a:off x="1253874" y="5729690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5409E8-6247-ACE0-D7FF-36ABC926048E}"/>
              </a:ext>
            </a:extLst>
          </p:cNvPr>
          <p:cNvSpPr/>
          <p:nvPr/>
        </p:nvSpPr>
        <p:spPr>
          <a:xfrm>
            <a:off x="1421429" y="579688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3BDA27-CBE1-79E1-123A-0FBA2CB886DF}"/>
              </a:ext>
            </a:extLst>
          </p:cNvPr>
          <p:cNvSpPr/>
          <p:nvPr/>
        </p:nvSpPr>
        <p:spPr>
          <a:xfrm>
            <a:off x="1369559" y="607662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838D02-5977-F897-808E-05AF2FAEE39F}"/>
              </a:ext>
            </a:extLst>
          </p:cNvPr>
          <p:cNvSpPr/>
          <p:nvPr/>
        </p:nvSpPr>
        <p:spPr>
          <a:xfrm>
            <a:off x="1338389" y="636813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10189D-9A27-C422-7AE0-8211FC086B62}"/>
              </a:ext>
            </a:extLst>
          </p:cNvPr>
          <p:cNvSpPr/>
          <p:nvPr/>
        </p:nvSpPr>
        <p:spPr>
          <a:xfrm>
            <a:off x="1755238" y="578545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3633E6-CA87-E586-E16D-53C0C4B193E1}"/>
              </a:ext>
            </a:extLst>
          </p:cNvPr>
          <p:cNvSpPr/>
          <p:nvPr/>
        </p:nvSpPr>
        <p:spPr>
          <a:xfrm>
            <a:off x="1719387" y="605691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5A5EAE-7757-73C9-27D4-55EAF1CCBD2F}"/>
              </a:ext>
            </a:extLst>
          </p:cNvPr>
          <p:cNvSpPr/>
          <p:nvPr/>
        </p:nvSpPr>
        <p:spPr>
          <a:xfrm>
            <a:off x="1560752" y="627584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E2E809-ACA8-F1DB-4E4C-EE3A67744882}"/>
              </a:ext>
            </a:extLst>
          </p:cNvPr>
          <p:cNvSpPr/>
          <p:nvPr/>
        </p:nvSpPr>
        <p:spPr>
          <a:xfrm>
            <a:off x="2073721" y="576712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7231B7-C133-B56C-F0C3-4E32E674BF58}"/>
              </a:ext>
            </a:extLst>
          </p:cNvPr>
          <p:cNvSpPr/>
          <p:nvPr/>
        </p:nvSpPr>
        <p:spPr>
          <a:xfrm>
            <a:off x="2015185" y="601868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C958A5-90F1-6AFB-02F9-CB5100EE6F99}"/>
              </a:ext>
            </a:extLst>
          </p:cNvPr>
          <p:cNvSpPr/>
          <p:nvPr/>
        </p:nvSpPr>
        <p:spPr>
          <a:xfrm>
            <a:off x="1856892" y="635582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FD47A1-0134-0C92-3037-B4EA682F66F5}"/>
              </a:ext>
            </a:extLst>
          </p:cNvPr>
          <p:cNvSpPr/>
          <p:nvPr/>
        </p:nvSpPr>
        <p:spPr>
          <a:xfrm>
            <a:off x="2341457" y="584326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9F609BB-64E8-0884-D3C4-34CEE784B38D}"/>
              </a:ext>
            </a:extLst>
          </p:cNvPr>
          <p:cNvSpPr/>
          <p:nvPr/>
        </p:nvSpPr>
        <p:spPr>
          <a:xfrm>
            <a:off x="2331759" y="605502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FC0675-5642-096F-C908-647EFD651EBE}"/>
              </a:ext>
            </a:extLst>
          </p:cNvPr>
          <p:cNvSpPr/>
          <p:nvPr/>
        </p:nvSpPr>
        <p:spPr>
          <a:xfrm>
            <a:off x="2153032" y="632738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0E062A-3AD3-7345-59CB-A1C276507A77}"/>
              </a:ext>
            </a:extLst>
          </p:cNvPr>
          <p:cNvSpPr/>
          <p:nvPr/>
        </p:nvSpPr>
        <p:spPr>
          <a:xfrm>
            <a:off x="2588763" y="576942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025AEC5-3D28-0425-C9F2-231B9AE4B912}"/>
              </a:ext>
            </a:extLst>
          </p:cNvPr>
          <p:cNvSpPr/>
          <p:nvPr/>
        </p:nvSpPr>
        <p:spPr>
          <a:xfrm>
            <a:off x="2585299" y="611658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388FBF-9E47-2FF4-12F1-438010802D6D}"/>
              </a:ext>
            </a:extLst>
          </p:cNvPr>
          <p:cNvSpPr/>
          <p:nvPr/>
        </p:nvSpPr>
        <p:spPr>
          <a:xfrm>
            <a:off x="2571442" y="637194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62F0B12-5830-B215-8B5D-58CB0DA57C75}"/>
              </a:ext>
            </a:extLst>
          </p:cNvPr>
          <p:cNvSpPr/>
          <p:nvPr/>
        </p:nvSpPr>
        <p:spPr>
          <a:xfrm>
            <a:off x="2973570" y="579981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B9B629-B1B1-6DF3-265F-5A65A7E0F2E4}"/>
              </a:ext>
            </a:extLst>
          </p:cNvPr>
          <p:cNvSpPr/>
          <p:nvPr/>
        </p:nvSpPr>
        <p:spPr>
          <a:xfrm>
            <a:off x="2773373" y="594410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0920B3-D028-7622-3228-483F4B311A14}"/>
              </a:ext>
            </a:extLst>
          </p:cNvPr>
          <p:cNvSpPr/>
          <p:nvPr/>
        </p:nvSpPr>
        <p:spPr>
          <a:xfrm>
            <a:off x="2861004" y="625411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646EBEF-F641-D4BD-9727-21CE3356D3D6}"/>
              </a:ext>
            </a:extLst>
          </p:cNvPr>
          <p:cNvSpPr/>
          <p:nvPr/>
        </p:nvSpPr>
        <p:spPr>
          <a:xfrm>
            <a:off x="3237154" y="585734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B1D0F1C-ABDC-13D5-1CBA-B4D31628682A}"/>
              </a:ext>
            </a:extLst>
          </p:cNvPr>
          <p:cNvSpPr/>
          <p:nvPr/>
        </p:nvSpPr>
        <p:spPr>
          <a:xfrm>
            <a:off x="3050812" y="602907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61BCF66-2C9D-9362-935C-F1280F23CC43}"/>
              </a:ext>
            </a:extLst>
          </p:cNvPr>
          <p:cNvSpPr/>
          <p:nvPr/>
        </p:nvSpPr>
        <p:spPr>
          <a:xfrm>
            <a:off x="3157489" y="629640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4E3FC7E-7489-F024-E8B1-0DF5F56263A6}"/>
              </a:ext>
            </a:extLst>
          </p:cNvPr>
          <p:cNvSpPr/>
          <p:nvPr/>
        </p:nvSpPr>
        <p:spPr>
          <a:xfrm>
            <a:off x="3446355" y="582502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5C0B235-92A7-63BA-FA95-C0B3C31A27D8}"/>
              </a:ext>
            </a:extLst>
          </p:cNvPr>
          <p:cNvSpPr/>
          <p:nvPr/>
        </p:nvSpPr>
        <p:spPr>
          <a:xfrm>
            <a:off x="3380551" y="60877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7CF1629-24B1-DAF8-5F9D-4DBDEEFE813B}"/>
              </a:ext>
            </a:extLst>
          </p:cNvPr>
          <p:cNvSpPr/>
          <p:nvPr/>
        </p:nvSpPr>
        <p:spPr>
          <a:xfrm>
            <a:off x="3499696" y="633324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D1CA5-6A7A-7162-43C2-36635CEB3946}"/>
              </a:ext>
            </a:extLst>
          </p:cNvPr>
          <p:cNvSpPr/>
          <p:nvPr/>
        </p:nvSpPr>
        <p:spPr>
          <a:xfrm>
            <a:off x="3785793" y="582072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A9AE66-58A8-9381-BB1B-19678DBDDE96}"/>
              </a:ext>
            </a:extLst>
          </p:cNvPr>
          <p:cNvSpPr/>
          <p:nvPr/>
        </p:nvSpPr>
        <p:spPr>
          <a:xfrm>
            <a:off x="3659025" y="604853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7272FF5-37A1-9DD9-5572-16A562E86292}"/>
              </a:ext>
            </a:extLst>
          </p:cNvPr>
          <p:cNvSpPr/>
          <p:nvPr/>
        </p:nvSpPr>
        <p:spPr>
          <a:xfrm>
            <a:off x="3808651" y="627634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AB2BD6-AA93-A175-84D8-2AF6968150B3}"/>
              </a:ext>
            </a:extLst>
          </p:cNvPr>
          <p:cNvSpPr/>
          <p:nvPr/>
        </p:nvSpPr>
        <p:spPr>
          <a:xfrm>
            <a:off x="4028940" y="578372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BB89F62-F1CD-AE2F-ECC5-0E7C0106B900}"/>
              </a:ext>
            </a:extLst>
          </p:cNvPr>
          <p:cNvSpPr/>
          <p:nvPr/>
        </p:nvSpPr>
        <p:spPr>
          <a:xfrm>
            <a:off x="4033095" y="606843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E741231-BDD7-91DD-9E48-A593E4570125}"/>
              </a:ext>
            </a:extLst>
          </p:cNvPr>
          <p:cNvSpPr/>
          <p:nvPr/>
        </p:nvSpPr>
        <p:spPr>
          <a:xfrm>
            <a:off x="3985990" y="637907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A7E1168-B978-06CC-0FCA-8EB099769A7C}"/>
              </a:ext>
            </a:extLst>
          </p:cNvPr>
          <p:cNvSpPr/>
          <p:nvPr/>
        </p:nvSpPr>
        <p:spPr>
          <a:xfrm>
            <a:off x="4330970" y="578545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7E01781-C41E-9B07-8DD8-2410593E59E6}"/>
              </a:ext>
            </a:extLst>
          </p:cNvPr>
          <p:cNvSpPr/>
          <p:nvPr/>
        </p:nvSpPr>
        <p:spPr>
          <a:xfrm>
            <a:off x="4328196" y="600141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59209FA-0418-721F-53BD-37E30214A84C}"/>
              </a:ext>
            </a:extLst>
          </p:cNvPr>
          <p:cNvSpPr/>
          <p:nvPr/>
        </p:nvSpPr>
        <p:spPr>
          <a:xfrm>
            <a:off x="4290789" y="627634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5BDBDDF-3368-00B2-3C22-40D51A537901}"/>
              </a:ext>
            </a:extLst>
          </p:cNvPr>
          <p:cNvSpPr/>
          <p:nvPr/>
        </p:nvSpPr>
        <p:spPr>
          <a:xfrm>
            <a:off x="4641312" y="578372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0C97CEE-9017-92F8-D0ED-873AC266A38B}"/>
              </a:ext>
            </a:extLst>
          </p:cNvPr>
          <p:cNvSpPr/>
          <p:nvPr/>
        </p:nvSpPr>
        <p:spPr>
          <a:xfrm>
            <a:off x="4645467" y="606843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50FCDD6-2296-3191-43D2-416C85766253}"/>
              </a:ext>
            </a:extLst>
          </p:cNvPr>
          <p:cNvSpPr/>
          <p:nvPr/>
        </p:nvSpPr>
        <p:spPr>
          <a:xfrm>
            <a:off x="4562340" y="637907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DBF58FF-4291-EDAF-DBEF-9DE2A0DEE06F}"/>
              </a:ext>
            </a:extLst>
          </p:cNvPr>
          <p:cNvSpPr/>
          <p:nvPr/>
        </p:nvSpPr>
        <p:spPr>
          <a:xfrm>
            <a:off x="1253874" y="4559925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8C822AD-75EE-3D3F-0C05-26D5B690B25F}"/>
              </a:ext>
            </a:extLst>
          </p:cNvPr>
          <p:cNvSpPr/>
          <p:nvPr/>
        </p:nvSpPr>
        <p:spPr>
          <a:xfrm>
            <a:off x="1345315" y="466286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9D07765-AA08-6983-ACF1-6FC75BD90CA6}"/>
              </a:ext>
            </a:extLst>
          </p:cNvPr>
          <p:cNvSpPr/>
          <p:nvPr/>
        </p:nvSpPr>
        <p:spPr>
          <a:xfrm>
            <a:off x="1390340" y="492641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DAC7B97-8637-AD7B-075A-A8EB31F9E69B}"/>
              </a:ext>
            </a:extLst>
          </p:cNvPr>
          <p:cNvSpPr/>
          <p:nvPr/>
        </p:nvSpPr>
        <p:spPr>
          <a:xfrm>
            <a:off x="1365058" y="518995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A7D2B4B-A54A-50FE-7393-482BF2F2085D}"/>
              </a:ext>
            </a:extLst>
          </p:cNvPr>
          <p:cNvSpPr/>
          <p:nvPr/>
        </p:nvSpPr>
        <p:spPr>
          <a:xfrm>
            <a:off x="1593312" y="461568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F663387-D341-4492-797B-770096D7E2BD}"/>
              </a:ext>
            </a:extLst>
          </p:cNvPr>
          <p:cNvSpPr/>
          <p:nvPr/>
        </p:nvSpPr>
        <p:spPr>
          <a:xfrm>
            <a:off x="1664315" y="489199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A0EFFD1-E2F4-7D55-BBE4-AA529AA4F070}"/>
              </a:ext>
            </a:extLst>
          </p:cNvPr>
          <p:cNvSpPr/>
          <p:nvPr/>
        </p:nvSpPr>
        <p:spPr>
          <a:xfrm>
            <a:off x="1642842" y="514946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F8F8A55-BD6D-0627-3A19-A608EA00980A}"/>
              </a:ext>
            </a:extLst>
          </p:cNvPr>
          <p:cNvSpPr/>
          <p:nvPr/>
        </p:nvSpPr>
        <p:spPr>
          <a:xfrm>
            <a:off x="1903654" y="46139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E7A4C11-BA64-A512-31E9-A999738C6B1F}"/>
              </a:ext>
            </a:extLst>
          </p:cNvPr>
          <p:cNvSpPr/>
          <p:nvPr/>
        </p:nvSpPr>
        <p:spPr>
          <a:xfrm>
            <a:off x="2033194" y="48734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A0483B8E-3357-D567-DC8E-1B898B6F3212}"/>
              </a:ext>
            </a:extLst>
          </p:cNvPr>
          <p:cNvSpPr/>
          <p:nvPr/>
        </p:nvSpPr>
        <p:spPr>
          <a:xfrm>
            <a:off x="1887032" y="504928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9C863CC-BC3A-C322-D632-CEC048A36697}"/>
              </a:ext>
            </a:extLst>
          </p:cNvPr>
          <p:cNvSpPr/>
          <p:nvPr/>
        </p:nvSpPr>
        <p:spPr>
          <a:xfrm>
            <a:off x="2241362" y="45905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3D7A9A6-3114-000B-9F2E-79072FEF5425}"/>
              </a:ext>
            </a:extLst>
          </p:cNvPr>
          <p:cNvSpPr/>
          <p:nvPr/>
        </p:nvSpPr>
        <p:spPr>
          <a:xfrm>
            <a:off x="2297124" y="486258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112B021-CCAA-6D6F-2E0D-74D8A75A6345}"/>
              </a:ext>
            </a:extLst>
          </p:cNvPr>
          <p:cNvSpPr/>
          <p:nvPr/>
        </p:nvSpPr>
        <p:spPr>
          <a:xfrm>
            <a:off x="2143337" y="512112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B5E67B8-1049-0422-63FD-1F7F2742BAD4}"/>
              </a:ext>
            </a:extLst>
          </p:cNvPr>
          <p:cNvSpPr/>
          <p:nvPr/>
        </p:nvSpPr>
        <p:spPr>
          <a:xfrm>
            <a:off x="2571441" y="470717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F2F95F8-B174-186D-AFCB-B499B48CC3AD}"/>
              </a:ext>
            </a:extLst>
          </p:cNvPr>
          <p:cNvSpPr/>
          <p:nvPr/>
        </p:nvSpPr>
        <p:spPr>
          <a:xfrm>
            <a:off x="2540961" y="494237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694C0CB-E9B0-873E-D016-EB58924A0F39}"/>
              </a:ext>
            </a:extLst>
          </p:cNvPr>
          <p:cNvSpPr/>
          <p:nvPr/>
        </p:nvSpPr>
        <p:spPr>
          <a:xfrm>
            <a:off x="2423891" y="521672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1EBAA74-B48C-2EAA-9ABC-832A0B168D7A}"/>
              </a:ext>
            </a:extLst>
          </p:cNvPr>
          <p:cNvSpPr/>
          <p:nvPr/>
        </p:nvSpPr>
        <p:spPr>
          <a:xfrm>
            <a:off x="2811127" y="46139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D8A63F4-39F7-CC50-E17A-3050206F86B9}"/>
              </a:ext>
            </a:extLst>
          </p:cNvPr>
          <p:cNvSpPr/>
          <p:nvPr/>
        </p:nvSpPr>
        <p:spPr>
          <a:xfrm>
            <a:off x="2815282" y="489866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3AF1DFF-5853-22F0-1762-5B0EF7E1E598}"/>
              </a:ext>
            </a:extLst>
          </p:cNvPr>
          <p:cNvSpPr/>
          <p:nvPr/>
        </p:nvSpPr>
        <p:spPr>
          <a:xfrm>
            <a:off x="2815282" y="518995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5AFFE82-AE02-B99E-FF01-94C7DB4928D2}"/>
              </a:ext>
            </a:extLst>
          </p:cNvPr>
          <p:cNvSpPr/>
          <p:nvPr/>
        </p:nvSpPr>
        <p:spPr>
          <a:xfrm>
            <a:off x="3073667" y="470717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A89AB077-9C10-C099-3C78-BB1C373C340F}"/>
              </a:ext>
            </a:extLst>
          </p:cNvPr>
          <p:cNvSpPr/>
          <p:nvPr/>
        </p:nvSpPr>
        <p:spPr>
          <a:xfrm>
            <a:off x="3141557" y="501835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FB21722E-27C5-C8E7-AC34-E639E37B1294}"/>
              </a:ext>
            </a:extLst>
          </p:cNvPr>
          <p:cNvSpPr/>
          <p:nvPr/>
        </p:nvSpPr>
        <p:spPr>
          <a:xfrm>
            <a:off x="3042496" y="520107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A1360A1E-1271-C2D4-A2DD-48E2F2B2BD49}"/>
              </a:ext>
            </a:extLst>
          </p:cNvPr>
          <p:cNvSpPr/>
          <p:nvPr/>
        </p:nvSpPr>
        <p:spPr>
          <a:xfrm>
            <a:off x="3423497" y="461568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EAFBFBF1-C531-8EF4-526B-4F33C844BC4D}"/>
              </a:ext>
            </a:extLst>
          </p:cNvPr>
          <p:cNvSpPr/>
          <p:nvPr/>
        </p:nvSpPr>
        <p:spPr>
          <a:xfrm>
            <a:off x="3427652" y="49003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0B85847E-D31B-F4EE-B098-A75405BFE2D1}"/>
              </a:ext>
            </a:extLst>
          </p:cNvPr>
          <p:cNvSpPr/>
          <p:nvPr/>
        </p:nvSpPr>
        <p:spPr>
          <a:xfrm>
            <a:off x="3348682" y="512922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5062170E-8114-B369-AADD-1BDD9EBD2016}"/>
              </a:ext>
            </a:extLst>
          </p:cNvPr>
          <p:cNvSpPr/>
          <p:nvPr/>
        </p:nvSpPr>
        <p:spPr>
          <a:xfrm>
            <a:off x="3733839" y="46139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90A8E42-ECC2-8EEC-93AF-ACD343D9F75A}"/>
              </a:ext>
            </a:extLst>
          </p:cNvPr>
          <p:cNvSpPr/>
          <p:nvPr/>
        </p:nvSpPr>
        <p:spPr>
          <a:xfrm>
            <a:off x="3658330" y="484891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920E5DEA-686C-5627-7B9E-DFBC191EAC87}"/>
              </a:ext>
            </a:extLst>
          </p:cNvPr>
          <p:cNvSpPr/>
          <p:nvPr/>
        </p:nvSpPr>
        <p:spPr>
          <a:xfrm>
            <a:off x="3645169" y="521751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E61516E-7FEF-CF43-CDA1-996D84907EE6}"/>
              </a:ext>
            </a:extLst>
          </p:cNvPr>
          <p:cNvSpPr/>
          <p:nvPr/>
        </p:nvSpPr>
        <p:spPr>
          <a:xfrm>
            <a:off x="3921220" y="476248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6991D6FE-8928-06E5-EF50-8924923C8165}"/>
              </a:ext>
            </a:extLst>
          </p:cNvPr>
          <p:cNvSpPr/>
          <p:nvPr/>
        </p:nvSpPr>
        <p:spPr>
          <a:xfrm>
            <a:off x="4085051" y="498069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75240BB-7D82-3F20-0367-F8EEB111BD95}"/>
              </a:ext>
            </a:extLst>
          </p:cNvPr>
          <p:cNvSpPr/>
          <p:nvPr/>
        </p:nvSpPr>
        <p:spPr>
          <a:xfrm>
            <a:off x="3890393" y="50943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EB397871-F7AF-DEC5-1738-42A097CB838B}"/>
              </a:ext>
            </a:extLst>
          </p:cNvPr>
          <p:cNvSpPr/>
          <p:nvPr/>
        </p:nvSpPr>
        <p:spPr>
          <a:xfrm>
            <a:off x="4143932" y="465851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75518784-B8A2-A948-EF76-87EB129578B1}"/>
              </a:ext>
            </a:extLst>
          </p:cNvPr>
          <p:cNvSpPr/>
          <p:nvPr/>
        </p:nvSpPr>
        <p:spPr>
          <a:xfrm>
            <a:off x="4309495" y="482716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01AA181-946A-760F-333E-811CD023AC2F}"/>
              </a:ext>
            </a:extLst>
          </p:cNvPr>
          <p:cNvSpPr/>
          <p:nvPr/>
        </p:nvSpPr>
        <p:spPr>
          <a:xfrm>
            <a:off x="4210432" y="521195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4C2F5B3-1E3D-2950-279E-3FD4D1E1BAEC}"/>
              </a:ext>
            </a:extLst>
          </p:cNvPr>
          <p:cNvSpPr/>
          <p:nvPr/>
        </p:nvSpPr>
        <p:spPr>
          <a:xfrm>
            <a:off x="4691187" y="478950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B3FC340F-37CF-EB83-7CAC-853E3A9511A2}"/>
              </a:ext>
            </a:extLst>
          </p:cNvPr>
          <p:cNvSpPr/>
          <p:nvPr/>
        </p:nvSpPr>
        <p:spPr>
          <a:xfrm>
            <a:off x="4458431" y="494451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C129084-EEF0-8A0D-ECD4-DFE11C75DFF2}"/>
              </a:ext>
            </a:extLst>
          </p:cNvPr>
          <p:cNvSpPr/>
          <p:nvPr/>
        </p:nvSpPr>
        <p:spPr>
          <a:xfrm>
            <a:off x="4545716" y="518995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0228D15-ACEC-96D9-9FC7-A22393C44315}"/>
              </a:ext>
            </a:extLst>
          </p:cNvPr>
          <p:cNvSpPr/>
          <p:nvPr/>
        </p:nvSpPr>
        <p:spPr>
          <a:xfrm>
            <a:off x="6098040" y="5485764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2D1487B-8872-6AB2-0B1C-24184A844422}"/>
              </a:ext>
            </a:extLst>
          </p:cNvPr>
          <p:cNvSpPr/>
          <p:nvPr/>
        </p:nvSpPr>
        <p:spPr>
          <a:xfrm>
            <a:off x="6135448" y="553979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E3DC0A6B-C3FB-7562-24FF-681F9C3F7AD0}"/>
              </a:ext>
            </a:extLst>
          </p:cNvPr>
          <p:cNvSpPr/>
          <p:nvPr/>
        </p:nvSpPr>
        <p:spPr>
          <a:xfrm>
            <a:off x="6139603" y="582450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0AB73E8-AD5D-2E3D-2459-030C7282EF68}"/>
              </a:ext>
            </a:extLst>
          </p:cNvPr>
          <p:cNvSpPr/>
          <p:nvPr/>
        </p:nvSpPr>
        <p:spPr>
          <a:xfrm>
            <a:off x="6139603" y="61157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8CC66550-34B7-598A-204E-80E7A07F460B}"/>
              </a:ext>
            </a:extLst>
          </p:cNvPr>
          <p:cNvSpPr/>
          <p:nvPr/>
        </p:nvSpPr>
        <p:spPr>
          <a:xfrm>
            <a:off x="6458748" y="56071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42F1F3F-1AB2-F072-B383-4BF4BFE5190C}"/>
              </a:ext>
            </a:extLst>
          </p:cNvPr>
          <p:cNvSpPr/>
          <p:nvPr/>
        </p:nvSpPr>
        <p:spPr>
          <a:xfrm>
            <a:off x="6441633" y="58262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0B5CB33-9430-510F-FDB1-4F85F124024B}"/>
              </a:ext>
            </a:extLst>
          </p:cNvPr>
          <p:cNvSpPr/>
          <p:nvPr/>
        </p:nvSpPr>
        <p:spPr>
          <a:xfrm>
            <a:off x="6441633" y="611753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EE064A6-24F7-55FD-E600-C0602C88DBB4}"/>
              </a:ext>
            </a:extLst>
          </p:cNvPr>
          <p:cNvSpPr/>
          <p:nvPr/>
        </p:nvSpPr>
        <p:spPr>
          <a:xfrm>
            <a:off x="6687838" y="55254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FEA0D35-6762-E5E9-1F1E-CF46A5E740BC}"/>
              </a:ext>
            </a:extLst>
          </p:cNvPr>
          <p:cNvSpPr/>
          <p:nvPr/>
        </p:nvSpPr>
        <p:spPr>
          <a:xfrm>
            <a:off x="6751975" y="582450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511870D-6627-6CA9-A355-9B0D0DA86EF9}"/>
              </a:ext>
            </a:extLst>
          </p:cNvPr>
          <p:cNvSpPr/>
          <p:nvPr/>
        </p:nvSpPr>
        <p:spPr>
          <a:xfrm>
            <a:off x="6751975" y="61157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A575713-D567-9057-0F36-8CD9B86DBF86}"/>
              </a:ext>
            </a:extLst>
          </p:cNvPr>
          <p:cNvSpPr/>
          <p:nvPr/>
        </p:nvSpPr>
        <p:spPr>
          <a:xfrm>
            <a:off x="7013826" y="553979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99F44C2-6007-0F7D-76B6-9CED16DED300}"/>
              </a:ext>
            </a:extLst>
          </p:cNvPr>
          <p:cNvSpPr/>
          <p:nvPr/>
        </p:nvSpPr>
        <p:spPr>
          <a:xfrm>
            <a:off x="7047076" y="582450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C6058FF-3BA7-72D0-BB08-977A89B778CF}"/>
              </a:ext>
            </a:extLst>
          </p:cNvPr>
          <p:cNvSpPr/>
          <p:nvPr/>
        </p:nvSpPr>
        <p:spPr>
          <a:xfrm>
            <a:off x="7047076" y="61157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E223017-B1AE-3547-9275-3A7A5C4F0B87}"/>
              </a:ext>
            </a:extLst>
          </p:cNvPr>
          <p:cNvSpPr/>
          <p:nvPr/>
        </p:nvSpPr>
        <p:spPr>
          <a:xfrm>
            <a:off x="7303384" y="5539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EBC0AB28-A8CB-6E4E-BBA0-0FAE27F24B6E}"/>
              </a:ext>
            </a:extLst>
          </p:cNvPr>
          <p:cNvSpPr/>
          <p:nvPr/>
        </p:nvSpPr>
        <p:spPr>
          <a:xfrm>
            <a:off x="7349106" y="58262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D7846853-338B-3BAD-D99B-0176C7B5289C}"/>
              </a:ext>
            </a:extLst>
          </p:cNvPr>
          <p:cNvSpPr/>
          <p:nvPr/>
        </p:nvSpPr>
        <p:spPr>
          <a:xfrm>
            <a:off x="7349106" y="611753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59E835B-4107-AD13-D8AD-59F9AAE16EFC}"/>
              </a:ext>
            </a:extLst>
          </p:cNvPr>
          <p:cNvSpPr/>
          <p:nvPr/>
        </p:nvSpPr>
        <p:spPr>
          <a:xfrm>
            <a:off x="7597104" y="55056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580648A-8829-A8AD-5A1C-DDFA461DE2A0}"/>
              </a:ext>
            </a:extLst>
          </p:cNvPr>
          <p:cNvSpPr/>
          <p:nvPr/>
        </p:nvSpPr>
        <p:spPr>
          <a:xfrm>
            <a:off x="7680230" y="574676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DB702D1-57D0-EED5-3908-0213D3E2DD30}"/>
              </a:ext>
            </a:extLst>
          </p:cNvPr>
          <p:cNvSpPr/>
          <p:nvPr/>
        </p:nvSpPr>
        <p:spPr>
          <a:xfrm>
            <a:off x="7659448" y="61157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13E0F78-0BEE-1E52-E0B3-0DAA91527E29}"/>
              </a:ext>
            </a:extLst>
          </p:cNvPr>
          <p:cNvSpPr/>
          <p:nvPr/>
        </p:nvSpPr>
        <p:spPr>
          <a:xfrm>
            <a:off x="7986415" y="560011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17372712-94D9-460F-3268-77AF23C2E2F8}"/>
              </a:ext>
            </a:extLst>
          </p:cNvPr>
          <p:cNvSpPr/>
          <p:nvPr/>
        </p:nvSpPr>
        <p:spPr>
          <a:xfrm>
            <a:off x="7969788" y="582450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98229189-ADC6-E33F-089B-44F747A90EAA}"/>
              </a:ext>
            </a:extLst>
          </p:cNvPr>
          <p:cNvSpPr/>
          <p:nvPr/>
        </p:nvSpPr>
        <p:spPr>
          <a:xfrm>
            <a:off x="7969788" y="61157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848DB87F-F870-16D8-EA98-268F60B58110}"/>
              </a:ext>
            </a:extLst>
          </p:cNvPr>
          <p:cNvSpPr/>
          <p:nvPr/>
        </p:nvSpPr>
        <p:spPr>
          <a:xfrm>
            <a:off x="8342477" y="56071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8909D0B8-DA19-8DB6-0641-4780F94116B7}"/>
              </a:ext>
            </a:extLst>
          </p:cNvPr>
          <p:cNvSpPr/>
          <p:nvPr/>
        </p:nvSpPr>
        <p:spPr>
          <a:xfrm>
            <a:off x="8271818" y="58262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C06C28AF-B9FA-E24F-2F45-202E31AD7FC0}"/>
              </a:ext>
            </a:extLst>
          </p:cNvPr>
          <p:cNvSpPr/>
          <p:nvPr/>
        </p:nvSpPr>
        <p:spPr>
          <a:xfrm>
            <a:off x="8271818" y="611753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A42D1E46-B996-8722-DC5D-66DB2B999DCD}"/>
              </a:ext>
            </a:extLst>
          </p:cNvPr>
          <p:cNvSpPr/>
          <p:nvPr/>
        </p:nvSpPr>
        <p:spPr>
          <a:xfrm>
            <a:off x="8494878" y="534860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C274F24A-738E-0757-40B8-07EE64F9DC2B}"/>
              </a:ext>
            </a:extLst>
          </p:cNvPr>
          <p:cNvSpPr/>
          <p:nvPr/>
        </p:nvSpPr>
        <p:spPr>
          <a:xfrm>
            <a:off x="8582160" y="582450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319394F-DA59-A4E1-35B7-0F3592DCFE75}"/>
              </a:ext>
            </a:extLst>
          </p:cNvPr>
          <p:cNvSpPr/>
          <p:nvPr/>
        </p:nvSpPr>
        <p:spPr>
          <a:xfrm>
            <a:off x="8582160" y="61157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F8CFF8F3-531C-0244-D0C9-0DC37B93A712}"/>
              </a:ext>
            </a:extLst>
          </p:cNvPr>
          <p:cNvSpPr/>
          <p:nvPr/>
        </p:nvSpPr>
        <p:spPr>
          <a:xfrm>
            <a:off x="8814917" y="56071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0750115A-0CCC-F71F-A9B9-122E503A6F39}"/>
              </a:ext>
            </a:extLst>
          </p:cNvPr>
          <p:cNvSpPr/>
          <p:nvPr/>
        </p:nvSpPr>
        <p:spPr>
          <a:xfrm>
            <a:off x="8877261" y="582450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A1E3AC24-087D-C2B7-546A-0841E31A9685}"/>
              </a:ext>
            </a:extLst>
          </p:cNvPr>
          <p:cNvSpPr/>
          <p:nvPr/>
        </p:nvSpPr>
        <p:spPr>
          <a:xfrm>
            <a:off x="8877261" y="61157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40E84C09-4870-C070-64CC-E2A82E05157E}"/>
              </a:ext>
            </a:extLst>
          </p:cNvPr>
          <p:cNvSpPr/>
          <p:nvPr/>
        </p:nvSpPr>
        <p:spPr>
          <a:xfrm>
            <a:off x="9216700" y="529995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22A771F4-517C-FBEA-0BCB-CBC5F0CFFB29}"/>
              </a:ext>
            </a:extLst>
          </p:cNvPr>
          <p:cNvSpPr/>
          <p:nvPr/>
        </p:nvSpPr>
        <p:spPr>
          <a:xfrm>
            <a:off x="9179291" y="58262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AB82E6D8-89FF-0180-D112-4F2FA2715329}"/>
              </a:ext>
            </a:extLst>
          </p:cNvPr>
          <p:cNvSpPr/>
          <p:nvPr/>
        </p:nvSpPr>
        <p:spPr>
          <a:xfrm>
            <a:off x="9179291" y="611753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E18D65CE-2370-A224-1994-46C4F5F213EE}"/>
              </a:ext>
            </a:extLst>
          </p:cNvPr>
          <p:cNvSpPr/>
          <p:nvPr/>
        </p:nvSpPr>
        <p:spPr>
          <a:xfrm>
            <a:off x="9344161" y="55254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B7C64C3-22E8-D57E-94A0-78B30B703975}"/>
              </a:ext>
            </a:extLst>
          </p:cNvPr>
          <p:cNvSpPr/>
          <p:nvPr/>
        </p:nvSpPr>
        <p:spPr>
          <a:xfrm>
            <a:off x="9522884" y="573098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324B0FA8-1584-C22A-AA47-063B7B4889FB}"/>
              </a:ext>
            </a:extLst>
          </p:cNvPr>
          <p:cNvSpPr/>
          <p:nvPr/>
        </p:nvSpPr>
        <p:spPr>
          <a:xfrm>
            <a:off x="9489633" y="611579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F06D1A46-BE66-8B98-1953-AFFF4F229FA0}"/>
              </a:ext>
            </a:extLst>
          </p:cNvPr>
          <p:cNvSpPr/>
          <p:nvPr/>
        </p:nvSpPr>
        <p:spPr>
          <a:xfrm>
            <a:off x="6135448" y="480506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25DE4D9F-6827-FC31-E6A1-46A2ED3D1A38}"/>
              </a:ext>
            </a:extLst>
          </p:cNvPr>
          <p:cNvSpPr/>
          <p:nvPr/>
        </p:nvSpPr>
        <p:spPr>
          <a:xfrm>
            <a:off x="6139603" y="519038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EFBCF0D7-06F4-3C3B-B754-E067BF023720}"/>
              </a:ext>
            </a:extLst>
          </p:cNvPr>
          <p:cNvSpPr/>
          <p:nvPr/>
        </p:nvSpPr>
        <p:spPr>
          <a:xfrm>
            <a:off x="6339599" y="541600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4EE67A84-DCB3-7EE1-CE32-8E0D3E01ABF1}"/>
              </a:ext>
            </a:extLst>
          </p:cNvPr>
          <p:cNvSpPr/>
          <p:nvPr/>
        </p:nvSpPr>
        <p:spPr>
          <a:xfrm>
            <a:off x="6437478" y="4806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F8DE08C5-65DE-6A40-7D06-691665BE1B96}"/>
              </a:ext>
            </a:extLst>
          </p:cNvPr>
          <p:cNvSpPr/>
          <p:nvPr/>
        </p:nvSpPr>
        <p:spPr>
          <a:xfrm>
            <a:off x="6441633" y="509150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16E437B1-68F5-A650-A9AF-79BF1D62911E}"/>
              </a:ext>
            </a:extLst>
          </p:cNvPr>
          <p:cNvSpPr/>
          <p:nvPr/>
        </p:nvSpPr>
        <p:spPr>
          <a:xfrm>
            <a:off x="6595419" y="531242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1F4A301C-D3C4-4207-9DBD-219FA547119B}"/>
              </a:ext>
            </a:extLst>
          </p:cNvPr>
          <p:cNvSpPr/>
          <p:nvPr/>
        </p:nvSpPr>
        <p:spPr>
          <a:xfrm>
            <a:off x="6747820" y="48050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8B206E78-FB68-C1AC-1CCE-D34570BBC5EF}"/>
              </a:ext>
            </a:extLst>
          </p:cNvPr>
          <p:cNvSpPr/>
          <p:nvPr/>
        </p:nvSpPr>
        <p:spPr>
          <a:xfrm>
            <a:off x="6751975" y="50897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973670B2-4A4A-93AC-4745-A55436B2FC38}"/>
              </a:ext>
            </a:extLst>
          </p:cNvPr>
          <p:cNvSpPr/>
          <p:nvPr/>
        </p:nvSpPr>
        <p:spPr>
          <a:xfrm>
            <a:off x="6859144" y="534860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BBA161DC-5939-0C1B-EF37-53153FEE256B}"/>
              </a:ext>
            </a:extLst>
          </p:cNvPr>
          <p:cNvSpPr/>
          <p:nvPr/>
        </p:nvSpPr>
        <p:spPr>
          <a:xfrm>
            <a:off x="7042921" y="480506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5E56C066-AAC5-5916-2795-B12F245DE3EC}"/>
              </a:ext>
            </a:extLst>
          </p:cNvPr>
          <p:cNvSpPr/>
          <p:nvPr/>
        </p:nvSpPr>
        <p:spPr>
          <a:xfrm>
            <a:off x="7047076" y="508977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A57D74C7-EECC-6643-FE87-149C03AA156A}"/>
              </a:ext>
            </a:extLst>
          </p:cNvPr>
          <p:cNvSpPr/>
          <p:nvPr/>
        </p:nvSpPr>
        <p:spPr>
          <a:xfrm>
            <a:off x="7146828" y="532074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FF32546F-A8DA-50BB-801A-F21C3DF38FD7}"/>
              </a:ext>
            </a:extLst>
          </p:cNvPr>
          <p:cNvSpPr/>
          <p:nvPr/>
        </p:nvSpPr>
        <p:spPr>
          <a:xfrm>
            <a:off x="7344951" y="4806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E1DA6113-FE05-DB79-5678-029823833C1B}"/>
              </a:ext>
            </a:extLst>
          </p:cNvPr>
          <p:cNvSpPr/>
          <p:nvPr/>
        </p:nvSpPr>
        <p:spPr>
          <a:xfrm>
            <a:off x="7349106" y="509150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6785F74B-B015-08DA-59E8-6CE90FE26C19}"/>
              </a:ext>
            </a:extLst>
          </p:cNvPr>
          <p:cNvSpPr/>
          <p:nvPr/>
        </p:nvSpPr>
        <p:spPr>
          <a:xfrm>
            <a:off x="7411452" y="532905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51917AFC-138D-DCF8-E594-5C56F221E78C}"/>
              </a:ext>
            </a:extLst>
          </p:cNvPr>
          <p:cNvSpPr/>
          <p:nvPr/>
        </p:nvSpPr>
        <p:spPr>
          <a:xfrm>
            <a:off x="7655293" y="48050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D2D3B955-914C-FAAD-4125-A1654DBF4816}"/>
              </a:ext>
            </a:extLst>
          </p:cNvPr>
          <p:cNvSpPr/>
          <p:nvPr/>
        </p:nvSpPr>
        <p:spPr>
          <a:xfrm>
            <a:off x="7659448" y="50897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C827A5B6-7602-47F2-BD7F-C0679536E7F9}"/>
              </a:ext>
            </a:extLst>
          </p:cNvPr>
          <p:cNvSpPr/>
          <p:nvPr/>
        </p:nvSpPr>
        <p:spPr>
          <a:xfrm>
            <a:off x="7705168" y="529995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B1B6148F-CDF3-865B-BACF-705D27C0AEF6}"/>
              </a:ext>
            </a:extLst>
          </p:cNvPr>
          <p:cNvSpPr/>
          <p:nvPr/>
        </p:nvSpPr>
        <p:spPr>
          <a:xfrm>
            <a:off x="7965633" y="480506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745F34F7-5033-77C2-461A-EA50900D90C5}"/>
              </a:ext>
            </a:extLst>
          </p:cNvPr>
          <p:cNvSpPr/>
          <p:nvPr/>
        </p:nvSpPr>
        <p:spPr>
          <a:xfrm>
            <a:off x="7969788" y="508977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8D78119A-A932-849F-4702-86DAD9B21D06}"/>
              </a:ext>
            </a:extLst>
          </p:cNvPr>
          <p:cNvSpPr/>
          <p:nvPr/>
        </p:nvSpPr>
        <p:spPr>
          <a:xfrm>
            <a:off x="7933074" y="536645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10F93F9A-BE49-3B76-49C0-00454C151BA0}"/>
              </a:ext>
            </a:extLst>
          </p:cNvPr>
          <p:cNvSpPr/>
          <p:nvPr/>
        </p:nvSpPr>
        <p:spPr>
          <a:xfrm>
            <a:off x="8267663" y="4806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205AB024-C52B-AC9D-76E7-D3C745B91E38}"/>
              </a:ext>
            </a:extLst>
          </p:cNvPr>
          <p:cNvSpPr/>
          <p:nvPr/>
        </p:nvSpPr>
        <p:spPr>
          <a:xfrm>
            <a:off x="8271818" y="509150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A9F9434B-3785-43A0-7477-1288C74D0500}"/>
              </a:ext>
            </a:extLst>
          </p:cNvPr>
          <p:cNvSpPr/>
          <p:nvPr/>
        </p:nvSpPr>
        <p:spPr>
          <a:xfrm>
            <a:off x="8201160" y="541356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E38495D8-04B4-ABCE-B49F-15A418B9267F}"/>
              </a:ext>
            </a:extLst>
          </p:cNvPr>
          <p:cNvSpPr/>
          <p:nvPr/>
        </p:nvSpPr>
        <p:spPr>
          <a:xfrm>
            <a:off x="8578005" y="48050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2B635B3A-C216-478D-3BB4-A1FE5B77BC65}"/>
              </a:ext>
            </a:extLst>
          </p:cNvPr>
          <p:cNvSpPr/>
          <p:nvPr/>
        </p:nvSpPr>
        <p:spPr>
          <a:xfrm>
            <a:off x="8582160" y="50897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E8DDF79F-E141-19B5-0238-57771A9FB017}"/>
              </a:ext>
            </a:extLst>
          </p:cNvPr>
          <p:cNvSpPr/>
          <p:nvPr/>
        </p:nvSpPr>
        <p:spPr>
          <a:xfrm>
            <a:off x="8607098" y="553979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52BF2C02-62EC-8FC3-7322-8A33BC10116C}"/>
              </a:ext>
            </a:extLst>
          </p:cNvPr>
          <p:cNvSpPr/>
          <p:nvPr/>
        </p:nvSpPr>
        <p:spPr>
          <a:xfrm>
            <a:off x="8873106" y="480506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17AEFE87-BA52-7CF1-B4A0-8DC2DDA3E8A5}"/>
              </a:ext>
            </a:extLst>
          </p:cNvPr>
          <p:cNvSpPr/>
          <p:nvPr/>
        </p:nvSpPr>
        <p:spPr>
          <a:xfrm>
            <a:off x="8877261" y="508977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71577788-223A-35E6-A141-A7647F76E7C2}"/>
              </a:ext>
            </a:extLst>
          </p:cNvPr>
          <p:cNvSpPr/>
          <p:nvPr/>
        </p:nvSpPr>
        <p:spPr>
          <a:xfrm>
            <a:off x="8856480" y="534860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49ABE674-41BE-59E0-06FF-020644E6C460}"/>
              </a:ext>
            </a:extLst>
          </p:cNvPr>
          <p:cNvSpPr/>
          <p:nvPr/>
        </p:nvSpPr>
        <p:spPr>
          <a:xfrm>
            <a:off x="9175136" y="4806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5E248015-D1AE-0E58-6E66-B75B7D5A6F1E}"/>
              </a:ext>
            </a:extLst>
          </p:cNvPr>
          <p:cNvSpPr/>
          <p:nvPr/>
        </p:nvSpPr>
        <p:spPr>
          <a:xfrm>
            <a:off x="9179291" y="509150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2BCBD2C5-CAF3-3BF5-FEA6-9FFE3F024576}"/>
              </a:ext>
            </a:extLst>
          </p:cNvPr>
          <p:cNvSpPr/>
          <p:nvPr/>
        </p:nvSpPr>
        <p:spPr>
          <a:xfrm>
            <a:off x="9075382" y="547036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C7C9CBFD-C55A-016E-5FAD-D9A38D6FBDD7}"/>
              </a:ext>
            </a:extLst>
          </p:cNvPr>
          <p:cNvSpPr/>
          <p:nvPr/>
        </p:nvSpPr>
        <p:spPr>
          <a:xfrm>
            <a:off x="9485478" y="48050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AE8B22D1-1BA8-BBCF-4EFE-79CE0CBD7C51}"/>
              </a:ext>
            </a:extLst>
          </p:cNvPr>
          <p:cNvSpPr/>
          <p:nvPr/>
        </p:nvSpPr>
        <p:spPr>
          <a:xfrm>
            <a:off x="9489633" y="50897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86675A98-1E9C-934F-B32B-671E665C96D1}"/>
              </a:ext>
            </a:extLst>
          </p:cNvPr>
          <p:cNvSpPr/>
          <p:nvPr/>
        </p:nvSpPr>
        <p:spPr>
          <a:xfrm>
            <a:off x="9539509" y="534860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83E8BA81-ACAE-7BF8-C5DF-9F5A329B1159}"/>
              </a:ext>
            </a:extLst>
          </p:cNvPr>
          <p:cNvSpPr/>
          <p:nvPr/>
        </p:nvSpPr>
        <p:spPr>
          <a:xfrm>
            <a:off x="1253874" y="3331817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19CB4498-A7DC-9479-374C-10AF13FE1522}"/>
              </a:ext>
            </a:extLst>
          </p:cNvPr>
          <p:cNvSpPr/>
          <p:nvPr/>
        </p:nvSpPr>
        <p:spPr>
          <a:xfrm>
            <a:off x="1421429" y="339901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5A6A4C81-094B-2E0E-C934-EDC82989028C}"/>
              </a:ext>
            </a:extLst>
          </p:cNvPr>
          <p:cNvSpPr/>
          <p:nvPr/>
        </p:nvSpPr>
        <p:spPr>
          <a:xfrm>
            <a:off x="1369559" y="36787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408558DB-2C81-A514-7C1B-90E92EA29786}"/>
              </a:ext>
            </a:extLst>
          </p:cNvPr>
          <p:cNvSpPr/>
          <p:nvPr/>
        </p:nvSpPr>
        <p:spPr>
          <a:xfrm>
            <a:off x="1338389" y="397026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9524D0E9-03CD-690D-391F-7B3D93455B2B}"/>
              </a:ext>
            </a:extLst>
          </p:cNvPr>
          <p:cNvSpPr/>
          <p:nvPr/>
        </p:nvSpPr>
        <p:spPr>
          <a:xfrm>
            <a:off x="1755238" y="338758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D6353024-696C-8B91-6582-D61B8FE0BD76}"/>
              </a:ext>
            </a:extLst>
          </p:cNvPr>
          <p:cNvSpPr/>
          <p:nvPr/>
        </p:nvSpPr>
        <p:spPr>
          <a:xfrm>
            <a:off x="1719387" y="365903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053ADA0C-67B4-26FF-9FF4-5B599C6D4891}"/>
              </a:ext>
            </a:extLst>
          </p:cNvPr>
          <p:cNvSpPr/>
          <p:nvPr/>
        </p:nvSpPr>
        <p:spPr>
          <a:xfrm>
            <a:off x="1560752" y="387797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3986EFAE-B89C-C58D-8BD4-B7D949AB4822}"/>
              </a:ext>
            </a:extLst>
          </p:cNvPr>
          <p:cNvSpPr/>
          <p:nvPr/>
        </p:nvSpPr>
        <p:spPr>
          <a:xfrm>
            <a:off x="2073721" y="336925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EBDDA3BB-9216-EE76-B7D9-77CECF4E6A7E}"/>
              </a:ext>
            </a:extLst>
          </p:cNvPr>
          <p:cNvSpPr/>
          <p:nvPr/>
        </p:nvSpPr>
        <p:spPr>
          <a:xfrm>
            <a:off x="2015185" y="362080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AA899CB9-50BF-A271-92B7-C3DE3698C46B}"/>
              </a:ext>
            </a:extLst>
          </p:cNvPr>
          <p:cNvSpPr/>
          <p:nvPr/>
        </p:nvSpPr>
        <p:spPr>
          <a:xfrm>
            <a:off x="1856892" y="39579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EDEDFFF9-F2E1-D6A0-20E9-41F74AFB67C1}"/>
              </a:ext>
            </a:extLst>
          </p:cNvPr>
          <p:cNvSpPr/>
          <p:nvPr/>
        </p:nvSpPr>
        <p:spPr>
          <a:xfrm>
            <a:off x="2341457" y="344539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B6FA4A34-5530-EE57-ECAD-5F93ADA330D0}"/>
              </a:ext>
            </a:extLst>
          </p:cNvPr>
          <p:cNvSpPr/>
          <p:nvPr/>
        </p:nvSpPr>
        <p:spPr>
          <a:xfrm>
            <a:off x="2331759" y="365714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0F40BEE2-A6A0-7A68-6316-B53A7514BFA1}"/>
              </a:ext>
            </a:extLst>
          </p:cNvPr>
          <p:cNvSpPr/>
          <p:nvPr/>
        </p:nvSpPr>
        <p:spPr>
          <a:xfrm>
            <a:off x="2153032" y="392951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A0A93E8C-4CE2-1D4E-7F6F-CD3ACE41C9FA}"/>
              </a:ext>
            </a:extLst>
          </p:cNvPr>
          <p:cNvSpPr/>
          <p:nvPr/>
        </p:nvSpPr>
        <p:spPr>
          <a:xfrm>
            <a:off x="2588763" y="3371552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05E1939-6BC6-9FF7-B6EA-1685AA9C29F5}"/>
              </a:ext>
            </a:extLst>
          </p:cNvPr>
          <p:cNvSpPr/>
          <p:nvPr/>
        </p:nvSpPr>
        <p:spPr>
          <a:xfrm>
            <a:off x="2585299" y="371871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B61A6065-E88F-CB2A-663C-D94B44A3F703}"/>
              </a:ext>
            </a:extLst>
          </p:cNvPr>
          <p:cNvSpPr/>
          <p:nvPr/>
        </p:nvSpPr>
        <p:spPr>
          <a:xfrm>
            <a:off x="2571442" y="397406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56EFECDE-3704-BDE4-4293-D1CD9BDC1A8A}"/>
              </a:ext>
            </a:extLst>
          </p:cNvPr>
          <p:cNvSpPr/>
          <p:nvPr/>
        </p:nvSpPr>
        <p:spPr>
          <a:xfrm>
            <a:off x="2973570" y="340194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5B728A1D-16D0-FBCC-F95E-1FCC09F3EDED}"/>
              </a:ext>
            </a:extLst>
          </p:cNvPr>
          <p:cNvSpPr/>
          <p:nvPr/>
        </p:nvSpPr>
        <p:spPr>
          <a:xfrm>
            <a:off x="2773373" y="354623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D7A7175F-20F4-788F-A494-E4D2610F16A6}"/>
              </a:ext>
            </a:extLst>
          </p:cNvPr>
          <p:cNvSpPr/>
          <p:nvPr/>
        </p:nvSpPr>
        <p:spPr>
          <a:xfrm>
            <a:off x="2861004" y="385624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97BA5499-AF02-DA16-6B56-0AECAC9F244C}"/>
              </a:ext>
            </a:extLst>
          </p:cNvPr>
          <p:cNvSpPr/>
          <p:nvPr/>
        </p:nvSpPr>
        <p:spPr>
          <a:xfrm>
            <a:off x="3237154" y="3459467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A8333D8D-5F82-3FB4-B290-BC01AEEF891E}"/>
              </a:ext>
            </a:extLst>
          </p:cNvPr>
          <p:cNvSpPr/>
          <p:nvPr/>
        </p:nvSpPr>
        <p:spPr>
          <a:xfrm>
            <a:off x="3050812" y="363120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B5A8D666-94A7-DD11-C8DD-C95EE3FE4C89}"/>
              </a:ext>
            </a:extLst>
          </p:cNvPr>
          <p:cNvSpPr/>
          <p:nvPr/>
        </p:nvSpPr>
        <p:spPr>
          <a:xfrm>
            <a:off x="3157489" y="389853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FC8AA84E-F7A2-D589-A72B-E025090AA11E}"/>
              </a:ext>
            </a:extLst>
          </p:cNvPr>
          <p:cNvSpPr/>
          <p:nvPr/>
        </p:nvSpPr>
        <p:spPr>
          <a:xfrm>
            <a:off x="3446355" y="342714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C7CEF23C-1A08-DA03-520F-BBC844F750E6}"/>
              </a:ext>
            </a:extLst>
          </p:cNvPr>
          <p:cNvSpPr/>
          <p:nvPr/>
        </p:nvSpPr>
        <p:spPr>
          <a:xfrm>
            <a:off x="3380551" y="368992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88A01177-FA6C-B087-ADC8-97F2429A6B8D}"/>
              </a:ext>
            </a:extLst>
          </p:cNvPr>
          <p:cNvSpPr/>
          <p:nvPr/>
        </p:nvSpPr>
        <p:spPr>
          <a:xfrm>
            <a:off x="3499696" y="393537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D522640B-30D1-FEC6-0593-E42AFAF4FDD5}"/>
              </a:ext>
            </a:extLst>
          </p:cNvPr>
          <p:cNvSpPr/>
          <p:nvPr/>
        </p:nvSpPr>
        <p:spPr>
          <a:xfrm>
            <a:off x="3785793" y="3422847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6BAA2BE6-4507-26D9-F5A5-9DE932061961}"/>
              </a:ext>
            </a:extLst>
          </p:cNvPr>
          <p:cNvSpPr/>
          <p:nvPr/>
        </p:nvSpPr>
        <p:spPr>
          <a:xfrm>
            <a:off x="3659025" y="365066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A3B60B57-8E33-45EB-C657-C6A5E313B0DD}"/>
              </a:ext>
            </a:extLst>
          </p:cNvPr>
          <p:cNvSpPr/>
          <p:nvPr/>
        </p:nvSpPr>
        <p:spPr>
          <a:xfrm>
            <a:off x="3808651" y="38784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FAB63C32-BCCD-6CF6-1E77-C722E00EB2A8}"/>
              </a:ext>
            </a:extLst>
          </p:cNvPr>
          <p:cNvSpPr/>
          <p:nvPr/>
        </p:nvSpPr>
        <p:spPr>
          <a:xfrm>
            <a:off x="4028940" y="338584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C2B3DDD1-9223-7FE7-0DD2-AF39290EF6A7}"/>
              </a:ext>
            </a:extLst>
          </p:cNvPr>
          <p:cNvSpPr/>
          <p:nvPr/>
        </p:nvSpPr>
        <p:spPr>
          <a:xfrm>
            <a:off x="4033095" y="367056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ABA3139A-7D56-0CC6-4A23-CC462B1E3EDC}"/>
              </a:ext>
            </a:extLst>
          </p:cNvPr>
          <p:cNvSpPr/>
          <p:nvPr/>
        </p:nvSpPr>
        <p:spPr>
          <a:xfrm>
            <a:off x="3985990" y="398120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40D26184-E61E-904E-C3F2-2A7C4BCB550E}"/>
              </a:ext>
            </a:extLst>
          </p:cNvPr>
          <p:cNvSpPr/>
          <p:nvPr/>
        </p:nvSpPr>
        <p:spPr>
          <a:xfrm>
            <a:off x="4330970" y="338758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887B22E9-0DC5-7131-2C64-4E0930DA84BE}"/>
              </a:ext>
            </a:extLst>
          </p:cNvPr>
          <p:cNvSpPr/>
          <p:nvPr/>
        </p:nvSpPr>
        <p:spPr>
          <a:xfrm>
            <a:off x="4328196" y="36035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8D70EFAA-0750-BEED-8503-0EEB1BF2B674}"/>
              </a:ext>
            </a:extLst>
          </p:cNvPr>
          <p:cNvSpPr/>
          <p:nvPr/>
        </p:nvSpPr>
        <p:spPr>
          <a:xfrm>
            <a:off x="4290789" y="38784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26D7462B-7491-2B5B-D4F0-4784869E5DAA}"/>
              </a:ext>
            </a:extLst>
          </p:cNvPr>
          <p:cNvSpPr/>
          <p:nvPr/>
        </p:nvSpPr>
        <p:spPr>
          <a:xfrm>
            <a:off x="4641312" y="338584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5142BFF9-5A9C-960D-7FA1-543D9C677A7D}"/>
              </a:ext>
            </a:extLst>
          </p:cNvPr>
          <p:cNvSpPr/>
          <p:nvPr/>
        </p:nvSpPr>
        <p:spPr>
          <a:xfrm>
            <a:off x="4645467" y="367055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B27DADB8-1FF8-02FC-786C-A4C665273677}"/>
              </a:ext>
            </a:extLst>
          </p:cNvPr>
          <p:cNvSpPr/>
          <p:nvPr/>
        </p:nvSpPr>
        <p:spPr>
          <a:xfrm>
            <a:off x="4562340" y="398120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14A5B7D-A2B2-C18C-C210-1BE89B1898A0}"/>
              </a:ext>
            </a:extLst>
          </p:cNvPr>
          <p:cNvSpPr/>
          <p:nvPr/>
        </p:nvSpPr>
        <p:spPr>
          <a:xfrm>
            <a:off x="1253874" y="2162052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802D3389-01E1-1C6A-40A6-2E00EA1584E5}"/>
              </a:ext>
            </a:extLst>
          </p:cNvPr>
          <p:cNvSpPr/>
          <p:nvPr/>
        </p:nvSpPr>
        <p:spPr>
          <a:xfrm>
            <a:off x="1345315" y="226499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268C9751-0787-808B-B6DB-7947ED90F623}"/>
              </a:ext>
            </a:extLst>
          </p:cNvPr>
          <p:cNvSpPr/>
          <p:nvPr/>
        </p:nvSpPr>
        <p:spPr>
          <a:xfrm>
            <a:off x="1390340" y="252853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F606120B-3EC7-C0AC-3F8F-69E82248C66A}"/>
              </a:ext>
            </a:extLst>
          </p:cNvPr>
          <p:cNvSpPr/>
          <p:nvPr/>
        </p:nvSpPr>
        <p:spPr>
          <a:xfrm>
            <a:off x="1365058" y="2792085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8E5859C6-956F-3946-9799-5A9CB79A2B27}"/>
              </a:ext>
            </a:extLst>
          </p:cNvPr>
          <p:cNvSpPr/>
          <p:nvPr/>
        </p:nvSpPr>
        <p:spPr>
          <a:xfrm>
            <a:off x="1593312" y="221781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69E53C07-F25C-EE7F-D0D1-BCE8ABAC9426}"/>
              </a:ext>
            </a:extLst>
          </p:cNvPr>
          <p:cNvSpPr/>
          <p:nvPr/>
        </p:nvSpPr>
        <p:spPr>
          <a:xfrm>
            <a:off x="1664315" y="249411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DD5768A1-12F8-D9BD-2241-2E9E6016F44F}"/>
              </a:ext>
            </a:extLst>
          </p:cNvPr>
          <p:cNvSpPr/>
          <p:nvPr/>
        </p:nvSpPr>
        <p:spPr>
          <a:xfrm>
            <a:off x="1642842" y="275159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159A50CC-2FD8-C7B1-83B1-50305D6BE5C8}"/>
              </a:ext>
            </a:extLst>
          </p:cNvPr>
          <p:cNvSpPr/>
          <p:nvPr/>
        </p:nvSpPr>
        <p:spPr>
          <a:xfrm>
            <a:off x="1903654" y="221608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29B5C08D-0ED8-2B38-F376-0881DB703234}"/>
              </a:ext>
            </a:extLst>
          </p:cNvPr>
          <p:cNvSpPr/>
          <p:nvPr/>
        </p:nvSpPr>
        <p:spPr>
          <a:xfrm>
            <a:off x="2033194" y="247558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8476D1D3-9299-7F6E-C8F9-B609DB3A0392}"/>
              </a:ext>
            </a:extLst>
          </p:cNvPr>
          <p:cNvSpPr/>
          <p:nvPr/>
        </p:nvSpPr>
        <p:spPr>
          <a:xfrm>
            <a:off x="1887032" y="265141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9DFF5F32-8C18-F437-E47B-79FD12DC38DD}"/>
              </a:ext>
            </a:extLst>
          </p:cNvPr>
          <p:cNvSpPr/>
          <p:nvPr/>
        </p:nvSpPr>
        <p:spPr>
          <a:xfrm>
            <a:off x="2241362" y="219272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67269F18-F8A1-4319-3176-5C6CD4EBE061}"/>
              </a:ext>
            </a:extLst>
          </p:cNvPr>
          <p:cNvSpPr/>
          <p:nvPr/>
        </p:nvSpPr>
        <p:spPr>
          <a:xfrm>
            <a:off x="2297124" y="246471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34042188-5C17-95D9-589B-BAE6DDABA018}"/>
              </a:ext>
            </a:extLst>
          </p:cNvPr>
          <p:cNvSpPr/>
          <p:nvPr/>
        </p:nvSpPr>
        <p:spPr>
          <a:xfrm>
            <a:off x="2143337" y="272325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4E90AD99-469B-5826-FA62-341F6A2E3DF8}"/>
              </a:ext>
            </a:extLst>
          </p:cNvPr>
          <p:cNvSpPr/>
          <p:nvPr/>
        </p:nvSpPr>
        <p:spPr>
          <a:xfrm>
            <a:off x="2571441" y="230930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5982482F-8CE5-B61E-D41F-0DE20095972E}"/>
              </a:ext>
            </a:extLst>
          </p:cNvPr>
          <p:cNvSpPr/>
          <p:nvPr/>
        </p:nvSpPr>
        <p:spPr>
          <a:xfrm>
            <a:off x="2540961" y="254450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26348F52-8674-DF91-4969-2756ED04EDAF}"/>
              </a:ext>
            </a:extLst>
          </p:cNvPr>
          <p:cNvSpPr/>
          <p:nvPr/>
        </p:nvSpPr>
        <p:spPr>
          <a:xfrm>
            <a:off x="2423891" y="281884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18AD06FC-2C38-3615-092C-0601A060CB1C}"/>
              </a:ext>
            </a:extLst>
          </p:cNvPr>
          <p:cNvSpPr/>
          <p:nvPr/>
        </p:nvSpPr>
        <p:spPr>
          <a:xfrm>
            <a:off x="2811127" y="221608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244AEA13-70D8-3ADF-1AD5-F45CB0148147}"/>
              </a:ext>
            </a:extLst>
          </p:cNvPr>
          <p:cNvSpPr/>
          <p:nvPr/>
        </p:nvSpPr>
        <p:spPr>
          <a:xfrm>
            <a:off x="2815282" y="25007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F868D9CC-98E4-516E-1B95-105E44618E4C}"/>
              </a:ext>
            </a:extLst>
          </p:cNvPr>
          <p:cNvSpPr/>
          <p:nvPr/>
        </p:nvSpPr>
        <p:spPr>
          <a:xfrm>
            <a:off x="2815282" y="279208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BBDD0D5E-C902-DDF0-67B5-949DB6F585A5}"/>
              </a:ext>
            </a:extLst>
          </p:cNvPr>
          <p:cNvSpPr/>
          <p:nvPr/>
        </p:nvSpPr>
        <p:spPr>
          <a:xfrm>
            <a:off x="3073667" y="230930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83965C72-2E8D-7CAB-0D49-57C34BC0C9DB}"/>
              </a:ext>
            </a:extLst>
          </p:cNvPr>
          <p:cNvSpPr/>
          <p:nvPr/>
        </p:nvSpPr>
        <p:spPr>
          <a:xfrm>
            <a:off x="3141557" y="262048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2A98276B-837B-1693-BB5E-3B0BEC3B884E}"/>
              </a:ext>
            </a:extLst>
          </p:cNvPr>
          <p:cNvSpPr/>
          <p:nvPr/>
        </p:nvSpPr>
        <p:spPr>
          <a:xfrm>
            <a:off x="3042496" y="2803205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2587C1FB-BE3A-33A1-E72E-7B707AA38C0A}"/>
              </a:ext>
            </a:extLst>
          </p:cNvPr>
          <p:cNvSpPr/>
          <p:nvPr/>
        </p:nvSpPr>
        <p:spPr>
          <a:xfrm>
            <a:off x="3423497" y="221781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2B0B71DA-8DB9-A220-C276-CD0F668F4E65}"/>
              </a:ext>
            </a:extLst>
          </p:cNvPr>
          <p:cNvSpPr/>
          <p:nvPr/>
        </p:nvSpPr>
        <p:spPr>
          <a:xfrm>
            <a:off x="3427652" y="250252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6EF18A25-1FB5-1D07-9470-3CAE3749EA65}"/>
              </a:ext>
            </a:extLst>
          </p:cNvPr>
          <p:cNvSpPr/>
          <p:nvPr/>
        </p:nvSpPr>
        <p:spPr>
          <a:xfrm>
            <a:off x="3348682" y="273134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9F009E5D-11C8-9A96-CB77-DB2B3F95DC85}"/>
              </a:ext>
            </a:extLst>
          </p:cNvPr>
          <p:cNvSpPr/>
          <p:nvPr/>
        </p:nvSpPr>
        <p:spPr>
          <a:xfrm>
            <a:off x="3733839" y="221608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05A2D88B-296B-1BE1-F269-950E792F70CA}"/>
              </a:ext>
            </a:extLst>
          </p:cNvPr>
          <p:cNvSpPr/>
          <p:nvPr/>
        </p:nvSpPr>
        <p:spPr>
          <a:xfrm>
            <a:off x="3658330" y="245104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C1BB611B-E486-EBAF-CA31-55AC8FFD97C6}"/>
              </a:ext>
            </a:extLst>
          </p:cNvPr>
          <p:cNvSpPr/>
          <p:nvPr/>
        </p:nvSpPr>
        <p:spPr>
          <a:xfrm>
            <a:off x="3645169" y="2819637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45121C04-D69D-59A6-79DA-C5E1EE8B4DE8}"/>
              </a:ext>
            </a:extLst>
          </p:cNvPr>
          <p:cNvSpPr/>
          <p:nvPr/>
        </p:nvSpPr>
        <p:spPr>
          <a:xfrm>
            <a:off x="3921220" y="236461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9C12DD7A-C296-494F-7C80-F4E4C62736B6}"/>
              </a:ext>
            </a:extLst>
          </p:cNvPr>
          <p:cNvSpPr/>
          <p:nvPr/>
        </p:nvSpPr>
        <p:spPr>
          <a:xfrm>
            <a:off x="4085051" y="258282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454B9FB0-25C4-DEEC-7D15-57C65ADD565F}"/>
              </a:ext>
            </a:extLst>
          </p:cNvPr>
          <p:cNvSpPr/>
          <p:nvPr/>
        </p:nvSpPr>
        <p:spPr>
          <a:xfrm>
            <a:off x="3890393" y="269648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252EDE18-73D3-D697-4918-5888824250D4}"/>
              </a:ext>
            </a:extLst>
          </p:cNvPr>
          <p:cNvSpPr/>
          <p:nvPr/>
        </p:nvSpPr>
        <p:spPr>
          <a:xfrm>
            <a:off x="4143932" y="226063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3BD0985A-5746-FFF3-14A4-CCC23D2E7199}"/>
              </a:ext>
            </a:extLst>
          </p:cNvPr>
          <p:cNvSpPr/>
          <p:nvPr/>
        </p:nvSpPr>
        <p:spPr>
          <a:xfrm>
            <a:off x="4309495" y="242928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9651E79F-D0FB-31C7-3C29-ABE6A996705F}"/>
              </a:ext>
            </a:extLst>
          </p:cNvPr>
          <p:cNvSpPr/>
          <p:nvPr/>
        </p:nvSpPr>
        <p:spPr>
          <a:xfrm>
            <a:off x="4210432" y="281408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1E002716-635C-4606-4F10-8314E2BC8008}"/>
              </a:ext>
            </a:extLst>
          </p:cNvPr>
          <p:cNvSpPr/>
          <p:nvPr/>
        </p:nvSpPr>
        <p:spPr>
          <a:xfrm>
            <a:off x="4691187" y="239163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84D38C25-2FE8-7D5C-2EF1-E6D4ACDD4BB0}"/>
              </a:ext>
            </a:extLst>
          </p:cNvPr>
          <p:cNvSpPr/>
          <p:nvPr/>
        </p:nvSpPr>
        <p:spPr>
          <a:xfrm>
            <a:off x="4458431" y="254663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BCB0B61F-9DEF-F961-D595-3A2D24BCCD9B}"/>
              </a:ext>
            </a:extLst>
          </p:cNvPr>
          <p:cNvSpPr/>
          <p:nvPr/>
        </p:nvSpPr>
        <p:spPr>
          <a:xfrm>
            <a:off x="4545716" y="2792085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Oval 445">
            <a:extLst>
              <a:ext uri="{FF2B5EF4-FFF2-40B4-BE49-F238E27FC236}">
                <a16:creationId xmlns:a16="http://schemas.microsoft.com/office/drawing/2014/main" id="{DEECF37A-A712-ABBA-35A9-4FE44F36A8EC}"/>
              </a:ext>
            </a:extLst>
          </p:cNvPr>
          <p:cNvSpPr/>
          <p:nvPr/>
        </p:nvSpPr>
        <p:spPr>
          <a:xfrm>
            <a:off x="1278117" y="3212869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603F2B52-54D7-388C-EDA2-B7DF2593EF5F}"/>
              </a:ext>
            </a:extLst>
          </p:cNvPr>
          <p:cNvSpPr/>
          <p:nvPr/>
        </p:nvSpPr>
        <p:spPr>
          <a:xfrm>
            <a:off x="1510483" y="3078480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D133541-4455-219E-B1A6-7CB4EABB4834}"/>
              </a:ext>
            </a:extLst>
          </p:cNvPr>
          <p:cNvSpPr/>
          <p:nvPr/>
        </p:nvSpPr>
        <p:spPr>
          <a:xfrm>
            <a:off x="1868363" y="3207328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Oval 451">
            <a:extLst>
              <a:ext uri="{FF2B5EF4-FFF2-40B4-BE49-F238E27FC236}">
                <a16:creationId xmlns:a16="http://schemas.microsoft.com/office/drawing/2014/main" id="{41F797C3-00BC-6463-C011-ED48BEE54BCB}"/>
              </a:ext>
            </a:extLst>
          </p:cNvPr>
          <p:cNvSpPr/>
          <p:nvPr/>
        </p:nvSpPr>
        <p:spPr>
          <a:xfrm>
            <a:off x="2145451" y="3057698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E8B4571C-9FC3-1F2A-21D7-74685B8F5FCC}"/>
              </a:ext>
            </a:extLst>
          </p:cNvPr>
          <p:cNvSpPr/>
          <p:nvPr/>
        </p:nvSpPr>
        <p:spPr>
          <a:xfrm>
            <a:off x="2407264" y="3124200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5D391021-7695-6625-3B81-1FE229D2E3BE}"/>
              </a:ext>
            </a:extLst>
          </p:cNvPr>
          <p:cNvSpPr/>
          <p:nvPr/>
        </p:nvSpPr>
        <p:spPr>
          <a:xfrm>
            <a:off x="3131897" y="3082636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4345E973-A4E2-ED2C-07E2-4B11AFCF349D}"/>
              </a:ext>
            </a:extLst>
          </p:cNvPr>
          <p:cNvSpPr/>
          <p:nvPr/>
        </p:nvSpPr>
        <p:spPr>
          <a:xfrm>
            <a:off x="2813241" y="3219796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0A35F11F-2E5D-1411-6B77-679832215411}"/>
              </a:ext>
            </a:extLst>
          </p:cNvPr>
          <p:cNvSpPr/>
          <p:nvPr/>
        </p:nvSpPr>
        <p:spPr>
          <a:xfrm>
            <a:off x="3747036" y="3186545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E9CDFEC9-55E8-256A-A422-6504A233A652}"/>
              </a:ext>
            </a:extLst>
          </p:cNvPr>
          <p:cNvSpPr/>
          <p:nvPr/>
        </p:nvSpPr>
        <p:spPr>
          <a:xfrm>
            <a:off x="4020578" y="3082636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637495E1-C0A4-EF80-3A0E-FD1A45972065}"/>
              </a:ext>
            </a:extLst>
          </p:cNvPr>
          <p:cNvSpPr/>
          <p:nvPr/>
        </p:nvSpPr>
        <p:spPr>
          <a:xfrm>
            <a:off x="3443584" y="3203171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A7BFD375-E611-55FC-10B2-69506EAFC726}"/>
              </a:ext>
            </a:extLst>
          </p:cNvPr>
          <p:cNvSpPr/>
          <p:nvPr/>
        </p:nvSpPr>
        <p:spPr>
          <a:xfrm>
            <a:off x="4770157" y="3228109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val 467">
            <a:extLst>
              <a:ext uri="{FF2B5EF4-FFF2-40B4-BE49-F238E27FC236}">
                <a16:creationId xmlns:a16="http://schemas.microsoft.com/office/drawing/2014/main" id="{B62D2A4B-CDEC-0037-67D5-0931C93ADEBE}"/>
              </a:ext>
            </a:extLst>
          </p:cNvPr>
          <p:cNvSpPr/>
          <p:nvPr/>
        </p:nvSpPr>
        <p:spPr>
          <a:xfrm>
            <a:off x="4433493" y="3028604"/>
            <a:ext cx="112223" cy="1122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DAFBAEC6-A007-2E9D-359C-EF67B79B995D}"/>
              </a:ext>
            </a:extLst>
          </p:cNvPr>
          <p:cNvSpPr/>
          <p:nvPr/>
        </p:nvSpPr>
        <p:spPr>
          <a:xfrm>
            <a:off x="6011525" y="3232278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16D9F024-8CAE-9BDD-631B-F4D850BE4309}"/>
              </a:ext>
            </a:extLst>
          </p:cNvPr>
          <p:cNvSpPr/>
          <p:nvPr/>
        </p:nvSpPr>
        <p:spPr>
          <a:xfrm>
            <a:off x="6179080" y="3299474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8D915FFA-8360-39BC-39D3-FED6EC5A3AE4}"/>
              </a:ext>
            </a:extLst>
          </p:cNvPr>
          <p:cNvSpPr/>
          <p:nvPr/>
        </p:nvSpPr>
        <p:spPr>
          <a:xfrm>
            <a:off x="6127210" y="357921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7E35D807-EE03-7EAA-CC85-92C634034287}"/>
              </a:ext>
            </a:extLst>
          </p:cNvPr>
          <p:cNvSpPr/>
          <p:nvPr/>
        </p:nvSpPr>
        <p:spPr>
          <a:xfrm>
            <a:off x="6096040" y="387072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Oval 477">
            <a:extLst>
              <a:ext uri="{FF2B5EF4-FFF2-40B4-BE49-F238E27FC236}">
                <a16:creationId xmlns:a16="http://schemas.microsoft.com/office/drawing/2014/main" id="{3816FA79-5010-266B-7E71-36191F1AFE04}"/>
              </a:ext>
            </a:extLst>
          </p:cNvPr>
          <p:cNvSpPr/>
          <p:nvPr/>
        </p:nvSpPr>
        <p:spPr>
          <a:xfrm>
            <a:off x="6512889" y="3288041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BDDD1B51-1A4B-EE96-32D8-3E38A6E26E46}"/>
              </a:ext>
            </a:extLst>
          </p:cNvPr>
          <p:cNvSpPr/>
          <p:nvPr/>
        </p:nvSpPr>
        <p:spPr>
          <a:xfrm>
            <a:off x="6477038" y="355950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57B11424-7C77-639E-44EE-730F1AA8A7DE}"/>
              </a:ext>
            </a:extLst>
          </p:cNvPr>
          <p:cNvSpPr/>
          <p:nvPr/>
        </p:nvSpPr>
        <p:spPr>
          <a:xfrm>
            <a:off x="6318403" y="377843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2ACA65F5-81D3-E3AB-6DAA-0EC71BAE805E}"/>
              </a:ext>
            </a:extLst>
          </p:cNvPr>
          <p:cNvSpPr/>
          <p:nvPr/>
        </p:nvSpPr>
        <p:spPr>
          <a:xfrm>
            <a:off x="6831372" y="3269717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DCE76907-CC19-1080-E787-53C5AF2BBAB7}"/>
              </a:ext>
            </a:extLst>
          </p:cNvPr>
          <p:cNvSpPr/>
          <p:nvPr/>
        </p:nvSpPr>
        <p:spPr>
          <a:xfrm>
            <a:off x="6772836" y="352126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EA7AE48E-BBE4-50E4-C235-74BF8AA6700E}"/>
              </a:ext>
            </a:extLst>
          </p:cNvPr>
          <p:cNvSpPr/>
          <p:nvPr/>
        </p:nvSpPr>
        <p:spPr>
          <a:xfrm>
            <a:off x="6614543" y="385841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DD2C8C3C-704E-C236-5650-44E5AB604147}"/>
              </a:ext>
            </a:extLst>
          </p:cNvPr>
          <p:cNvSpPr/>
          <p:nvPr/>
        </p:nvSpPr>
        <p:spPr>
          <a:xfrm>
            <a:off x="7099108" y="3345857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ABC5CF9C-D228-ED1E-6BAE-E1C3D33D07AF}"/>
              </a:ext>
            </a:extLst>
          </p:cNvPr>
          <p:cNvSpPr/>
          <p:nvPr/>
        </p:nvSpPr>
        <p:spPr>
          <a:xfrm>
            <a:off x="7089410" y="355760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1FEC9742-9518-BA22-848F-F54ED9C41DDD}"/>
              </a:ext>
            </a:extLst>
          </p:cNvPr>
          <p:cNvSpPr/>
          <p:nvPr/>
        </p:nvSpPr>
        <p:spPr>
          <a:xfrm>
            <a:off x="6910683" y="3829975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val 495">
            <a:extLst>
              <a:ext uri="{FF2B5EF4-FFF2-40B4-BE49-F238E27FC236}">
                <a16:creationId xmlns:a16="http://schemas.microsoft.com/office/drawing/2014/main" id="{11A6D3D9-84FA-F086-583C-CF8769C5267D}"/>
              </a:ext>
            </a:extLst>
          </p:cNvPr>
          <p:cNvSpPr/>
          <p:nvPr/>
        </p:nvSpPr>
        <p:spPr>
          <a:xfrm>
            <a:off x="7346414" y="327201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6581F633-1074-1F13-25CB-D3EE1C7329B3}"/>
              </a:ext>
            </a:extLst>
          </p:cNvPr>
          <p:cNvSpPr/>
          <p:nvPr/>
        </p:nvSpPr>
        <p:spPr>
          <a:xfrm>
            <a:off x="7342950" y="3619173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F50D3596-FF1C-11FA-F019-B05F6C8D26FE}"/>
              </a:ext>
            </a:extLst>
          </p:cNvPr>
          <p:cNvSpPr/>
          <p:nvPr/>
        </p:nvSpPr>
        <p:spPr>
          <a:xfrm>
            <a:off x="7329093" y="387453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86697DA8-8658-2FB6-41F7-F8D40BB0B3E8}"/>
              </a:ext>
            </a:extLst>
          </p:cNvPr>
          <p:cNvSpPr/>
          <p:nvPr/>
        </p:nvSpPr>
        <p:spPr>
          <a:xfrm>
            <a:off x="7731221" y="3302401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A4B51049-B6EB-FF6D-62A9-6990F3391309}"/>
              </a:ext>
            </a:extLst>
          </p:cNvPr>
          <p:cNvSpPr/>
          <p:nvPr/>
        </p:nvSpPr>
        <p:spPr>
          <a:xfrm>
            <a:off x="7531024" y="34466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DF9B16C9-F0A9-9CE6-0BFB-3F401B1308FE}"/>
              </a:ext>
            </a:extLst>
          </p:cNvPr>
          <p:cNvSpPr/>
          <p:nvPr/>
        </p:nvSpPr>
        <p:spPr>
          <a:xfrm>
            <a:off x="7618655" y="375670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9DA937F2-C550-66E9-86B0-BF28CACCB23C}"/>
              </a:ext>
            </a:extLst>
          </p:cNvPr>
          <p:cNvSpPr/>
          <p:nvPr/>
        </p:nvSpPr>
        <p:spPr>
          <a:xfrm>
            <a:off x="7994805" y="335992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0D02C8BB-B85D-282A-B85B-8535AD81CE6B}"/>
              </a:ext>
            </a:extLst>
          </p:cNvPr>
          <p:cNvSpPr/>
          <p:nvPr/>
        </p:nvSpPr>
        <p:spPr>
          <a:xfrm>
            <a:off x="7808463" y="353166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839570E1-617C-A88D-E0CC-AA7F70C01EAB}"/>
              </a:ext>
            </a:extLst>
          </p:cNvPr>
          <p:cNvSpPr/>
          <p:nvPr/>
        </p:nvSpPr>
        <p:spPr>
          <a:xfrm>
            <a:off x="7915140" y="379899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B6DA332E-D3FA-577B-634B-A067D574B36D}"/>
              </a:ext>
            </a:extLst>
          </p:cNvPr>
          <p:cNvSpPr/>
          <p:nvPr/>
        </p:nvSpPr>
        <p:spPr>
          <a:xfrm>
            <a:off x="8204006" y="332760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D372D350-489E-EF60-CB30-8831BD19F925}"/>
              </a:ext>
            </a:extLst>
          </p:cNvPr>
          <p:cNvSpPr/>
          <p:nvPr/>
        </p:nvSpPr>
        <p:spPr>
          <a:xfrm>
            <a:off x="8138202" y="359038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3A3E23DA-0EB5-8406-5716-D4DE3FA404BC}"/>
              </a:ext>
            </a:extLst>
          </p:cNvPr>
          <p:cNvSpPr/>
          <p:nvPr/>
        </p:nvSpPr>
        <p:spPr>
          <a:xfrm>
            <a:off x="8257347" y="383583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B02F3713-0E5B-BDD1-6EE1-A014AA3B1C6E}"/>
              </a:ext>
            </a:extLst>
          </p:cNvPr>
          <p:cNvSpPr/>
          <p:nvPr/>
        </p:nvSpPr>
        <p:spPr>
          <a:xfrm>
            <a:off x="8543444" y="332330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1AFE653D-498B-AD18-7471-1EBD9084F8D2}"/>
              </a:ext>
            </a:extLst>
          </p:cNvPr>
          <p:cNvSpPr/>
          <p:nvPr/>
        </p:nvSpPr>
        <p:spPr>
          <a:xfrm>
            <a:off x="8416676" y="355112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3269B044-4F62-9C01-32F2-72637382F114}"/>
              </a:ext>
            </a:extLst>
          </p:cNvPr>
          <p:cNvSpPr/>
          <p:nvPr/>
        </p:nvSpPr>
        <p:spPr>
          <a:xfrm>
            <a:off x="8566302" y="377893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2FD4027B-0910-F86A-565B-EBA066A19A51}"/>
              </a:ext>
            </a:extLst>
          </p:cNvPr>
          <p:cNvSpPr/>
          <p:nvPr/>
        </p:nvSpPr>
        <p:spPr>
          <a:xfrm>
            <a:off x="8786591" y="328631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Oval 527">
            <a:extLst>
              <a:ext uri="{FF2B5EF4-FFF2-40B4-BE49-F238E27FC236}">
                <a16:creationId xmlns:a16="http://schemas.microsoft.com/office/drawing/2014/main" id="{44413D6E-5D9A-29C4-270D-072469AAA68C}"/>
              </a:ext>
            </a:extLst>
          </p:cNvPr>
          <p:cNvSpPr/>
          <p:nvPr/>
        </p:nvSpPr>
        <p:spPr>
          <a:xfrm>
            <a:off x="8790746" y="357102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859CBAFE-A6A4-F10E-F66B-30D73E6ABAE7}"/>
              </a:ext>
            </a:extLst>
          </p:cNvPr>
          <p:cNvSpPr/>
          <p:nvPr/>
        </p:nvSpPr>
        <p:spPr>
          <a:xfrm>
            <a:off x="8743641" y="38816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8E622B48-82C1-A699-707E-1B05797FE36F}"/>
              </a:ext>
            </a:extLst>
          </p:cNvPr>
          <p:cNvSpPr/>
          <p:nvPr/>
        </p:nvSpPr>
        <p:spPr>
          <a:xfrm>
            <a:off x="9088621" y="3288041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2484392B-71A6-CB5E-F032-DF390CA4C69B}"/>
              </a:ext>
            </a:extLst>
          </p:cNvPr>
          <p:cNvSpPr/>
          <p:nvPr/>
        </p:nvSpPr>
        <p:spPr>
          <a:xfrm>
            <a:off x="9085847" y="350399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Oval 535">
            <a:extLst>
              <a:ext uri="{FF2B5EF4-FFF2-40B4-BE49-F238E27FC236}">
                <a16:creationId xmlns:a16="http://schemas.microsoft.com/office/drawing/2014/main" id="{A70490C0-E7B5-8CC7-3749-DB1C9D67DDA3}"/>
              </a:ext>
            </a:extLst>
          </p:cNvPr>
          <p:cNvSpPr/>
          <p:nvPr/>
        </p:nvSpPr>
        <p:spPr>
          <a:xfrm>
            <a:off x="9048440" y="377893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CA29FF8F-6A61-38A0-B14A-A2B8A774C280}"/>
              </a:ext>
            </a:extLst>
          </p:cNvPr>
          <p:cNvSpPr/>
          <p:nvPr/>
        </p:nvSpPr>
        <p:spPr>
          <a:xfrm>
            <a:off x="9398963" y="328630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56F7BDA2-4157-F79E-3DE3-8599F14C610C}"/>
              </a:ext>
            </a:extLst>
          </p:cNvPr>
          <p:cNvSpPr/>
          <p:nvPr/>
        </p:nvSpPr>
        <p:spPr>
          <a:xfrm>
            <a:off x="9403118" y="3571020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3BC67B01-F8F1-D28F-9CC4-11B0BC6999E5}"/>
              </a:ext>
            </a:extLst>
          </p:cNvPr>
          <p:cNvSpPr/>
          <p:nvPr/>
        </p:nvSpPr>
        <p:spPr>
          <a:xfrm>
            <a:off x="9319991" y="388166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1A58A7DC-6735-1C6D-223F-2EEC47030B6F}"/>
              </a:ext>
            </a:extLst>
          </p:cNvPr>
          <p:cNvSpPr/>
          <p:nvPr/>
        </p:nvSpPr>
        <p:spPr>
          <a:xfrm>
            <a:off x="6003212" y="2355265"/>
            <a:ext cx="3670069" cy="870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1AFCEB33-B0D8-726B-3F77-4EAE4F155840}"/>
              </a:ext>
            </a:extLst>
          </p:cNvPr>
          <p:cNvSpPr/>
          <p:nvPr/>
        </p:nvSpPr>
        <p:spPr>
          <a:xfrm>
            <a:off x="6094653" y="245820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A08D3EC8-B7A9-A9F6-19EB-9EFE87B93B00}"/>
              </a:ext>
            </a:extLst>
          </p:cNvPr>
          <p:cNvSpPr/>
          <p:nvPr/>
        </p:nvSpPr>
        <p:spPr>
          <a:xfrm>
            <a:off x="6139678" y="272175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CF1A54EA-029D-748B-DFDD-0C7EBBFC59F0}"/>
              </a:ext>
            </a:extLst>
          </p:cNvPr>
          <p:cNvSpPr/>
          <p:nvPr/>
        </p:nvSpPr>
        <p:spPr>
          <a:xfrm>
            <a:off x="6114396" y="298529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19393B4D-AB1F-D260-51EF-5DFB8D89663C}"/>
              </a:ext>
            </a:extLst>
          </p:cNvPr>
          <p:cNvSpPr/>
          <p:nvPr/>
        </p:nvSpPr>
        <p:spPr>
          <a:xfrm>
            <a:off x="6342650" y="241102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6C62B9D-DCAC-D2B7-BFCD-2C222D842554}"/>
              </a:ext>
            </a:extLst>
          </p:cNvPr>
          <p:cNvSpPr/>
          <p:nvPr/>
        </p:nvSpPr>
        <p:spPr>
          <a:xfrm>
            <a:off x="6413653" y="268733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Oval 555">
            <a:extLst>
              <a:ext uri="{FF2B5EF4-FFF2-40B4-BE49-F238E27FC236}">
                <a16:creationId xmlns:a16="http://schemas.microsoft.com/office/drawing/2014/main" id="{3AD6749D-B9A2-E718-FAE9-1F77D31DF427}"/>
              </a:ext>
            </a:extLst>
          </p:cNvPr>
          <p:cNvSpPr/>
          <p:nvPr/>
        </p:nvSpPr>
        <p:spPr>
          <a:xfrm>
            <a:off x="6392180" y="294480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Oval 557">
            <a:extLst>
              <a:ext uri="{FF2B5EF4-FFF2-40B4-BE49-F238E27FC236}">
                <a16:creationId xmlns:a16="http://schemas.microsoft.com/office/drawing/2014/main" id="{61992944-69CC-A044-A8D8-B7CDA13EE9A3}"/>
              </a:ext>
            </a:extLst>
          </p:cNvPr>
          <p:cNvSpPr/>
          <p:nvPr/>
        </p:nvSpPr>
        <p:spPr>
          <a:xfrm>
            <a:off x="6652992" y="240929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Oval 559">
            <a:extLst>
              <a:ext uri="{FF2B5EF4-FFF2-40B4-BE49-F238E27FC236}">
                <a16:creationId xmlns:a16="http://schemas.microsoft.com/office/drawing/2014/main" id="{214C15AA-4D25-74E6-D0FF-B794B47EE362}"/>
              </a:ext>
            </a:extLst>
          </p:cNvPr>
          <p:cNvSpPr/>
          <p:nvPr/>
        </p:nvSpPr>
        <p:spPr>
          <a:xfrm>
            <a:off x="6782532" y="266880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Oval 561">
            <a:extLst>
              <a:ext uri="{FF2B5EF4-FFF2-40B4-BE49-F238E27FC236}">
                <a16:creationId xmlns:a16="http://schemas.microsoft.com/office/drawing/2014/main" id="{8A623CDF-E95C-B591-7114-E6A86B7F82B2}"/>
              </a:ext>
            </a:extLst>
          </p:cNvPr>
          <p:cNvSpPr/>
          <p:nvPr/>
        </p:nvSpPr>
        <p:spPr>
          <a:xfrm>
            <a:off x="6636370" y="284462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Oval 563">
            <a:extLst>
              <a:ext uri="{FF2B5EF4-FFF2-40B4-BE49-F238E27FC236}">
                <a16:creationId xmlns:a16="http://schemas.microsoft.com/office/drawing/2014/main" id="{5B55D446-ACD9-3093-E7E7-E45EB60412E6}"/>
              </a:ext>
            </a:extLst>
          </p:cNvPr>
          <p:cNvSpPr/>
          <p:nvPr/>
        </p:nvSpPr>
        <p:spPr>
          <a:xfrm>
            <a:off x="6990700" y="238593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val 565">
            <a:extLst>
              <a:ext uri="{FF2B5EF4-FFF2-40B4-BE49-F238E27FC236}">
                <a16:creationId xmlns:a16="http://schemas.microsoft.com/office/drawing/2014/main" id="{FD6999D2-5BC2-E749-552A-748BC69CFA80}"/>
              </a:ext>
            </a:extLst>
          </p:cNvPr>
          <p:cNvSpPr/>
          <p:nvPr/>
        </p:nvSpPr>
        <p:spPr>
          <a:xfrm>
            <a:off x="7046462" y="265792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Oval 567">
            <a:extLst>
              <a:ext uri="{FF2B5EF4-FFF2-40B4-BE49-F238E27FC236}">
                <a16:creationId xmlns:a16="http://schemas.microsoft.com/office/drawing/2014/main" id="{B00B42D8-885E-8C65-C230-23B5A1C6A929}"/>
              </a:ext>
            </a:extLst>
          </p:cNvPr>
          <p:cNvSpPr/>
          <p:nvPr/>
        </p:nvSpPr>
        <p:spPr>
          <a:xfrm>
            <a:off x="6892675" y="2916466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Oval 569">
            <a:extLst>
              <a:ext uri="{FF2B5EF4-FFF2-40B4-BE49-F238E27FC236}">
                <a16:creationId xmlns:a16="http://schemas.microsoft.com/office/drawing/2014/main" id="{CB4EFB48-7BE2-1865-1C74-AE4B3FD9FB63}"/>
              </a:ext>
            </a:extLst>
          </p:cNvPr>
          <p:cNvSpPr/>
          <p:nvPr/>
        </p:nvSpPr>
        <p:spPr>
          <a:xfrm>
            <a:off x="7320779" y="250251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Oval 571">
            <a:extLst>
              <a:ext uri="{FF2B5EF4-FFF2-40B4-BE49-F238E27FC236}">
                <a16:creationId xmlns:a16="http://schemas.microsoft.com/office/drawing/2014/main" id="{5E58BF7E-8409-42C5-663E-EA43F664CDCA}"/>
              </a:ext>
            </a:extLst>
          </p:cNvPr>
          <p:cNvSpPr/>
          <p:nvPr/>
        </p:nvSpPr>
        <p:spPr>
          <a:xfrm>
            <a:off x="7290299" y="273771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Oval 573">
            <a:extLst>
              <a:ext uri="{FF2B5EF4-FFF2-40B4-BE49-F238E27FC236}">
                <a16:creationId xmlns:a16="http://schemas.microsoft.com/office/drawing/2014/main" id="{3ACDFBEC-D104-D8B3-CF01-51CE7CBB073E}"/>
              </a:ext>
            </a:extLst>
          </p:cNvPr>
          <p:cNvSpPr/>
          <p:nvPr/>
        </p:nvSpPr>
        <p:spPr>
          <a:xfrm>
            <a:off x="7173229" y="3012062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73FC656B-F525-93A9-3117-008DFD3E0BA2}"/>
              </a:ext>
            </a:extLst>
          </p:cNvPr>
          <p:cNvSpPr/>
          <p:nvPr/>
        </p:nvSpPr>
        <p:spPr>
          <a:xfrm>
            <a:off x="7560465" y="240929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53F1AD0D-5F7E-EB0B-1679-2D0BDC18B69B}"/>
              </a:ext>
            </a:extLst>
          </p:cNvPr>
          <p:cNvSpPr/>
          <p:nvPr/>
        </p:nvSpPr>
        <p:spPr>
          <a:xfrm>
            <a:off x="7564620" y="269400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Oval 579">
            <a:extLst>
              <a:ext uri="{FF2B5EF4-FFF2-40B4-BE49-F238E27FC236}">
                <a16:creationId xmlns:a16="http://schemas.microsoft.com/office/drawing/2014/main" id="{62E3AF30-15E1-89CC-C504-9D6CD736F1F6}"/>
              </a:ext>
            </a:extLst>
          </p:cNvPr>
          <p:cNvSpPr/>
          <p:nvPr/>
        </p:nvSpPr>
        <p:spPr>
          <a:xfrm>
            <a:off x="7564620" y="2985299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Oval 581">
            <a:extLst>
              <a:ext uri="{FF2B5EF4-FFF2-40B4-BE49-F238E27FC236}">
                <a16:creationId xmlns:a16="http://schemas.microsoft.com/office/drawing/2014/main" id="{D312B7AB-A9D4-0037-CB64-A8C3EE46A603}"/>
              </a:ext>
            </a:extLst>
          </p:cNvPr>
          <p:cNvSpPr/>
          <p:nvPr/>
        </p:nvSpPr>
        <p:spPr>
          <a:xfrm>
            <a:off x="7823005" y="250251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A0B2F721-74D2-1519-CBFD-DDC77EF14FD5}"/>
              </a:ext>
            </a:extLst>
          </p:cNvPr>
          <p:cNvSpPr/>
          <p:nvPr/>
        </p:nvSpPr>
        <p:spPr>
          <a:xfrm>
            <a:off x="7890895" y="281369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1C8F7C1A-446A-7C7E-3E0B-3F3ED46C9AEA}"/>
              </a:ext>
            </a:extLst>
          </p:cNvPr>
          <p:cNvSpPr/>
          <p:nvPr/>
        </p:nvSpPr>
        <p:spPr>
          <a:xfrm>
            <a:off x="7791834" y="299641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5F8B7F09-9974-6EFA-5415-965492327A6A}"/>
              </a:ext>
            </a:extLst>
          </p:cNvPr>
          <p:cNvSpPr/>
          <p:nvPr/>
        </p:nvSpPr>
        <p:spPr>
          <a:xfrm>
            <a:off x="8172835" y="241102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B978490E-C8C9-65B9-2F15-8D6ED09AB60D}"/>
              </a:ext>
            </a:extLst>
          </p:cNvPr>
          <p:cNvSpPr/>
          <p:nvPr/>
        </p:nvSpPr>
        <p:spPr>
          <a:xfrm>
            <a:off x="8176990" y="2695739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BAAC422D-CA6F-0BCD-D3F8-31239E3005C8}"/>
              </a:ext>
            </a:extLst>
          </p:cNvPr>
          <p:cNvSpPr/>
          <p:nvPr/>
        </p:nvSpPr>
        <p:spPr>
          <a:xfrm>
            <a:off x="8098020" y="2924562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Oval 593">
            <a:extLst>
              <a:ext uri="{FF2B5EF4-FFF2-40B4-BE49-F238E27FC236}">
                <a16:creationId xmlns:a16="http://schemas.microsoft.com/office/drawing/2014/main" id="{112FCAF3-08DA-266A-5F78-7EEF1CF00EDB}"/>
              </a:ext>
            </a:extLst>
          </p:cNvPr>
          <p:cNvSpPr/>
          <p:nvPr/>
        </p:nvSpPr>
        <p:spPr>
          <a:xfrm>
            <a:off x="8483177" y="240929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Oval 595">
            <a:extLst>
              <a:ext uri="{FF2B5EF4-FFF2-40B4-BE49-F238E27FC236}">
                <a16:creationId xmlns:a16="http://schemas.microsoft.com/office/drawing/2014/main" id="{8DDC27DB-CE36-8202-CDAD-D14A971FEE4C}"/>
              </a:ext>
            </a:extLst>
          </p:cNvPr>
          <p:cNvSpPr/>
          <p:nvPr/>
        </p:nvSpPr>
        <p:spPr>
          <a:xfrm>
            <a:off x="8407668" y="2644256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Oval 597">
            <a:extLst>
              <a:ext uri="{FF2B5EF4-FFF2-40B4-BE49-F238E27FC236}">
                <a16:creationId xmlns:a16="http://schemas.microsoft.com/office/drawing/2014/main" id="{044D5FAF-36D6-5785-64A1-9E1BD4F6BD2D}"/>
              </a:ext>
            </a:extLst>
          </p:cNvPr>
          <p:cNvSpPr/>
          <p:nvPr/>
        </p:nvSpPr>
        <p:spPr>
          <a:xfrm>
            <a:off x="8394507" y="3012850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Oval 599">
            <a:extLst>
              <a:ext uri="{FF2B5EF4-FFF2-40B4-BE49-F238E27FC236}">
                <a16:creationId xmlns:a16="http://schemas.microsoft.com/office/drawing/2014/main" id="{17DD7E66-2E17-E1D9-C3A4-201E2BE29544}"/>
              </a:ext>
            </a:extLst>
          </p:cNvPr>
          <p:cNvSpPr/>
          <p:nvPr/>
        </p:nvSpPr>
        <p:spPr>
          <a:xfrm>
            <a:off x="8670558" y="2557828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Oval 601">
            <a:extLst>
              <a:ext uri="{FF2B5EF4-FFF2-40B4-BE49-F238E27FC236}">
                <a16:creationId xmlns:a16="http://schemas.microsoft.com/office/drawing/2014/main" id="{B4B68C82-CFC6-80F7-6FBD-2C474BABC3EF}"/>
              </a:ext>
            </a:extLst>
          </p:cNvPr>
          <p:cNvSpPr/>
          <p:nvPr/>
        </p:nvSpPr>
        <p:spPr>
          <a:xfrm>
            <a:off x="8834389" y="2776037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Oval 603">
            <a:extLst>
              <a:ext uri="{FF2B5EF4-FFF2-40B4-BE49-F238E27FC236}">
                <a16:creationId xmlns:a16="http://schemas.microsoft.com/office/drawing/2014/main" id="{47BC6CAC-078F-C26D-AAAC-075F9DF583D9}"/>
              </a:ext>
            </a:extLst>
          </p:cNvPr>
          <p:cNvSpPr/>
          <p:nvPr/>
        </p:nvSpPr>
        <p:spPr>
          <a:xfrm>
            <a:off x="8639731" y="2889702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Oval 605">
            <a:extLst>
              <a:ext uri="{FF2B5EF4-FFF2-40B4-BE49-F238E27FC236}">
                <a16:creationId xmlns:a16="http://schemas.microsoft.com/office/drawing/2014/main" id="{D79AC436-4420-4CDA-B1DB-9304760AF18F}"/>
              </a:ext>
            </a:extLst>
          </p:cNvPr>
          <p:cNvSpPr/>
          <p:nvPr/>
        </p:nvSpPr>
        <p:spPr>
          <a:xfrm>
            <a:off x="8893270" y="245385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Oval 607">
            <a:extLst>
              <a:ext uri="{FF2B5EF4-FFF2-40B4-BE49-F238E27FC236}">
                <a16:creationId xmlns:a16="http://schemas.microsoft.com/office/drawing/2014/main" id="{315C2871-8676-52F1-2564-5BFB921DB840}"/>
              </a:ext>
            </a:extLst>
          </p:cNvPr>
          <p:cNvSpPr/>
          <p:nvPr/>
        </p:nvSpPr>
        <p:spPr>
          <a:xfrm>
            <a:off x="9058833" y="2622501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Oval 609">
            <a:extLst>
              <a:ext uri="{FF2B5EF4-FFF2-40B4-BE49-F238E27FC236}">
                <a16:creationId xmlns:a16="http://schemas.microsoft.com/office/drawing/2014/main" id="{72D74031-3C57-F6DF-FA2D-5FAB748B21B5}"/>
              </a:ext>
            </a:extLst>
          </p:cNvPr>
          <p:cNvSpPr/>
          <p:nvPr/>
        </p:nvSpPr>
        <p:spPr>
          <a:xfrm>
            <a:off x="8959770" y="3007293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FE1E9741-2EE4-40D6-B33E-DB8E1E596EFC}"/>
              </a:ext>
            </a:extLst>
          </p:cNvPr>
          <p:cNvSpPr/>
          <p:nvPr/>
        </p:nvSpPr>
        <p:spPr>
          <a:xfrm>
            <a:off x="9440525" y="2584844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B78A7BE6-75F4-8CE3-00CF-8A12818A5E31}"/>
              </a:ext>
            </a:extLst>
          </p:cNvPr>
          <p:cNvSpPr/>
          <p:nvPr/>
        </p:nvSpPr>
        <p:spPr>
          <a:xfrm>
            <a:off x="9207769" y="2739852"/>
            <a:ext cx="191193" cy="1911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Oval 615">
            <a:extLst>
              <a:ext uri="{FF2B5EF4-FFF2-40B4-BE49-F238E27FC236}">
                <a16:creationId xmlns:a16="http://schemas.microsoft.com/office/drawing/2014/main" id="{D070865A-4179-C9A1-5C8E-EA3A1ACE6386}"/>
              </a:ext>
            </a:extLst>
          </p:cNvPr>
          <p:cNvSpPr/>
          <p:nvPr/>
        </p:nvSpPr>
        <p:spPr>
          <a:xfrm>
            <a:off x="9295054" y="2985298"/>
            <a:ext cx="191193" cy="1911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Arrow: Down 640">
            <a:extLst>
              <a:ext uri="{FF2B5EF4-FFF2-40B4-BE49-F238E27FC236}">
                <a16:creationId xmlns:a16="http://schemas.microsoft.com/office/drawing/2014/main" id="{2DD8BF56-E648-F487-40E4-D46A5195CE68}"/>
              </a:ext>
            </a:extLst>
          </p:cNvPr>
          <p:cNvSpPr/>
          <p:nvPr/>
        </p:nvSpPr>
        <p:spPr>
          <a:xfrm>
            <a:off x="768929" y="2278943"/>
            <a:ext cx="403166" cy="76061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Arrow: Down 642">
            <a:extLst>
              <a:ext uri="{FF2B5EF4-FFF2-40B4-BE49-F238E27FC236}">
                <a16:creationId xmlns:a16="http://schemas.microsoft.com/office/drawing/2014/main" id="{34D3FE36-185B-3455-CD2C-D2410D9FA539}"/>
              </a:ext>
            </a:extLst>
          </p:cNvPr>
          <p:cNvSpPr/>
          <p:nvPr/>
        </p:nvSpPr>
        <p:spPr>
          <a:xfrm flipV="1">
            <a:off x="759231" y="3401999"/>
            <a:ext cx="403166" cy="76061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Arrow: Down 644">
            <a:extLst>
              <a:ext uri="{FF2B5EF4-FFF2-40B4-BE49-F238E27FC236}">
                <a16:creationId xmlns:a16="http://schemas.microsoft.com/office/drawing/2014/main" id="{932504C1-1588-575D-A861-B1348A98BF67}"/>
              </a:ext>
            </a:extLst>
          </p:cNvPr>
          <p:cNvSpPr/>
          <p:nvPr/>
        </p:nvSpPr>
        <p:spPr>
          <a:xfrm>
            <a:off x="810446" y="4617879"/>
            <a:ext cx="403166" cy="76061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Arrow: Down 646">
            <a:extLst>
              <a:ext uri="{FF2B5EF4-FFF2-40B4-BE49-F238E27FC236}">
                <a16:creationId xmlns:a16="http://schemas.microsoft.com/office/drawing/2014/main" id="{D00E3B6E-BCAB-A9EA-6D96-8E3512C3CD59}"/>
              </a:ext>
            </a:extLst>
          </p:cNvPr>
          <p:cNvSpPr/>
          <p:nvPr/>
        </p:nvSpPr>
        <p:spPr>
          <a:xfrm flipV="1">
            <a:off x="809061" y="5767129"/>
            <a:ext cx="403166" cy="760615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Arrow: Down 648">
            <a:extLst>
              <a:ext uri="{FF2B5EF4-FFF2-40B4-BE49-F238E27FC236}">
                <a16:creationId xmlns:a16="http://schemas.microsoft.com/office/drawing/2014/main" id="{30B48A2D-0A09-9D6E-18A1-5CA05FBB9E1D}"/>
              </a:ext>
            </a:extLst>
          </p:cNvPr>
          <p:cNvSpPr/>
          <p:nvPr/>
        </p:nvSpPr>
        <p:spPr>
          <a:xfrm rot="16200000">
            <a:off x="5250384" y="2847109"/>
            <a:ext cx="403166" cy="76061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Arrow: Down 650">
            <a:extLst>
              <a:ext uri="{FF2B5EF4-FFF2-40B4-BE49-F238E27FC236}">
                <a16:creationId xmlns:a16="http://schemas.microsoft.com/office/drawing/2014/main" id="{C2DD0D97-5F6A-5E5D-80BB-CA0EA0FC617A}"/>
              </a:ext>
            </a:extLst>
          </p:cNvPr>
          <p:cNvSpPr/>
          <p:nvPr/>
        </p:nvSpPr>
        <p:spPr>
          <a:xfrm rot="16200000">
            <a:off x="5302866" y="5141690"/>
            <a:ext cx="403166" cy="76061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528F29FC-685F-6175-E544-867373CDE10E}"/>
              </a:ext>
            </a:extLst>
          </p:cNvPr>
          <p:cNvSpPr/>
          <p:nvPr/>
        </p:nvSpPr>
        <p:spPr>
          <a:xfrm>
            <a:off x="440575" y="2065867"/>
            <a:ext cx="11612880" cy="22867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338BCEA8-10D0-EF49-0FF3-755DAA0D9A31}"/>
              </a:ext>
            </a:extLst>
          </p:cNvPr>
          <p:cNvSpPr/>
          <p:nvPr/>
        </p:nvSpPr>
        <p:spPr>
          <a:xfrm>
            <a:off x="447503" y="4383733"/>
            <a:ext cx="11612880" cy="2286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CFD51CE2-3682-A6BE-3CF4-ED46756BA491}"/>
              </a:ext>
            </a:extLst>
          </p:cNvPr>
          <p:cNvSpPr txBox="1"/>
          <p:nvPr/>
        </p:nvSpPr>
        <p:spPr>
          <a:xfrm>
            <a:off x="10126908" y="2267015"/>
            <a:ext cx="16791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air constantly oxidizing the surface of the metal, the two pieces will not fuse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3D3F6CDF-2F81-DCE7-86F1-E9416B6E4549}"/>
              </a:ext>
            </a:extLst>
          </p:cNvPr>
          <p:cNvSpPr txBox="1"/>
          <p:nvPr/>
        </p:nvSpPr>
        <p:spPr>
          <a:xfrm>
            <a:off x="10048663" y="4702463"/>
            <a:ext cx="16791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a vacuum, the metals will not have their surface oxidized and will fuse when in contact</a:t>
            </a:r>
          </a:p>
        </p:txBody>
      </p:sp>
    </p:spTree>
    <p:extLst>
      <p:ext uri="{BB962C8B-B14F-4D97-AF65-F5344CB8AC3E}">
        <p14:creationId xmlns:p14="http://schemas.microsoft.com/office/powerpoint/2010/main" val="274064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DC71-E9B5-B2CD-A82F-9E95A09A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welding – mechanisms of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21C0-9766-B5A6-7283-07C28F7FA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00639"/>
            <a:ext cx="10131425" cy="3649133"/>
          </a:xfrm>
        </p:spPr>
        <p:txBody>
          <a:bodyPr/>
          <a:lstStyle/>
          <a:p>
            <a:r>
              <a:rPr lang="en-US" dirty="0"/>
              <a:t>The surface of metals will generally be at least thinly oxidized when a spacecraft is constructed, but when the surface of those metals are damaged in vacuum, there is no available air to oxidize the newly exposed metal</a:t>
            </a:r>
          </a:p>
          <a:p>
            <a:r>
              <a:rPr lang="en-US" dirty="0"/>
              <a:t>Impact, fretting, galling, and bending are different mechanisms for exposing unoxidized metal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55ACF-6BDF-C702-8667-39ED5308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310" y="3853469"/>
            <a:ext cx="3816546" cy="2063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BFB86D-BA87-39BE-FA62-09D8935F7D38}"/>
              </a:ext>
            </a:extLst>
          </p:cNvPr>
          <p:cNvSpPr txBox="1"/>
          <p:nvPr/>
        </p:nvSpPr>
        <p:spPr>
          <a:xfrm>
            <a:off x="11299911" y="5636172"/>
            <a:ext cx="57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E4C2A-EC61-A6CC-558B-B0C6523C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30" y="4233369"/>
            <a:ext cx="4891736" cy="1940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BC9493-5554-7BC5-D155-F8B521E5F877}"/>
              </a:ext>
            </a:extLst>
          </p:cNvPr>
          <p:cNvSpPr txBox="1"/>
          <p:nvPr/>
        </p:nvSpPr>
        <p:spPr>
          <a:xfrm>
            <a:off x="5793666" y="5879068"/>
            <a:ext cx="57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67469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3257C5-0445-97A7-9AB9-ABB3D6C79CFD}"/>
              </a:ext>
            </a:extLst>
          </p:cNvPr>
          <p:cNvSpPr/>
          <p:nvPr/>
        </p:nvSpPr>
        <p:spPr>
          <a:xfrm>
            <a:off x="5326567" y="3333900"/>
            <a:ext cx="602672" cy="1401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A17DD79-477A-E100-D14F-02347C37A6C1}"/>
              </a:ext>
            </a:extLst>
          </p:cNvPr>
          <p:cNvSpPr/>
          <p:nvPr/>
        </p:nvSpPr>
        <p:spPr>
          <a:xfrm>
            <a:off x="4199600" y="3913714"/>
            <a:ext cx="1729639" cy="1641764"/>
          </a:xfrm>
          <a:prstGeom prst="blockArc">
            <a:avLst>
              <a:gd name="adj1" fmla="val 12588915"/>
              <a:gd name="adj2" fmla="val 21547378"/>
              <a:gd name="adj3" fmla="val 361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EE1A6-407B-5866-E235-150CA072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welding – mechanisms of exposure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A5F7C2-EA54-08A9-03ED-59E39082B649}"/>
              </a:ext>
            </a:extLst>
          </p:cNvPr>
          <p:cNvSpPr/>
          <p:nvPr/>
        </p:nvSpPr>
        <p:spPr>
          <a:xfrm>
            <a:off x="6773120" y="4835707"/>
            <a:ext cx="1949335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C25728-5950-6FBE-1DC1-BEC470D4D8BF}"/>
              </a:ext>
            </a:extLst>
          </p:cNvPr>
          <p:cNvSpPr/>
          <p:nvPr/>
        </p:nvSpPr>
        <p:spPr>
          <a:xfrm>
            <a:off x="7583611" y="3326947"/>
            <a:ext cx="328352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11CB0C-4091-07D5-E446-1F3108CAE24F}"/>
              </a:ext>
            </a:extLst>
          </p:cNvPr>
          <p:cNvSpPr/>
          <p:nvPr/>
        </p:nvSpPr>
        <p:spPr>
          <a:xfrm>
            <a:off x="9084724" y="5494815"/>
            <a:ext cx="1949335" cy="640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CC9C18-1142-7517-21E6-BB79E8517BA3}"/>
              </a:ext>
            </a:extLst>
          </p:cNvPr>
          <p:cNvSpPr/>
          <p:nvPr/>
        </p:nvSpPr>
        <p:spPr>
          <a:xfrm>
            <a:off x="9895215" y="3986055"/>
            <a:ext cx="328352" cy="1508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AA0CE2-9B5B-8B88-DAEC-FE48C3867EB8}"/>
              </a:ext>
            </a:extLst>
          </p:cNvPr>
          <p:cNvGrpSpPr/>
          <p:nvPr/>
        </p:nvGrpSpPr>
        <p:grpSpPr>
          <a:xfrm>
            <a:off x="730054" y="3308403"/>
            <a:ext cx="3240859" cy="1970162"/>
            <a:chOff x="208846" y="3292533"/>
            <a:chExt cx="3816691" cy="2242586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D05AB8EA-F5F3-A292-662C-97E94A746802}"/>
                </a:ext>
              </a:extLst>
            </p:cNvPr>
            <p:cNvSpPr/>
            <p:nvPr/>
          </p:nvSpPr>
          <p:spPr>
            <a:xfrm rot="1580621">
              <a:off x="1789712" y="3292535"/>
              <a:ext cx="1607568" cy="2242584"/>
            </a:xfrm>
            <a:prstGeom prst="parallelogram">
              <a:avLst>
                <a:gd name="adj" fmla="val 5733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2B900E1-8981-A3D3-1117-3B4E18BA08E2}"/>
                </a:ext>
              </a:extLst>
            </p:cNvPr>
            <p:cNvSpPr/>
            <p:nvPr/>
          </p:nvSpPr>
          <p:spPr>
            <a:xfrm rot="1580621">
              <a:off x="778330" y="3292533"/>
              <a:ext cx="1607568" cy="2242584"/>
            </a:xfrm>
            <a:prstGeom prst="parallelogram">
              <a:avLst>
                <a:gd name="adj" fmla="val 5733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2A60F9F0-891A-F1F5-E17A-5EDA9376F8D7}"/>
                </a:ext>
              </a:extLst>
            </p:cNvPr>
            <p:cNvSpPr/>
            <p:nvPr/>
          </p:nvSpPr>
          <p:spPr>
            <a:xfrm rot="19097158">
              <a:off x="208846" y="4966854"/>
              <a:ext cx="947651" cy="415637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B5A3CF88-FCE1-ECA7-BE3E-6CA26146C8B8}"/>
                </a:ext>
              </a:extLst>
            </p:cNvPr>
            <p:cNvSpPr/>
            <p:nvPr/>
          </p:nvSpPr>
          <p:spPr>
            <a:xfrm rot="8246481">
              <a:off x="3077886" y="3368062"/>
              <a:ext cx="947651" cy="415637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6718A89-BF9D-BC6B-0FBF-4B95D65E9CFA}"/>
                </a:ext>
              </a:extLst>
            </p:cNvPr>
            <p:cNvSpPr/>
            <p:nvPr/>
          </p:nvSpPr>
          <p:spPr>
            <a:xfrm rot="1012983">
              <a:off x="1495105" y="3616592"/>
              <a:ext cx="1194928" cy="1603086"/>
            </a:xfrm>
            <a:prstGeom prst="parallelogram">
              <a:avLst>
                <a:gd name="adj" fmla="val 85062"/>
              </a:avLst>
            </a:prstGeom>
            <a:pattFill prst="dkVert">
              <a:fgClr>
                <a:schemeClr val="accent3">
                  <a:lumMod val="60000"/>
                  <a:lumOff val="40000"/>
                </a:schemeClr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Block Arc 19">
            <a:extLst>
              <a:ext uri="{FF2B5EF4-FFF2-40B4-BE49-F238E27FC236}">
                <a16:creationId xmlns:a16="http://schemas.microsoft.com/office/drawing/2014/main" id="{A87C1965-E58E-A7AA-0A45-83E9532C9F93}"/>
              </a:ext>
            </a:extLst>
          </p:cNvPr>
          <p:cNvSpPr/>
          <p:nvPr/>
        </p:nvSpPr>
        <p:spPr>
          <a:xfrm>
            <a:off x="4199600" y="3913714"/>
            <a:ext cx="1724562" cy="1458190"/>
          </a:xfrm>
          <a:prstGeom prst="blockArc">
            <a:avLst>
              <a:gd name="adj1" fmla="val 13748293"/>
              <a:gd name="adj2" fmla="val 20905051"/>
              <a:gd name="adj3" fmla="val 3171"/>
            </a:avLst>
          </a:prstGeom>
          <a:pattFill prst="dkVert">
            <a:fgClr>
              <a:schemeClr val="accent2">
                <a:lumMod val="60000"/>
                <a:lumOff val="4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EA076FC4-12B1-E44E-57F2-474DBD07EE75}"/>
              </a:ext>
            </a:extLst>
          </p:cNvPr>
          <p:cNvSpPr/>
          <p:nvPr/>
        </p:nvSpPr>
        <p:spPr>
          <a:xfrm flipH="1">
            <a:off x="5487290" y="3026169"/>
            <a:ext cx="652601" cy="615462"/>
          </a:xfrm>
          <a:prstGeom prst="ben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9DEE43-47AC-BFA9-33C7-E7EE2B365135}"/>
              </a:ext>
            </a:extLst>
          </p:cNvPr>
          <p:cNvGrpSpPr/>
          <p:nvPr/>
        </p:nvGrpSpPr>
        <p:grpSpPr>
          <a:xfrm rot="170813">
            <a:off x="7375012" y="3559988"/>
            <a:ext cx="145573" cy="941022"/>
            <a:chOff x="6745776" y="2091443"/>
            <a:chExt cx="224962" cy="133427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2EBB75-B0A6-5762-86DB-E73A22BCC7BB}"/>
                </a:ext>
              </a:extLst>
            </p:cNvPr>
            <p:cNvCxnSpPr/>
            <p:nvPr/>
          </p:nvCxnSpPr>
          <p:spPr>
            <a:xfrm>
              <a:off x="6745776" y="2091443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EA79E32-F7C8-9C93-C7BA-9AD17A5A45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8477" y="2231141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14AA691-7FFF-F623-F947-4A9439FD17C5}"/>
                </a:ext>
              </a:extLst>
            </p:cNvPr>
            <p:cNvCxnSpPr/>
            <p:nvPr/>
          </p:nvCxnSpPr>
          <p:spPr>
            <a:xfrm>
              <a:off x="6762641" y="2356879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9D8AB2-7563-5590-1B15-173B8FFA9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342" y="2496577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D7C7CE4-BBF8-89D8-D97A-CCE29A0FC735}"/>
                </a:ext>
              </a:extLst>
            </p:cNvPr>
            <p:cNvCxnSpPr/>
            <p:nvPr/>
          </p:nvCxnSpPr>
          <p:spPr>
            <a:xfrm>
              <a:off x="6785342" y="2621204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6598E8-7DF6-666C-58A2-84BFA7543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043" y="2760902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EDC892-7152-A841-8030-5FFA92D95BC4}"/>
                </a:ext>
              </a:extLst>
            </p:cNvPr>
            <p:cNvCxnSpPr/>
            <p:nvPr/>
          </p:nvCxnSpPr>
          <p:spPr>
            <a:xfrm>
              <a:off x="6804764" y="2885529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EFF78FE-BD9F-50B6-D718-AFA110A5F7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7465" y="3025227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E6C1E3-CDE4-D6B7-9624-18283CFB4474}"/>
                </a:ext>
              </a:extLst>
            </p:cNvPr>
            <p:cNvCxnSpPr/>
            <p:nvPr/>
          </p:nvCxnSpPr>
          <p:spPr>
            <a:xfrm>
              <a:off x="6830061" y="3160813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8CE616-B9B7-0D84-89E1-1D3B803E49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2762" y="3300511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EC3790-E554-20E0-80ED-DEF14C76FD93}"/>
              </a:ext>
            </a:extLst>
          </p:cNvPr>
          <p:cNvGrpSpPr/>
          <p:nvPr/>
        </p:nvGrpSpPr>
        <p:grpSpPr>
          <a:xfrm rot="21429187" flipH="1">
            <a:off x="7971288" y="3578514"/>
            <a:ext cx="145573" cy="941022"/>
            <a:chOff x="6745776" y="2091443"/>
            <a:chExt cx="224962" cy="133427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62973A-80B6-94A8-C065-49E6AF7DEB14}"/>
                </a:ext>
              </a:extLst>
            </p:cNvPr>
            <p:cNvCxnSpPr/>
            <p:nvPr/>
          </p:nvCxnSpPr>
          <p:spPr>
            <a:xfrm>
              <a:off x="6745776" y="2091443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32DF52-B1E7-66FB-9287-34C997352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8477" y="2231141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F36D49-4931-E35F-C8BA-A9BD5CA9BC4E}"/>
                </a:ext>
              </a:extLst>
            </p:cNvPr>
            <p:cNvCxnSpPr/>
            <p:nvPr/>
          </p:nvCxnSpPr>
          <p:spPr>
            <a:xfrm>
              <a:off x="6762641" y="2356879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6D96332-15E8-5771-0099-E3636A7C9F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5342" y="2496577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47CFF4E-6597-261F-4E27-EB2CF4DBEF38}"/>
                </a:ext>
              </a:extLst>
            </p:cNvPr>
            <p:cNvCxnSpPr/>
            <p:nvPr/>
          </p:nvCxnSpPr>
          <p:spPr>
            <a:xfrm>
              <a:off x="6785342" y="2621204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952075-E661-7478-BB3C-13FBB67EE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043" y="2760902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E7F4D8E-72E5-CA25-5830-176AD921AD36}"/>
                </a:ext>
              </a:extLst>
            </p:cNvPr>
            <p:cNvCxnSpPr/>
            <p:nvPr/>
          </p:nvCxnSpPr>
          <p:spPr>
            <a:xfrm>
              <a:off x="6804764" y="2885529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3F9092F-2266-7B83-A52F-E11FD6749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7465" y="3025227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1E13389-68B6-D848-2177-6996FD5FA51F}"/>
                </a:ext>
              </a:extLst>
            </p:cNvPr>
            <p:cNvCxnSpPr/>
            <p:nvPr/>
          </p:nvCxnSpPr>
          <p:spPr>
            <a:xfrm>
              <a:off x="6830061" y="3160813"/>
              <a:ext cx="140677" cy="123093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531D8A-B686-624F-FC73-F20734C6C0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2762" y="3300511"/>
              <a:ext cx="117976" cy="125205"/>
            </a:xfrm>
            <a:prstGeom prst="line">
              <a:avLst/>
            </a:prstGeom>
            <a:ln w="317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FC33E165-04C4-19FF-C69B-69B74780207F}"/>
              </a:ext>
            </a:extLst>
          </p:cNvPr>
          <p:cNvSpPr/>
          <p:nvPr/>
        </p:nvSpPr>
        <p:spPr>
          <a:xfrm>
            <a:off x="7612546" y="4823158"/>
            <a:ext cx="270482" cy="60267"/>
          </a:xfrm>
          <a:prstGeom prst="rect">
            <a:avLst/>
          </a:prstGeom>
          <a:pattFill prst="wdDnDiag">
            <a:fgClr>
              <a:schemeClr val="accent2">
                <a:lumMod val="60000"/>
                <a:lumOff val="4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6AD0C8-7155-A0EE-D72C-331B8553BCB8}"/>
              </a:ext>
            </a:extLst>
          </p:cNvPr>
          <p:cNvSpPr/>
          <p:nvPr/>
        </p:nvSpPr>
        <p:spPr>
          <a:xfrm>
            <a:off x="9924150" y="5464681"/>
            <a:ext cx="270482" cy="60267"/>
          </a:xfrm>
          <a:prstGeom prst="rect">
            <a:avLst/>
          </a:prstGeom>
          <a:pattFill prst="wdDnDiag">
            <a:fgClr>
              <a:schemeClr val="accent2">
                <a:lumMod val="60000"/>
                <a:lumOff val="4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0FE80D50-7E0C-A2EE-027F-996ECF35D1C5}"/>
              </a:ext>
            </a:extLst>
          </p:cNvPr>
          <p:cNvSpPr/>
          <p:nvPr/>
        </p:nvSpPr>
        <p:spPr>
          <a:xfrm rot="5400000">
            <a:off x="9585565" y="3405823"/>
            <a:ext cx="947651" cy="415637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EBAC0D-B322-D91C-E8B8-948B6204405B}"/>
              </a:ext>
            </a:extLst>
          </p:cNvPr>
          <p:cNvSpPr/>
          <p:nvPr/>
        </p:nvSpPr>
        <p:spPr>
          <a:xfrm>
            <a:off x="685801" y="2324074"/>
            <a:ext cx="3270645" cy="357698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957ADF-7C48-830C-B06D-8D6E022AF41A}"/>
              </a:ext>
            </a:extLst>
          </p:cNvPr>
          <p:cNvSpPr/>
          <p:nvPr/>
        </p:nvSpPr>
        <p:spPr>
          <a:xfrm>
            <a:off x="4068625" y="2333381"/>
            <a:ext cx="2450978" cy="299179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C0E840-8C0D-34B0-C0DF-64144945CBC0}"/>
              </a:ext>
            </a:extLst>
          </p:cNvPr>
          <p:cNvSpPr/>
          <p:nvPr/>
        </p:nvSpPr>
        <p:spPr>
          <a:xfrm>
            <a:off x="6627073" y="2320131"/>
            <a:ext cx="2216917" cy="334764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541C78-8A20-1DA5-065A-CFDFF1E43318}"/>
              </a:ext>
            </a:extLst>
          </p:cNvPr>
          <p:cNvSpPr/>
          <p:nvPr/>
        </p:nvSpPr>
        <p:spPr>
          <a:xfrm>
            <a:off x="8950931" y="2311662"/>
            <a:ext cx="2216917" cy="399531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05BC87-C933-B9E4-175D-C597D2386966}"/>
              </a:ext>
            </a:extLst>
          </p:cNvPr>
          <p:cNvSpPr txBox="1"/>
          <p:nvPr/>
        </p:nvSpPr>
        <p:spPr>
          <a:xfrm>
            <a:off x="685801" y="2333381"/>
            <a:ext cx="3270645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GALLING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846CDD-E3BC-C480-5EF5-F2B9C00074D5}"/>
              </a:ext>
            </a:extLst>
          </p:cNvPr>
          <p:cNvSpPr txBox="1"/>
          <p:nvPr/>
        </p:nvSpPr>
        <p:spPr>
          <a:xfrm>
            <a:off x="4068626" y="2336620"/>
            <a:ext cx="2450977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BENDING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81CCAE-3E37-255C-CD39-8A1944C60A50}"/>
              </a:ext>
            </a:extLst>
          </p:cNvPr>
          <p:cNvSpPr txBox="1"/>
          <p:nvPr/>
        </p:nvSpPr>
        <p:spPr>
          <a:xfrm>
            <a:off x="6633362" y="2320131"/>
            <a:ext cx="2220057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FRETTING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78663B-85BD-68CA-D514-4089C1138212}"/>
              </a:ext>
            </a:extLst>
          </p:cNvPr>
          <p:cNvSpPr txBox="1"/>
          <p:nvPr/>
        </p:nvSpPr>
        <p:spPr>
          <a:xfrm>
            <a:off x="8947791" y="2311662"/>
            <a:ext cx="2220057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30013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E544-0AC4-E8DF-EB69-0D226B9C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Galileo cold welding 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054E-1615-3CD4-2E80-6C237071B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1991 – High-gain antenna dish on a Galileo spacecraft failed to deploy </a:t>
            </a:r>
          </a:p>
          <a:p>
            <a:r>
              <a:rPr lang="en-US" dirty="0"/>
              <a:t>3 ribs of the folding high-gain antenna cold welded to the frame they were attached to as a result of fretting during the journey to target orbit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E76C7-715E-12A0-DAE0-EBEEE943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" t="1323" b="1668"/>
          <a:stretch>
            <a:fillRect/>
          </a:stretch>
        </p:blipFill>
        <p:spPr>
          <a:xfrm>
            <a:off x="7890780" y="657052"/>
            <a:ext cx="3615419" cy="2817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0A670-23CB-C568-0189-9514342A1F83}"/>
              </a:ext>
            </a:extLst>
          </p:cNvPr>
          <p:cNvSpPr txBox="1"/>
          <p:nvPr/>
        </p:nvSpPr>
        <p:spPr>
          <a:xfrm>
            <a:off x="11429536" y="3152801"/>
            <a:ext cx="575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02255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AE0-1522-FFCE-E744-C4CDEECA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E9BB-C65B-70E6-A38A-184E42698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metal on metal contact</a:t>
            </a:r>
          </a:p>
          <a:p>
            <a:pPr lvl="1"/>
            <a:r>
              <a:rPr lang="en-US" dirty="0"/>
              <a:t>When impossible, use coatings and assess risk</a:t>
            </a:r>
          </a:p>
          <a:p>
            <a:pPr lvl="1"/>
            <a:r>
              <a:rPr lang="en-US" dirty="0"/>
              <a:t>Use a Cold Welding database such as </a:t>
            </a:r>
            <a:r>
              <a:rPr lang="en-US" i="1" dirty="0"/>
              <a:t>https://coldweld.aac-research.at/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0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8721-9EAE-8512-C904-E0DE4140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– Preventing metal on metal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DD14-3E60-AA1A-CB9C-065A5672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Grease – effective for non-separable contacts but prone to outgassing [2]</a:t>
            </a:r>
          </a:p>
          <a:p>
            <a:r>
              <a:rPr lang="en-US" dirty="0"/>
              <a:t>Washers and barriers – non-metallic materials like ceramics and polymers are not known to cold weld [2]</a:t>
            </a:r>
          </a:p>
          <a:p>
            <a:r>
              <a:rPr lang="en-US" dirty="0"/>
              <a:t>Coatings – more is better, and methods of coating that integrate into the surface of the metal should be preferred [2]</a:t>
            </a:r>
          </a:p>
        </p:txBody>
      </p:sp>
    </p:spTree>
    <p:extLst>
      <p:ext uri="{BB962C8B-B14F-4D97-AF65-F5344CB8AC3E}">
        <p14:creationId xmlns:p14="http://schemas.microsoft.com/office/powerpoint/2010/main" val="201559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98CD-E31E-8EDA-A6AD-819DB80D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7EC8-3AC9-57E7-66B7-9D24EE213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A. </a:t>
            </a:r>
            <a:r>
              <a:rPr lang="en-US" dirty="0" err="1"/>
              <a:t>Merstallinger</a:t>
            </a:r>
            <a:r>
              <a:rPr lang="en-US" dirty="0"/>
              <a:t>, M. Sales, and E. Semerad, “Assessment of Cold Welding Between Separable Contact Surfaces Due to Impact and Fretting Under Vacuum”, Austrian Institute of Technology, European Space Agency, Nov 2009</a:t>
            </a:r>
          </a:p>
          <a:p>
            <a:r>
              <a:rPr lang="en-US" dirty="0"/>
              <a:t>[2] Roland Holzbauer, Andreas </a:t>
            </a:r>
            <a:r>
              <a:rPr lang="en-US" dirty="0" err="1"/>
              <a:t>Merstallinger</a:t>
            </a:r>
            <a:r>
              <a:rPr lang="en-US" dirty="0"/>
              <a:t>, Lionel Gaillard, and Nathan Bamsey, “Cold Welding under Space and Launch Conditions”, 47</a:t>
            </a:r>
            <a:r>
              <a:rPr lang="en-US" baseline="30000" dirty="0"/>
              <a:t>th</a:t>
            </a:r>
            <a:r>
              <a:rPr lang="en-US" dirty="0"/>
              <a:t> Aerospace Mechanisms Symposium, NASA Langley Research Center, May 15-17 2024</a:t>
            </a:r>
          </a:p>
        </p:txBody>
      </p:sp>
    </p:spTree>
    <p:extLst>
      <p:ext uri="{BB962C8B-B14F-4D97-AF65-F5344CB8AC3E}">
        <p14:creationId xmlns:p14="http://schemas.microsoft.com/office/powerpoint/2010/main" val="2355398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Metadata/LabelInfo.xml><?xml version="1.0" encoding="utf-8"?>
<clbl:labelList xmlns:clbl="http://schemas.microsoft.com/office/2020/mipLabelMetadata">
  <clbl:label id="{1bd84cd2-a803-4625-aaf7-424aaac7782e}" enabled="1" method="Standard" siteId="{8331b18d-2d87-48ef-a35f-ac8818ebf9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1136</TotalTime>
  <Words>405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Cold welding in THE VACUUM ENVIRONMENT</vt:lpstr>
      <vt:lpstr>Cold welding</vt:lpstr>
      <vt:lpstr>What Is cold welding?</vt:lpstr>
      <vt:lpstr>COLD welding – explanation of phenomenon</vt:lpstr>
      <vt:lpstr>Cold welding – mechanisms of exposure</vt:lpstr>
      <vt:lpstr>Cold welding – mechanisms of exposure</vt:lpstr>
      <vt:lpstr>Galileo cold welding incident</vt:lpstr>
      <vt:lpstr>mitigation</vt:lpstr>
      <vt:lpstr>Mitigation – Preventing metal on metal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KENNEDY, GARRETT M CTR USSF STARCOM 537 TRS/DOT</dc:creator>
  <cp:lastModifiedBy>KENNEDY, GARRETT M CTR USSF STARCOM 537 TRS/DOT</cp:lastModifiedBy>
  <cp:revision>5</cp:revision>
  <dcterms:created xsi:type="dcterms:W3CDTF">2026-07-17T16:04:22Z</dcterms:created>
  <dcterms:modified xsi:type="dcterms:W3CDTF">2026-07-21T15:16:04Z</dcterms:modified>
</cp:coreProperties>
</file>