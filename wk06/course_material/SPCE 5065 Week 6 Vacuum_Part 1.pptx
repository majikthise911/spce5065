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3.xml" ContentType="application/vnd.openxmlformats-officedocument.presentationml.notesSlide+xml"/>
  <Override PartName="/ppt/ink/ink7.xml" ContentType="application/inkml+xml"/>
  <Override PartName="/ppt/ink/ink8.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598" r:id="rId3"/>
    <p:sldId id="521" r:id="rId4"/>
    <p:sldId id="522" r:id="rId5"/>
    <p:sldId id="605" r:id="rId6"/>
    <p:sldId id="606" r:id="rId7"/>
    <p:sldId id="259" r:id="rId8"/>
    <p:sldId id="261" r:id="rId9"/>
    <p:sldId id="305" r:id="rId10"/>
    <p:sldId id="599" r:id="rId11"/>
    <p:sldId id="600" r:id="rId12"/>
    <p:sldId id="601" r:id="rId13"/>
    <p:sldId id="595" r:id="rId14"/>
    <p:sldId id="596" r:id="rId15"/>
    <p:sldId id="306" r:id="rId16"/>
    <p:sldId id="307" r:id="rId17"/>
    <p:sldId id="597" r:id="rId18"/>
    <p:sldId id="260" r:id="rId19"/>
    <p:sldId id="602" r:id="rId20"/>
    <p:sldId id="258" r:id="rId21"/>
    <p:sldId id="603" r:id="rId22"/>
    <p:sldId id="604" r:id="rId23"/>
    <p:sldId id="270" r:id="rId24"/>
    <p:sldId id="291" r:id="rId25"/>
    <p:sldId id="292" r:id="rId26"/>
    <p:sldId id="296" r:id="rId27"/>
    <p:sldId id="312" r:id="rId28"/>
    <p:sldId id="293" r:id="rId29"/>
    <p:sldId id="273" r:id="rId30"/>
    <p:sldId id="274" r:id="rId31"/>
    <p:sldId id="298" r:id="rId32"/>
    <p:sldId id="289" r:id="rId33"/>
    <p:sldId id="607" r:id="rId34"/>
    <p:sldId id="608" r:id="rId35"/>
    <p:sldId id="609" r:id="rId36"/>
    <p:sldId id="310" r:id="rId37"/>
    <p:sldId id="287" r:id="rId38"/>
    <p:sldId id="324" r:id="rId39"/>
    <p:sldId id="325" r:id="rId40"/>
    <p:sldId id="265" r:id="rId41"/>
    <p:sldId id="266" r:id="rId42"/>
    <p:sldId id="282" r:id="rId43"/>
    <p:sldId id="268" r:id="rId44"/>
    <p:sldId id="295" r:id="rId45"/>
    <p:sldId id="611" r:id="rId46"/>
    <p:sldId id="612" r:id="rId47"/>
    <p:sldId id="613" r:id="rId48"/>
    <p:sldId id="614" r:id="rId49"/>
    <p:sldId id="297"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F29C7A-B2A9-4B3D-A154-9FB0A877A43C}" v="10" dt="2026-07-22T01:14:49.2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3" autoAdjust="0"/>
    <p:restoredTop sz="94660"/>
  </p:normalViewPr>
  <p:slideViewPr>
    <p:cSldViewPr snapToGrid="0">
      <p:cViewPr varScale="1">
        <p:scale>
          <a:sx n="78" d="100"/>
          <a:sy n="78" d="100"/>
        </p:scale>
        <p:origin x="84" y="696"/>
      </p:cViewPr>
      <p:guideLst/>
    </p:cSldViewPr>
  </p:slideViewPr>
  <p:notesTextViewPr>
    <p:cViewPr>
      <p:scale>
        <a:sx n="1" d="1"/>
        <a:sy n="1" d="1"/>
      </p:scale>
      <p:origin x="0" y="0"/>
    </p:cViewPr>
  </p:notesTextViewPr>
  <p:notesViewPr>
    <p:cSldViewPr snapToGrid="0">
      <p:cViewPr varScale="1">
        <p:scale>
          <a:sx n="49" d="100"/>
          <a:sy n="49" d="100"/>
        </p:scale>
        <p:origin x="2664" y="1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ane George" userId="065056628ae16e64" providerId="LiveId" clId="{1E9AE552-6B83-46CE-A2DC-1FB506DB1638}"/>
    <pc:docChg chg="undo custSel addSld delSld modSld">
      <pc:chgData name="Lynnane George" userId="065056628ae16e64" providerId="LiveId" clId="{1E9AE552-6B83-46CE-A2DC-1FB506DB1638}" dt="2026-07-22T01:19:32.730" v="652"/>
      <pc:docMkLst>
        <pc:docMk/>
      </pc:docMkLst>
      <pc:sldChg chg="delSp modSp mod">
        <pc:chgData name="Lynnane George" userId="065056628ae16e64" providerId="LiveId" clId="{1E9AE552-6B83-46CE-A2DC-1FB506DB1638}" dt="2026-07-22T00:52:39.250" v="327" actId="20577"/>
        <pc:sldMkLst>
          <pc:docMk/>
          <pc:sldMk cId="731467338" sldId="256"/>
        </pc:sldMkLst>
        <pc:spChg chg="mod">
          <ac:chgData name="Lynnane George" userId="065056628ae16e64" providerId="LiveId" clId="{1E9AE552-6B83-46CE-A2DC-1FB506DB1638}" dt="2026-07-22T00:51:48.535" v="237" actId="20577"/>
          <ac:spMkLst>
            <pc:docMk/>
            <pc:sldMk cId="731467338" sldId="256"/>
            <ac:spMk id="2" creationId="{3861162C-B206-4FCC-BE4C-C29852AECCEA}"/>
          </ac:spMkLst>
        </pc:spChg>
        <pc:spChg chg="mod">
          <ac:chgData name="Lynnane George" userId="065056628ae16e64" providerId="LiveId" clId="{1E9AE552-6B83-46CE-A2DC-1FB506DB1638}" dt="2026-07-22T00:52:39.250" v="327" actId="20577"/>
          <ac:spMkLst>
            <pc:docMk/>
            <pc:sldMk cId="731467338" sldId="256"/>
            <ac:spMk id="3" creationId="{053603A8-3E04-4413-8502-8C54E2F25CEB}"/>
          </ac:spMkLst>
        </pc:spChg>
        <pc:spChg chg="del">
          <ac:chgData name="Lynnane George" userId="065056628ae16e64" providerId="LiveId" clId="{1E9AE552-6B83-46CE-A2DC-1FB506DB1638}" dt="2026-07-22T00:51:55.536" v="238" actId="478"/>
          <ac:spMkLst>
            <pc:docMk/>
            <pc:sldMk cId="731467338" sldId="256"/>
            <ac:spMk id="5" creationId="{7BAD9DFA-6D27-49F2-9B6C-EFC65DE4F3A7}"/>
          </ac:spMkLst>
        </pc:spChg>
      </pc:sldChg>
      <pc:sldChg chg="add">
        <pc:chgData name="Lynnane George" userId="065056628ae16e64" providerId="LiveId" clId="{1E9AE552-6B83-46CE-A2DC-1FB506DB1638}" dt="2026-07-22T01:07:58.758" v="528"/>
        <pc:sldMkLst>
          <pc:docMk/>
          <pc:sldMk cId="3993804517" sldId="265"/>
        </pc:sldMkLst>
      </pc:sldChg>
      <pc:sldChg chg="add">
        <pc:chgData name="Lynnane George" userId="065056628ae16e64" providerId="LiveId" clId="{1E9AE552-6B83-46CE-A2DC-1FB506DB1638}" dt="2026-07-22T01:07:58.758" v="528"/>
        <pc:sldMkLst>
          <pc:docMk/>
          <pc:sldMk cId="4237224591" sldId="266"/>
        </pc:sldMkLst>
      </pc:sldChg>
      <pc:sldChg chg="add">
        <pc:chgData name="Lynnane George" userId="065056628ae16e64" providerId="LiveId" clId="{1E9AE552-6B83-46CE-A2DC-1FB506DB1638}" dt="2026-07-22T01:07:58.758" v="528"/>
        <pc:sldMkLst>
          <pc:docMk/>
          <pc:sldMk cId="3412273739" sldId="268"/>
        </pc:sldMkLst>
      </pc:sldChg>
      <pc:sldChg chg="add">
        <pc:chgData name="Lynnane George" userId="065056628ae16e64" providerId="LiveId" clId="{1E9AE552-6B83-46CE-A2DC-1FB506DB1638}" dt="2026-07-22T01:07:58.758" v="528"/>
        <pc:sldMkLst>
          <pc:docMk/>
          <pc:sldMk cId="583931654" sldId="282"/>
        </pc:sldMkLst>
      </pc:sldChg>
      <pc:sldChg chg="modSp add del mod">
        <pc:chgData name="Lynnane George" userId="065056628ae16e64" providerId="LiveId" clId="{1E9AE552-6B83-46CE-A2DC-1FB506DB1638}" dt="2026-07-22T01:09:07.166" v="553" actId="20577"/>
        <pc:sldMkLst>
          <pc:docMk/>
          <pc:sldMk cId="1710650354" sldId="287"/>
        </pc:sldMkLst>
        <pc:spChg chg="mod">
          <ac:chgData name="Lynnane George" userId="065056628ae16e64" providerId="LiveId" clId="{1E9AE552-6B83-46CE-A2DC-1FB506DB1638}" dt="2026-07-22T01:09:03.619" v="552" actId="20577"/>
          <ac:spMkLst>
            <pc:docMk/>
            <pc:sldMk cId="1710650354" sldId="287"/>
            <ac:spMk id="2" creationId="{528E9758-2E6A-4499-A6AE-66BB11B2CB99}"/>
          </ac:spMkLst>
        </pc:spChg>
        <pc:spChg chg="mod">
          <ac:chgData name="Lynnane George" userId="065056628ae16e64" providerId="LiveId" clId="{1E9AE552-6B83-46CE-A2DC-1FB506DB1638}" dt="2026-07-22T01:09:07.166" v="553" actId="20577"/>
          <ac:spMkLst>
            <pc:docMk/>
            <pc:sldMk cId="1710650354" sldId="287"/>
            <ac:spMk id="4" creationId="{64155AFC-4406-41A5-89A6-B328D0C8F711}"/>
          </ac:spMkLst>
        </pc:spChg>
      </pc:sldChg>
      <pc:sldChg chg="addSp modSp add mod">
        <pc:chgData name="Lynnane George" userId="065056628ae16e64" providerId="LiveId" clId="{1E9AE552-6B83-46CE-A2DC-1FB506DB1638}" dt="2026-07-22T01:12:56.804" v="603" actId="1076"/>
        <pc:sldMkLst>
          <pc:docMk/>
          <pc:sldMk cId="1636796207" sldId="295"/>
        </pc:sldMkLst>
        <pc:spChg chg="mod">
          <ac:chgData name="Lynnane George" userId="065056628ae16e64" providerId="LiveId" clId="{1E9AE552-6B83-46CE-A2DC-1FB506DB1638}" dt="2026-07-22T01:09:28.153" v="572" actId="20577"/>
          <ac:spMkLst>
            <pc:docMk/>
            <pc:sldMk cId="1636796207" sldId="295"/>
            <ac:spMk id="2" creationId="{DBC64F8E-AC6A-422D-960E-ACAC90EA7344}"/>
          </ac:spMkLst>
        </pc:spChg>
        <pc:spChg chg="add mod">
          <ac:chgData name="Lynnane George" userId="065056628ae16e64" providerId="LiveId" clId="{1E9AE552-6B83-46CE-A2DC-1FB506DB1638}" dt="2026-07-22T01:12:56.804" v="603" actId="1076"/>
          <ac:spMkLst>
            <pc:docMk/>
            <pc:sldMk cId="1636796207" sldId="295"/>
            <ac:spMk id="4" creationId="{E7736481-D79F-3F4D-268F-93CB7C7C76F6}"/>
          </ac:spMkLst>
        </pc:spChg>
        <pc:spChg chg="mod">
          <ac:chgData name="Lynnane George" userId="065056628ae16e64" providerId="LiveId" clId="{1E9AE552-6B83-46CE-A2DC-1FB506DB1638}" dt="2026-07-22T01:12:23.547" v="595" actId="21"/>
          <ac:spMkLst>
            <pc:docMk/>
            <pc:sldMk cId="1636796207" sldId="295"/>
            <ac:spMk id="6" creationId="{6A249DC9-32C5-4D14-A8A3-EEDED9C62677}"/>
          </ac:spMkLst>
        </pc:spChg>
        <pc:graphicFrameChg chg="mod">
          <ac:chgData name="Lynnane George" userId="065056628ae16e64" providerId="LiveId" clId="{1E9AE552-6B83-46CE-A2DC-1FB506DB1638}" dt="2026-07-22T01:12:52.738" v="602" actId="1076"/>
          <ac:graphicFrameMkLst>
            <pc:docMk/>
            <pc:sldMk cId="1636796207" sldId="295"/>
            <ac:graphicFrameMk id="5" creationId="{95F8FE69-A456-4EBF-B240-CDA649EDE4D6}"/>
          </ac:graphicFrameMkLst>
        </pc:graphicFrameChg>
      </pc:sldChg>
      <pc:sldChg chg="modSp mod">
        <pc:chgData name="Lynnane George" userId="065056628ae16e64" providerId="LiveId" clId="{1E9AE552-6B83-46CE-A2DC-1FB506DB1638}" dt="2026-07-22T01:14:54.544" v="627" actId="12"/>
        <pc:sldMkLst>
          <pc:docMk/>
          <pc:sldMk cId="449833968" sldId="297"/>
        </pc:sldMkLst>
        <pc:spChg chg="mod">
          <ac:chgData name="Lynnane George" userId="065056628ae16e64" providerId="LiveId" clId="{1E9AE552-6B83-46CE-A2DC-1FB506DB1638}" dt="2026-07-22T01:14:54.544" v="627" actId="12"/>
          <ac:spMkLst>
            <pc:docMk/>
            <pc:sldMk cId="449833968" sldId="297"/>
            <ac:spMk id="3" creationId="{4FD3B9FB-3C8D-481B-9F89-A75EE15A21FF}"/>
          </ac:spMkLst>
        </pc:spChg>
      </pc:sldChg>
      <pc:sldChg chg="addSp delSp modSp mod">
        <pc:chgData name="Lynnane George" userId="065056628ae16e64" providerId="LiveId" clId="{1E9AE552-6B83-46CE-A2DC-1FB506DB1638}" dt="2026-07-22T01:01:15.521" v="485" actId="1076"/>
        <pc:sldMkLst>
          <pc:docMk/>
          <pc:sldMk cId="1065077539" sldId="307"/>
        </pc:sldMkLst>
        <pc:picChg chg="add mod">
          <ac:chgData name="Lynnane George" userId="065056628ae16e64" providerId="LiveId" clId="{1E9AE552-6B83-46CE-A2DC-1FB506DB1638}" dt="2026-07-22T01:01:15.521" v="485" actId="1076"/>
          <ac:picMkLst>
            <pc:docMk/>
            <pc:sldMk cId="1065077539" sldId="307"/>
            <ac:picMk id="5" creationId="{730AF0AB-D10D-A949-2730-0C7B895D45EE}"/>
          </ac:picMkLst>
        </pc:picChg>
        <pc:picChg chg="add mod">
          <ac:chgData name="Lynnane George" userId="065056628ae16e64" providerId="LiveId" clId="{1E9AE552-6B83-46CE-A2DC-1FB506DB1638}" dt="2026-07-22T00:59:05.718" v="468" actId="14100"/>
          <ac:picMkLst>
            <pc:docMk/>
            <pc:sldMk cId="1065077539" sldId="307"/>
            <ac:picMk id="7" creationId="{6919BC1A-C285-5C4B-3FBA-A3E40D857B3C}"/>
          </ac:picMkLst>
        </pc:picChg>
        <pc:picChg chg="add del mod">
          <ac:chgData name="Lynnane George" userId="065056628ae16e64" providerId="LiveId" clId="{1E9AE552-6B83-46CE-A2DC-1FB506DB1638}" dt="2026-07-22T00:57:39.720" v="462" actId="478"/>
          <ac:picMkLst>
            <pc:docMk/>
            <pc:sldMk cId="1065077539" sldId="307"/>
            <ac:picMk id="8" creationId="{6ADE979C-0E76-6BDA-D352-2F5519DD150F}"/>
          </ac:picMkLst>
        </pc:picChg>
        <pc:picChg chg="add del mod">
          <ac:chgData name="Lynnane George" userId="065056628ae16e64" providerId="LiveId" clId="{1E9AE552-6B83-46CE-A2DC-1FB506DB1638}" dt="2026-07-22T00:57:33.261" v="461" actId="478"/>
          <ac:picMkLst>
            <pc:docMk/>
            <pc:sldMk cId="1065077539" sldId="307"/>
            <ac:picMk id="10" creationId="{CD67BB9C-A877-B115-6C02-43535805D281}"/>
          </ac:picMkLst>
        </pc:picChg>
        <pc:picChg chg="add mod">
          <ac:chgData name="Lynnane George" userId="065056628ae16e64" providerId="LiveId" clId="{1E9AE552-6B83-46CE-A2DC-1FB506DB1638}" dt="2026-07-22T01:00:08.621" v="472" actId="1076"/>
          <ac:picMkLst>
            <pc:docMk/>
            <pc:sldMk cId="1065077539" sldId="307"/>
            <ac:picMk id="11" creationId="{9EA89B9B-C74E-43DB-709C-A93746AED39D}"/>
          </ac:picMkLst>
        </pc:picChg>
        <pc:picChg chg="add mod">
          <ac:chgData name="Lynnane George" userId="065056628ae16e64" providerId="LiveId" clId="{1E9AE552-6B83-46CE-A2DC-1FB506DB1638}" dt="2026-07-22T01:00:38.655" v="477" actId="1076"/>
          <ac:picMkLst>
            <pc:docMk/>
            <pc:sldMk cId="1065077539" sldId="307"/>
            <ac:picMk id="14" creationId="{08FD8CA1-847D-963C-EBEB-2770BF75B1B8}"/>
          </ac:picMkLst>
        </pc:picChg>
        <pc:picChg chg="add mod">
          <ac:chgData name="Lynnane George" userId="065056628ae16e64" providerId="LiveId" clId="{1E9AE552-6B83-46CE-A2DC-1FB506DB1638}" dt="2026-07-22T01:01:13.183" v="484" actId="1076"/>
          <ac:picMkLst>
            <pc:docMk/>
            <pc:sldMk cId="1065077539" sldId="307"/>
            <ac:picMk id="16" creationId="{D7E378E2-938F-EED9-C664-A442CDD6FDD9}"/>
          </ac:picMkLst>
        </pc:picChg>
      </pc:sldChg>
      <pc:sldChg chg="addSp delSp modSp mod">
        <pc:chgData name="Lynnane George" userId="065056628ae16e64" providerId="LiveId" clId="{1E9AE552-6B83-46CE-A2DC-1FB506DB1638}" dt="2026-07-22T01:04:11.743" v="509" actId="1076"/>
        <pc:sldMkLst>
          <pc:docMk/>
          <pc:sldMk cId="2198997269" sldId="310"/>
        </pc:sldMkLst>
        <pc:spChg chg="mod">
          <ac:chgData name="Lynnane George" userId="065056628ae16e64" providerId="LiveId" clId="{1E9AE552-6B83-46CE-A2DC-1FB506DB1638}" dt="2026-07-22T01:03:32.200" v="503" actId="20577"/>
          <ac:spMkLst>
            <pc:docMk/>
            <pc:sldMk cId="2198997269" sldId="310"/>
            <ac:spMk id="2" creationId="{0F84A739-E098-4A54-9C25-27186EAB4ED7}"/>
          </ac:spMkLst>
        </pc:spChg>
        <pc:picChg chg="add mod">
          <ac:chgData name="Lynnane George" userId="065056628ae16e64" providerId="LiveId" clId="{1E9AE552-6B83-46CE-A2DC-1FB506DB1638}" dt="2026-07-22T01:04:11.743" v="509" actId="1076"/>
          <ac:picMkLst>
            <pc:docMk/>
            <pc:sldMk cId="2198997269" sldId="310"/>
            <ac:picMk id="4" creationId="{C66F03F5-998D-B846-1571-D7A41D79AB3C}"/>
          </ac:picMkLst>
        </pc:picChg>
        <pc:picChg chg="add del">
          <ac:chgData name="Lynnane George" userId="065056628ae16e64" providerId="LiveId" clId="{1E9AE552-6B83-46CE-A2DC-1FB506DB1638}" dt="2026-07-22T01:03:28.430" v="501" actId="478"/>
          <ac:picMkLst>
            <pc:docMk/>
            <pc:sldMk cId="2198997269" sldId="310"/>
            <ac:picMk id="7" creationId="{7275DFF3-734C-8D3A-7D28-C775570B1659}"/>
          </ac:picMkLst>
        </pc:picChg>
      </pc:sldChg>
      <pc:sldChg chg="add">
        <pc:chgData name="Lynnane George" userId="065056628ae16e64" providerId="LiveId" clId="{1E9AE552-6B83-46CE-A2DC-1FB506DB1638}" dt="2026-07-22T01:07:58.758" v="528"/>
        <pc:sldMkLst>
          <pc:docMk/>
          <pc:sldMk cId="3881469276" sldId="324"/>
        </pc:sldMkLst>
      </pc:sldChg>
      <pc:sldChg chg="add">
        <pc:chgData name="Lynnane George" userId="065056628ae16e64" providerId="LiveId" clId="{1E9AE552-6B83-46CE-A2DC-1FB506DB1638}" dt="2026-07-22T01:07:58.758" v="528"/>
        <pc:sldMkLst>
          <pc:docMk/>
          <pc:sldMk cId="208728984" sldId="325"/>
        </pc:sldMkLst>
      </pc:sldChg>
      <pc:sldChg chg="modSp add mod">
        <pc:chgData name="Lynnane George" userId="065056628ae16e64" providerId="LiveId" clId="{1E9AE552-6B83-46CE-A2DC-1FB506DB1638}" dt="2026-07-22T00:55:05.051" v="375" actId="20577"/>
        <pc:sldMkLst>
          <pc:docMk/>
          <pc:sldMk cId="1100958776" sldId="521"/>
        </pc:sldMkLst>
        <pc:spChg chg="mod">
          <ac:chgData name="Lynnane George" userId="065056628ae16e64" providerId="LiveId" clId="{1E9AE552-6B83-46CE-A2DC-1FB506DB1638}" dt="2026-07-22T00:55:05.051" v="375" actId="20577"/>
          <ac:spMkLst>
            <pc:docMk/>
            <pc:sldMk cId="1100958776" sldId="521"/>
            <ac:spMk id="3" creationId="{17CF2315-A915-D96D-0C73-96CD89C4B8C7}"/>
          </ac:spMkLst>
        </pc:spChg>
        <pc:spChg chg="mod">
          <ac:chgData name="Lynnane George" userId="065056628ae16e64" providerId="LiveId" clId="{1E9AE552-6B83-46CE-A2DC-1FB506DB1638}" dt="2026-07-22T00:54:57.357" v="360" actId="20577"/>
          <ac:spMkLst>
            <pc:docMk/>
            <pc:sldMk cId="1100958776" sldId="521"/>
            <ac:spMk id="4" creationId="{85705547-0D64-4E8B-ABC3-B75751765CF3}"/>
          </ac:spMkLst>
        </pc:spChg>
      </pc:sldChg>
      <pc:sldChg chg="modSp add mod">
        <pc:chgData name="Lynnane George" userId="065056628ae16e64" providerId="LiveId" clId="{1E9AE552-6B83-46CE-A2DC-1FB506DB1638}" dt="2026-07-22T00:55:24.360" v="414" actId="20577"/>
        <pc:sldMkLst>
          <pc:docMk/>
          <pc:sldMk cId="3838422642" sldId="522"/>
        </pc:sldMkLst>
        <pc:spChg chg="mod">
          <ac:chgData name="Lynnane George" userId="065056628ae16e64" providerId="LiveId" clId="{1E9AE552-6B83-46CE-A2DC-1FB506DB1638}" dt="2026-07-22T00:55:24.360" v="414" actId="20577"/>
          <ac:spMkLst>
            <pc:docMk/>
            <pc:sldMk cId="3838422642" sldId="522"/>
            <ac:spMk id="3" creationId="{17CF2315-A915-D96D-0C73-96CD89C4B8C7}"/>
          </ac:spMkLst>
        </pc:spChg>
        <pc:spChg chg="mod">
          <ac:chgData name="Lynnane George" userId="065056628ae16e64" providerId="LiveId" clId="{1E9AE552-6B83-46CE-A2DC-1FB506DB1638}" dt="2026-07-22T00:55:16.143" v="400" actId="20577"/>
          <ac:spMkLst>
            <pc:docMk/>
            <pc:sldMk cId="3838422642" sldId="522"/>
            <ac:spMk id="4" creationId="{85705547-0D64-4E8B-ABC3-B75751765CF3}"/>
          </ac:spMkLst>
        </pc:spChg>
      </pc:sldChg>
      <pc:sldChg chg="addSp delSp modSp mod">
        <pc:chgData name="Lynnane George" userId="065056628ae16e64" providerId="LiveId" clId="{1E9AE552-6B83-46CE-A2DC-1FB506DB1638}" dt="2026-07-22T01:02:38.336" v="498" actId="1076"/>
        <pc:sldMkLst>
          <pc:docMk/>
          <pc:sldMk cId="106315327" sldId="597"/>
        </pc:sldMkLst>
        <pc:picChg chg="add del mod">
          <ac:chgData name="Lynnane George" userId="065056628ae16e64" providerId="LiveId" clId="{1E9AE552-6B83-46CE-A2DC-1FB506DB1638}" dt="2026-07-22T01:01:21.780" v="486" actId="478"/>
          <ac:picMkLst>
            <pc:docMk/>
            <pc:sldMk cId="106315327" sldId="597"/>
            <ac:picMk id="4" creationId="{4EC88E88-EB23-EB2E-4C81-0DE4DDC09875}"/>
          </ac:picMkLst>
        </pc:picChg>
        <pc:picChg chg="add mod">
          <ac:chgData name="Lynnane George" userId="065056628ae16e64" providerId="LiveId" clId="{1E9AE552-6B83-46CE-A2DC-1FB506DB1638}" dt="2026-07-22T01:02:04.049" v="492" actId="14100"/>
          <ac:picMkLst>
            <pc:docMk/>
            <pc:sldMk cId="106315327" sldId="597"/>
            <ac:picMk id="5" creationId="{364D2FA9-6D39-52CA-D2F0-69FEDC5CA0F2}"/>
          </ac:picMkLst>
        </pc:picChg>
        <pc:picChg chg="add mod">
          <ac:chgData name="Lynnane George" userId="065056628ae16e64" providerId="LiveId" clId="{1E9AE552-6B83-46CE-A2DC-1FB506DB1638}" dt="2026-07-22T01:02:38.336" v="498" actId="1076"/>
          <ac:picMkLst>
            <pc:docMk/>
            <pc:sldMk cId="106315327" sldId="597"/>
            <ac:picMk id="7" creationId="{15F29291-0EF6-71FC-CB41-CF8F81F20A0C}"/>
          </ac:picMkLst>
        </pc:picChg>
        <pc:inkChg chg="add">
          <ac:chgData name="Lynnane George" userId="065056628ae16e64" providerId="LiveId" clId="{1E9AE552-6B83-46CE-A2DC-1FB506DB1638}" dt="2026-07-20T19:05:36.950" v="227" actId="9405"/>
          <ac:inkMkLst>
            <pc:docMk/>
            <pc:sldMk cId="106315327" sldId="597"/>
            <ac:inkMk id="10" creationId="{35934BEC-DF07-EA01-7E67-3BB881980C5D}"/>
          </ac:inkMkLst>
        </pc:inkChg>
        <pc:inkChg chg="add del">
          <ac:chgData name="Lynnane George" userId="065056628ae16e64" providerId="LiveId" clId="{1E9AE552-6B83-46CE-A2DC-1FB506DB1638}" dt="2026-07-22T01:01:54.083" v="490" actId="478"/>
          <ac:inkMkLst>
            <pc:docMk/>
            <pc:sldMk cId="106315327" sldId="597"/>
            <ac:inkMk id="11" creationId="{1B998397-FF99-FE78-73C8-5B2435453DA5}"/>
          </ac:inkMkLst>
        </pc:inkChg>
      </pc:sldChg>
      <pc:sldChg chg="addSp delSp modSp new mod">
        <pc:chgData name="Lynnane George" userId="065056628ae16e64" providerId="LiveId" clId="{1E9AE552-6B83-46CE-A2DC-1FB506DB1638}" dt="2026-07-19T01:55:13.628" v="27" actId="1076"/>
        <pc:sldMkLst>
          <pc:docMk/>
          <pc:sldMk cId="1763653928" sldId="598"/>
        </pc:sldMkLst>
        <pc:picChg chg="add mod ord">
          <ac:chgData name="Lynnane George" userId="065056628ae16e64" providerId="LiveId" clId="{1E9AE552-6B83-46CE-A2DC-1FB506DB1638}" dt="2026-07-19T01:54:37.043" v="20" actId="1076"/>
          <ac:picMkLst>
            <pc:docMk/>
            <pc:sldMk cId="1763653928" sldId="598"/>
            <ac:picMk id="6" creationId="{C2DD736E-B0C3-344C-6FDD-EE931E0F94C4}"/>
          </ac:picMkLst>
        </pc:picChg>
        <pc:picChg chg="add mod">
          <ac:chgData name="Lynnane George" userId="065056628ae16e64" providerId="LiveId" clId="{1E9AE552-6B83-46CE-A2DC-1FB506DB1638}" dt="2026-07-19T01:54:45.194" v="21" actId="1076"/>
          <ac:picMkLst>
            <pc:docMk/>
            <pc:sldMk cId="1763653928" sldId="598"/>
            <ac:picMk id="8" creationId="{C04E0400-4B6F-1394-F07A-C0B9E5587492}"/>
          </ac:picMkLst>
        </pc:picChg>
        <pc:picChg chg="add mod">
          <ac:chgData name="Lynnane George" userId="065056628ae16e64" providerId="LiveId" clId="{1E9AE552-6B83-46CE-A2DC-1FB506DB1638}" dt="2026-07-19T01:55:13.628" v="27" actId="1076"/>
          <ac:picMkLst>
            <pc:docMk/>
            <pc:sldMk cId="1763653928" sldId="598"/>
            <ac:picMk id="10" creationId="{0BA09523-2314-6CCB-86A1-6BED5307EFB2}"/>
          </ac:picMkLst>
        </pc:picChg>
      </pc:sldChg>
      <pc:sldChg chg="modSp new mod">
        <pc:chgData name="Lynnane George" userId="065056628ae16e64" providerId="LiveId" clId="{1E9AE552-6B83-46CE-A2DC-1FB506DB1638}" dt="2026-07-19T03:12:21.678" v="91" actId="122"/>
        <pc:sldMkLst>
          <pc:docMk/>
          <pc:sldMk cId="983985722" sldId="599"/>
        </pc:sldMkLst>
        <pc:spChg chg="mod">
          <ac:chgData name="Lynnane George" userId="065056628ae16e64" providerId="LiveId" clId="{1E9AE552-6B83-46CE-A2DC-1FB506DB1638}" dt="2026-07-19T03:12:21.678" v="91" actId="122"/>
          <ac:spMkLst>
            <pc:docMk/>
            <pc:sldMk cId="983985722" sldId="599"/>
            <ac:spMk id="2" creationId="{8D5EC6BA-4AD9-A160-2150-8C8F1D310736}"/>
          </ac:spMkLst>
        </pc:spChg>
      </pc:sldChg>
      <pc:sldChg chg="modSp add mod">
        <pc:chgData name="Lynnane George" userId="065056628ae16e64" providerId="LiveId" clId="{1E9AE552-6B83-46CE-A2DC-1FB506DB1638}" dt="2026-07-19T03:14:55.220" v="105" actId="20577"/>
        <pc:sldMkLst>
          <pc:docMk/>
          <pc:sldMk cId="727137489" sldId="600"/>
        </pc:sldMkLst>
        <pc:spChg chg="mod">
          <ac:chgData name="Lynnane George" userId="065056628ae16e64" providerId="LiveId" clId="{1E9AE552-6B83-46CE-A2DC-1FB506DB1638}" dt="2026-07-19T03:14:55.220" v="105" actId="20577"/>
          <ac:spMkLst>
            <pc:docMk/>
            <pc:sldMk cId="727137489" sldId="600"/>
            <ac:spMk id="2" creationId="{54CE3DA1-FEA3-6721-3787-CB8BE8422172}"/>
          </ac:spMkLst>
        </pc:spChg>
      </pc:sldChg>
      <pc:sldChg chg="modSp add mod">
        <pc:chgData name="Lynnane George" userId="065056628ae16e64" providerId="LiveId" clId="{1E9AE552-6B83-46CE-A2DC-1FB506DB1638}" dt="2026-07-19T03:19:13.590" v="131" actId="20577"/>
        <pc:sldMkLst>
          <pc:docMk/>
          <pc:sldMk cId="1856410340" sldId="601"/>
        </pc:sldMkLst>
        <pc:spChg chg="mod">
          <ac:chgData name="Lynnane George" userId="065056628ae16e64" providerId="LiveId" clId="{1E9AE552-6B83-46CE-A2DC-1FB506DB1638}" dt="2026-07-19T03:19:13.590" v="131" actId="20577"/>
          <ac:spMkLst>
            <pc:docMk/>
            <pc:sldMk cId="1856410340" sldId="601"/>
            <ac:spMk id="2" creationId="{8401B492-CE0B-6732-652E-CDA21FDD250B}"/>
          </ac:spMkLst>
        </pc:spChg>
      </pc:sldChg>
      <pc:sldChg chg="delSp add">
        <pc:chgData name="Lynnane George" userId="065056628ae16e64" providerId="LiveId" clId="{1E9AE552-6B83-46CE-A2DC-1FB506DB1638}" dt="2026-07-19T17:58:57.843" v="155" actId="478"/>
        <pc:sldMkLst>
          <pc:docMk/>
          <pc:sldMk cId="3420735347" sldId="602"/>
        </pc:sldMkLst>
      </pc:sldChg>
      <pc:sldChg chg="addSp delSp modSp new mod">
        <pc:chgData name="Lynnane George" userId="065056628ae16e64" providerId="LiveId" clId="{1E9AE552-6B83-46CE-A2DC-1FB506DB1638}" dt="2026-07-19T18:17:18.132" v="168" actId="1076"/>
        <pc:sldMkLst>
          <pc:docMk/>
          <pc:sldMk cId="2940805858" sldId="603"/>
        </pc:sldMkLst>
        <pc:picChg chg="add mod">
          <ac:chgData name="Lynnane George" userId="065056628ae16e64" providerId="LiveId" clId="{1E9AE552-6B83-46CE-A2DC-1FB506DB1638}" dt="2026-07-19T18:17:18.132" v="168" actId="1076"/>
          <ac:picMkLst>
            <pc:docMk/>
            <pc:sldMk cId="2940805858" sldId="603"/>
            <ac:picMk id="4" creationId="{D9BBC4D8-41D6-1FE9-B885-A20D40EBCCD5}"/>
          </ac:picMkLst>
        </pc:picChg>
      </pc:sldChg>
      <pc:sldChg chg="modSp new mod">
        <pc:chgData name="Lynnane George" userId="065056628ae16e64" providerId="LiveId" clId="{1E9AE552-6B83-46CE-A2DC-1FB506DB1638}" dt="2026-07-19T18:20:52.997" v="210" actId="122"/>
        <pc:sldMkLst>
          <pc:docMk/>
          <pc:sldMk cId="493395641" sldId="604"/>
        </pc:sldMkLst>
        <pc:spChg chg="mod">
          <ac:chgData name="Lynnane George" userId="065056628ae16e64" providerId="LiveId" clId="{1E9AE552-6B83-46CE-A2DC-1FB506DB1638}" dt="2026-07-19T18:20:52.997" v="210" actId="122"/>
          <ac:spMkLst>
            <pc:docMk/>
            <pc:sldMk cId="493395641" sldId="604"/>
            <ac:spMk id="2" creationId="{E01BF6AE-DD0E-0785-A5E3-5F88A658AB27}"/>
          </ac:spMkLst>
        </pc:spChg>
      </pc:sldChg>
      <pc:sldChg chg="addSp delSp modSp add mod">
        <pc:chgData name="Lynnane George" userId="065056628ae16e64" providerId="LiveId" clId="{1E9AE552-6B83-46CE-A2DC-1FB506DB1638}" dt="2026-07-22T00:56:51.960" v="442" actId="478"/>
        <pc:sldMkLst>
          <pc:docMk/>
          <pc:sldMk cId="2099282155" sldId="605"/>
        </pc:sldMkLst>
        <pc:spChg chg="mod">
          <ac:chgData name="Lynnane George" userId="065056628ae16e64" providerId="LiveId" clId="{1E9AE552-6B83-46CE-A2DC-1FB506DB1638}" dt="2026-07-22T00:55:35.541" v="426" actId="20577"/>
          <ac:spMkLst>
            <pc:docMk/>
            <pc:sldMk cId="2099282155" sldId="605"/>
            <ac:spMk id="3" creationId="{9497B0B6-F63E-097A-1015-3BB03A218562}"/>
          </ac:spMkLst>
        </pc:spChg>
        <pc:spChg chg="mod">
          <ac:chgData name="Lynnane George" userId="065056628ae16e64" providerId="LiveId" clId="{1E9AE552-6B83-46CE-A2DC-1FB506DB1638}" dt="2026-07-22T00:55:38.919" v="428" actId="20577"/>
          <ac:spMkLst>
            <pc:docMk/>
            <pc:sldMk cId="2099282155" sldId="605"/>
            <ac:spMk id="4" creationId="{B077C576-31D7-5F25-1CAC-809A561915D0}"/>
          </ac:spMkLst>
        </pc:spChg>
        <pc:graphicFrameChg chg="del">
          <ac:chgData name="Lynnane George" userId="065056628ae16e64" providerId="LiveId" clId="{1E9AE552-6B83-46CE-A2DC-1FB506DB1638}" dt="2026-07-22T00:56:51.960" v="442" actId="478"/>
          <ac:graphicFrameMkLst>
            <pc:docMk/>
            <pc:sldMk cId="2099282155" sldId="605"/>
            <ac:graphicFrameMk id="2" creationId="{2B6265FE-2C27-968D-0556-12B60C0F5B49}"/>
          </ac:graphicFrameMkLst>
        </pc:graphicFrameChg>
        <pc:graphicFrameChg chg="add del mod">
          <ac:chgData name="Lynnane George" userId="065056628ae16e64" providerId="LiveId" clId="{1E9AE552-6B83-46CE-A2DC-1FB506DB1638}" dt="2026-07-22T00:56:45.718" v="438" actId="478"/>
          <ac:graphicFrameMkLst>
            <pc:docMk/>
            <pc:sldMk cId="2099282155" sldId="605"/>
            <ac:graphicFrameMk id="5" creationId="{5DE63242-2B7F-BFFA-4CD6-04B7ABBE3AAD}"/>
          </ac:graphicFrameMkLst>
        </pc:graphicFrameChg>
        <pc:graphicFrameChg chg="add del mod">
          <ac:chgData name="Lynnane George" userId="065056628ae16e64" providerId="LiveId" clId="{1E9AE552-6B83-46CE-A2DC-1FB506DB1638}" dt="2026-07-22T00:56:44.795" v="437" actId="478"/>
          <ac:graphicFrameMkLst>
            <pc:docMk/>
            <pc:sldMk cId="2099282155" sldId="605"/>
            <ac:graphicFrameMk id="6" creationId="{EE5DE15D-4757-9D40-DEBA-2020A6C646D7}"/>
          </ac:graphicFrameMkLst>
        </pc:graphicFrameChg>
        <pc:graphicFrameChg chg="del">
          <ac:chgData name="Lynnane George" userId="065056628ae16e64" providerId="LiveId" clId="{1E9AE552-6B83-46CE-A2DC-1FB506DB1638}" dt="2026-07-22T00:56:43.570" v="436" actId="478"/>
          <ac:graphicFrameMkLst>
            <pc:docMk/>
            <pc:sldMk cId="2099282155" sldId="605"/>
            <ac:graphicFrameMk id="7" creationId="{B3910901-228C-857D-4C90-3ECB98604273}"/>
          </ac:graphicFrameMkLst>
        </pc:graphicFrameChg>
        <pc:graphicFrameChg chg="del">
          <ac:chgData name="Lynnane George" userId="065056628ae16e64" providerId="LiveId" clId="{1E9AE552-6B83-46CE-A2DC-1FB506DB1638}" dt="2026-07-22T00:56:40.531" v="434" actId="478"/>
          <ac:graphicFrameMkLst>
            <pc:docMk/>
            <pc:sldMk cId="2099282155" sldId="605"/>
            <ac:graphicFrameMk id="8" creationId="{3160EF8E-06A2-3CF7-591D-20117EFC6827}"/>
          </ac:graphicFrameMkLst>
        </pc:graphicFrameChg>
        <pc:graphicFrameChg chg="add del mod">
          <ac:chgData name="Lynnane George" userId="065056628ae16e64" providerId="LiveId" clId="{1E9AE552-6B83-46CE-A2DC-1FB506DB1638}" dt="2026-07-22T00:56:23.233" v="430"/>
          <ac:graphicFrameMkLst>
            <pc:docMk/>
            <pc:sldMk cId="2099282155" sldId="605"/>
            <ac:graphicFrameMk id="9" creationId="{F83E37E4-D9D0-04CD-540A-0888B8DE1259}"/>
          </ac:graphicFrameMkLst>
        </pc:graphicFrameChg>
        <pc:graphicFrameChg chg="add del mod">
          <ac:chgData name="Lynnane George" userId="065056628ae16e64" providerId="LiveId" clId="{1E9AE552-6B83-46CE-A2DC-1FB506DB1638}" dt="2026-07-22T00:56:39.125" v="433" actId="478"/>
          <ac:graphicFrameMkLst>
            <pc:docMk/>
            <pc:sldMk cId="2099282155" sldId="605"/>
            <ac:graphicFrameMk id="10" creationId="{C2A679A0-4B5F-16D8-DC9C-270F7CD13F57}"/>
          </ac:graphicFrameMkLst>
        </pc:graphicFrameChg>
        <pc:graphicFrameChg chg="add del mod">
          <ac:chgData name="Lynnane George" userId="065056628ae16e64" providerId="LiveId" clId="{1E9AE552-6B83-46CE-A2DC-1FB506DB1638}" dt="2026-07-22T00:56:36.922" v="431" actId="478"/>
          <ac:graphicFrameMkLst>
            <pc:docMk/>
            <pc:sldMk cId="2099282155" sldId="605"/>
            <ac:graphicFrameMk id="11" creationId="{0F427FA9-B08C-9BE5-1BE9-07A14686E524}"/>
          </ac:graphicFrameMkLst>
        </pc:graphicFrameChg>
        <pc:graphicFrameChg chg="add del mod">
          <ac:chgData name="Lynnane George" userId="065056628ae16e64" providerId="LiveId" clId="{1E9AE552-6B83-46CE-A2DC-1FB506DB1638}" dt="2026-07-22T00:56:37.923" v="432" actId="478"/>
          <ac:graphicFrameMkLst>
            <pc:docMk/>
            <pc:sldMk cId="2099282155" sldId="605"/>
            <ac:graphicFrameMk id="12" creationId="{4F5A7D9C-CFCA-AFD8-7E00-09F5D1D608A6}"/>
          </ac:graphicFrameMkLst>
        </pc:graphicFrameChg>
        <pc:graphicFrameChg chg="add del mod">
          <ac:chgData name="Lynnane George" userId="065056628ae16e64" providerId="LiveId" clId="{1E9AE552-6B83-46CE-A2DC-1FB506DB1638}" dt="2026-07-22T00:56:50.104" v="441" actId="478"/>
          <ac:graphicFrameMkLst>
            <pc:docMk/>
            <pc:sldMk cId="2099282155" sldId="605"/>
            <ac:graphicFrameMk id="13" creationId="{FF5794B0-B7F8-27E3-3FFA-F65E06E92B4D}"/>
          </ac:graphicFrameMkLst>
        </pc:graphicFrameChg>
        <pc:graphicFrameChg chg="add del mod">
          <ac:chgData name="Lynnane George" userId="065056628ae16e64" providerId="LiveId" clId="{1E9AE552-6B83-46CE-A2DC-1FB506DB1638}" dt="2026-07-22T00:56:48.586" v="440" actId="478"/>
          <ac:graphicFrameMkLst>
            <pc:docMk/>
            <pc:sldMk cId="2099282155" sldId="605"/>
            <ac:graphicFrameMk id="14" creationId="{CF61DD52-CD26-04C5-78E1-A575AD45899D}"/>
          </ac:graphicFrameMkLst>
        </pc:graphicFrameChg>
        <pc:graphicFrameChg chg="add del mod">
          <ac:chgData name="Lynnane George" userId="065056628ae16e64" providerId="LiveId" clId="{1E9AE552-6B83-46CE-A2DC-1FB506DB1638}" dt="2026-07-22T00:56:42.309" v="435" actId="478"/>
          <ac:graphicFrameMkLst>
            <pc:docMk/>
            <pc:sldMk cId="2099282155" sldId="605"/>
            <ac:graphicFrameMk id="15" creationId="{2A0DABE3-959C-491E-29DA-9BB4C5761BA5}"/>
          </ac:graphicFrameMkLst>
        </pc:graphicFrameChg>
        <pc:graphicFrameChg chg="add del mod">
          <ac:chgData name="Lynnane George" userId="065056628ae16e64" providerId="LiveId" clId="{1E9AE552-6B83-46CE-A2DC-1FB506DB1638}" dt="2026-07-22T00:56:47.585" v="439" actId="478"/>
          <ac:graphicFrameMkLst>
            <pc:docMk/>
            <pc:sldMk cId="2099282155" sldId="605"/>
            <ac:graphicFrameMk id="16" creationId="{7E69FB30-DA68-8F5F-6D72-EF8B43A9A423}"/>
          </ac:graphicFrameMkLst>
        </pc:graphicFrameChg>
      </pc:sldChg>
      <pc:sldChg chg="modSp add mod">
        <pc:chgData name="Lynnane George" userId="065056628ae16e64" providerId="LiveId" clId="{1E9AE552-6B83-46CE-A2DC-1FB506DB1638}" dt="2026-07-22T00:57:10.232" v="460" actId="20577"/>
        <pc:sldMkLst>
          <pc:docMk/>
          <pc:sldMk cId="230232675" sldId="606"/>
        </pc:sldMkLst>
        <pc:spChg chg="mod">
          <ac:chgData name="Lynnane George" userId="065056628ae16e64" providerId="LiveId" clId="{1E9AE552-6B83-46CE-A2DC-1FB506DB1638}" dt="2026-07-22T00:57:06.951" v="458" actId="20577"/>
          <ac:spMkLst>
            <pc:docMk/>
            <pc:sldMk cId="230232675" sldId="606"/>
            <ac:spMk id="3" creationId="{7A328789-E5BC-7093-C11E-4C2538DBC798}"/>
          </ac:spMkLst>
        </pc:spChg>
        <pc:spChg chg="mod">
          <ac:chgData name="Lynnane George" userId="065056628ae16e64" providerId="LiveId" clId="{1E9AE552-6B83-46CE-A2DC-1FB506DB1638}" dt="2026-07-22T00:57:10.232" v="460" actId="20577"/>
          <ac:spMkLst>
            <pc:docMk/>
            <pc:sldMk cId="230232675" sldId="606"/>
            <ac:spMk id="4" creationId="{7B7FB2E7-F716-27BF-E89C-2FEF6BA62B01}"/>
          </ac:spMkLst>
        </pc:spChg>
      </pc:sldChg>
      <pc:sldChg chg="addSp delSp modSp new mod">
        <pc:chgData name="Lynnane George" userId="065056628ae16e64" providerId="LiveId" clId="{1E9AE552-6B83-46CE-A2DC-1FB506DB1638}" dt="2026-07-22T01:05:30.722" v="524" actId="14100"/>
        <pc:sldMkLst>
          <pc:docMk/>
          <pc:sldMk cId="2306969314" sldId="607"/>
        </pc:sldMkLst>
        <pc:spChg chg="del mod">
          <ac:chgData name="Lynnane George" userId="065056628ae16e64" providerId="LiveId" clId="{1E9AE552-6B83-46CE-A2DC-1FB506DB1638}" dt="2026-07-22T01:05:14.838" v="519" actId="478"/>
          <ac:spMkLst>
            <pc:docMk/>
            <pc:sldMk cId="2306969314" sldId="607"/>
            <ac:spMk id="2" creationId="{8FB19F77-F3BD-3902-72FD-C021591C3B8F}"/>
          </ac:spMkLst>
        </pc:spChg>
        <pc:spChg chg="add mod">
          <ac:chgData name="Lynnane George" userId="065056628ae16e64" providerId="LiveId" clId="{1E9AE552-6B83-46CE-A2DC-1FB506DB1638}" dt="2026-07-22T01:05:30.722" v="524" actId="14100"/>
          <ac:spMkLst>
            <pc:docMk/>
            <pc:sldMk cId="2306969314" sldId="607"/>
            <ac:spMk id="5" creationId="{37795733-1190-C839-4CC3-26B4492B57A6}"/>
          </ac:spMkLst>
        </pc:spChg>
        <pc:spChg chg="add del mod">
          <ac:chgData name="Lynnane George" userId="065056628ae16e64" providerId="LiveId" clId="{1E9AE552-6B83-46CE-A2DC-1FB506DB1638}" dt="2026-07-22T01:05:17.635" v="520" actId="478"/>
          <ac:spMkLst>
            <pc:docMk/>
            <pc:sldMk cId="2306969314" sldId="607"/>
            <ac:spMk id="7" creationId="{D69B646E-E79B-1E47-2400-7AEFDD79DC3D}"/>
          </ac:spMkLst>
        </pc:spChg>
      </pc:sldChg>
      <pc:sldChg chg="add">
        <pc:chgData name="Lynnane George" userId="065056628ae16e64" providerId="LiveId" clId="{1E9AE552-6B83-46CE-A2DC-1FB506DB1638}" dt="2026-07-22T01:05:36.945" v="525" actId="2890"/>
        <pc:sldMkLst>
          <pc:docMk/>
          <pc:sldMk cId="415084078" sldId="608"/>
        </pc:sldMkLst>
      </pc:sldChg>
      <pc:sldChg chg="add">
        <pc:chgData name="Lynnane George" userId="065056628ae16e64" providerId="LiveId" clId="{1E9AE552-6B83-46CE-A2DC-1FB506DB1638}" dt="2026-07-22T01:05:39.928" v="526" actId="2890"/>
        <pc:sldMkLst>
          <pc:docMk/>
          <pc:sldMk cId="2909277588" sldId="609"/>
        </pc:sldMkLst>
      </pc:sldChg>
      <pc:sldChg chg="delSp add del setBg delDesignElem">
        <pc:chgData name="Lynnane George" userId="065056628ae16e64" providerId="LiveId" clId="{1E9AE552-6B83-46CE-A2DC-1FB506DB1638}" dt="2026-07-22T01:14:58.812" v="628" actId="2696"/>
        <pc:sldMkLst>
          <pc:docMk/>
          <pc:sldMk cId="1598461053" sldId="610"/>
        </pc:sldMkLst>
        <pc:spChg chg="del">
          <ac:chgData name="Lynnane George" userId="065056628ae16e64" providerId="LiveId" clId="{1E9AE552-6B83-46CE-A2DC-1FB506DB1638}" dt="2026-07-22T01:07:58.758" v="528"/>
          <ac:spMkLst>
            <pc:docMk/>
            <pc:sldMk cId="1598461053" sldId="610"/>
            <ac:spMk id="17" creationId="{179F7551-E956-43CB-8F36-268A5DA443BE}"/>
          </ac:spMkLst>
        </pc:spChg>
        <pc:spChg chg="del">
          <ac:chgData name="Lynnane George" userId="065056628ae16e64" providerId="LiveId" clId="{1E9AE552-6B83-46CE-A2DC-1FB506DB1638}" dt="2026-07-22T01:07:58.758" v="528"/>
          <ac:spMkLst>
            <pc:docMk/>
            <pc:sldMk cId="1598461053" sldId="610"/>
            <ac:spMk id="19" creationId="{80677D43-DB57-4254-BD60-C0C10917DBC4}"/>
          </ac:spMkLst>
        </pc:spChg>
        <pc:spChg chg="del">
          <ac:chgData name="Lynnane George" userId="065056628ae16e64" providerId="LiveId" clId="{1E9AE552-6B83-46CE-A2DC-1FB506DB1638}" dt="2026-07-22T01:07:58.758" v="528"/>
          <ac:spMkLst>
            <pc:docMk/>
            <pc:sldMk cId="1598461053" sldId="610"/>
            <ac:spMk id="21" creationId="{DF0924E5-8F0D-47CB-B59E-155AFCF8C3CB}"/>
          </ac:spMkLst>
        </pc:spChg>
      </pc:sldChg>
      <pc:sldChg chg="addSp delSp modSp add mod">
        <pc:chgData name="Lynnane George" userId="065056628ae16e64" providerId="LiveId" clId="{1E9AE552-6B83-46CE-A2DC-1FB506DB1638}" dt="2026-07-22T01:14:12.942" v="618"/>
        <pc:sldMkLst>
          <pc:docMk/>
          <pc:sldMk cId="748412477" sldId="611"/>
        </pc:sldMkLst>
        <pc:spChg chg="mod">
          <ac:chgData name="Lynnane George" userId="065056628ae16e64" providerId="LiveId" clId="{1E9AE552-6B83-46CE-A2DC-1FB506DB1638}" dt="2026-07-22T01:13:39.822" v="609" actId="1076"/>
          <ac:spMkLst>
            <pc:docMk/>
            <pc:sldMk cId="748412477" sldId="611"/>
            <ac:spMk id="2" creationId="{340BD1CF-0E18-58A0-9C54-012F1D570828}"/>
          </ac:spMkLst>
        </pc:spChg>
        <pc:spChg chg="mod">
          <ac:chgData name="Lynnane George" userId="065056628ae16e64" providerId="LiveId" clId="{1E9AE552-6B83-46CE-A2DC-1FB506DB1638}" dt="2026-07-22T01:13:37.421" v="608" actId="1076"/>
          <ac:spMkLst>
            <pc:docMk/>
            <pc:sldMk cId="748412477" sldId="611"/>
            <ac:spMk id="6" creationId="{DDFDAA14-04D2-EEC0-34C4-61F819D78414}"/>
          </ac:spMkLst>
        </pc:spChg>
        <pc:spChg chg="add del mod">
          <ac:chgData name="Lynnane George" userId="065056628ae16e64" providerId="LiveId" clId="{1E9AE552-6B83-46CE-A2DC-1FB506DB1638}" dt="2026-07-22T01:14:12.942" v="618"/>
          <ac:spMkLst>
            <pc:docMk/>
            <pc:sldMk cId="748412477" sldId="611"/>
            <ac:spMk id="8" creationId="{3A6F679C-236B-4E32-2F5B-76FF76F333EE}"/>
          </ac:spMkLst>
        </pc:spChg>
        <pc:spChg chg="add mod">
          <ac:chgData name="Lynnane George" userId="065056628ae16e64" providerId="LiveId" clId="{1E9AE552-6B83-46CE-A2DC-1FB506DB1638}" dt="2026-07-22T01:14:11.400" v="616" actId="14100"/>
          <ac:spMkLst>
            <pc:docMk/>
            <pc:sldMk cId="748412477" sldId="611"/>
            <ac:spMk id="10" creationId="{2AE41E35-2DA7-25E2-B991-99C3C47EDA1A}"/>
          </ac:spMkLst>
        </pc:spChg>
        <pc:graphicFrameChg chg="add mod modGraphic">
          <ac:chgData name="Lynnane George" userId="065056628ae16e64" providerId="LiveId" clId="{1E9AE552-6B83-46CE-A2DC-1FB506DB1638}" dt="2026-07-22T01:13:44.976" v="610" actId="1076"/>
          <ac:graphicFrameMkLst>
            <pc:docMk/>
            <pc:sldMk cId="748412477" sldId="611"/>
            <ac:graphicFrameMk id="4" creationId="{BA566168-BBA9-4234-F7CB-B11D538C3861}"/>
          </ac:graphicFrameMkLst>
        </pc:graphicFrameChg>
        <pc:graphicFrameChg chg="del mod modGraphic">
          <ac:chgData name="Lynnane George" userId="065056628ae16e64" providerId="LiveId" clId="{1E9AE552-6B83-46CE-A2DC-1FB506DB1638}" dt="2026-07-22T01:11:01.856" v="583" actId="21"/>
          <ac:graphicFrameMkLst>
            <pc:docMk/>
            <pc:sldMk cId="748412477" sldId="611"/>
            <ac:graphicFrameMk id="5" creationId="{EA0D8C83-CEAF-B121-6EA7-6915A29D0A16}"/>
          </ac:graphicFrameMkLst>
        </pc:graphicFrameChg>
      </pc:sldChg>
      <pc:sldChg chg="add">
        <pc:chgData name="Lynnane George" userId="065056628ae16e64" providerId="LiveId" clId="{1E9AE552-6B83-46CE-A2DC-1FB506DB1638}" dt="2026-07-22T01:14:14.276" v="619" actId="2890"/>
        <pc:sldMkLst>
          <pc:docMk/>
          <pc:sldMk cId="1444937481" sldId="612"/>
        </pc:sldMkLst>
      </pc:sldChg>
      <pc:sldChg chg="add">
        <pc:chgData name="Lynnane George" userId="065056628ae16e64" providerId="LiveId" clId="{1E9AE552-6B83-46CE-A2DC-1FB506DB1638}" dt="2026-07-22T01:14:16.564" v="620" actId="2890"/>
        <pc:sldMkLst>
          <pc:docMk/>
          <pc:sldMk cId="547434820" sldId="613"/>
        </pc:sldMkLst>
      </pc:sldChg>
      <pc:sldChg chg="addSp delSp modSp new mod">
        <pc:chgData name="Lynnane George" userId="065056628ae16e64" providerId="LiveId" clId="{1E9AE552-6B83-46CE-A2DC-1FB506DB1638}" dt="2026-07-22T01:19:32.730" v="652"/>
        <pc:sldMkLst>
          <pc:docMk/>
          <pc:sldMk cId="1052461688" sldId="614"/>
        </pc:sldMkLst>
        <pc:spChg chg="mod">
          <ac:chgData name="Lynnane George" userId="065056628ae16e64" providerId="LiveId" clId="{1E9AE552-6B83-46CE-A2DC-1FB506DB1638}" dt="2026-07-22T01:19:30.994" v="650" actId="122"/>
          <ac:spMkLst>
            <pc:docMk/>
            <pc:sldMk cId="1052461688" sldId="614"/>
            <ac:spMk id="2" creationId="{8E2D0ADC-9304-F5F4-0B2B-FE807AA58B51}"/>
          </ac:spMkLst>
        </pc:spChg>
        <pc:spChg chg="del">
          <ac:chgData name="Lynnane George" userId="065056628ae16e64" providerId="LiveId" clId="{1E9AE552-6B83-46CE-A2DC-1FB506DB1638}" dt="2026-07-22T01:19:26.397" v="648" actId="478"/>
          <ac:spMkLst>
            <pc:docMk/>
            <pc:sldMk cId="1052461688" sldId="614"/>
            <ac:spMk id="3" creationId="{5DB90851-405E-3AF0-6DEF-E21B7E3FBE2A}"/>
          </ac:spMkLst>
        </pc:spChg>
        <pc:spChg chg="del">
          <ac:chgData name="Lynnane George" userId="065056628ae16e64" providerId="LiveId" clId="{1E9AE552-6B83-46CE-A2DC-1FB506DB1638}" dt="2026-07-22T01:19:28.063" v="649" actId="478"/>
          <ac:spMkLst>
            <pc:docMk/>
            <pc:sldMk cId="1052461688" sldId="614"/>
            <ac:spMk id="4" creationId="{27EB2F4F-1654-2624-E5BC-D899D3CA17BA}"/>
          </ac:spMkLst>
        </pc:spChg>
        <pc:picChg chg="add mod">
          <ac:chgData name="Lynnane George" userId="065056628ae16e64" providerId="LiveId" clId="{1E9AE552-6B83-46CE-A2DC-1FB506DB1638}" dt="2026-07-22T01:19:32.730" v="652"/>
          <ac:picMkLst>
            <pc:docMk/>
            <pc:sldMk cId="1052461688" sldId="614"/>
            <ac:picMk id="6" creationId="{F6A8784E-3AA1-93A9-F4FA-CFFBDAF26BBC}"/>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17T23:51:02.658"/>
    </inkml:context>
    <inkml:brush xml:id="br0">
      <inkml:brushProperty name="width" value="0.1" units="cm"/>
      <inkml:brushProperty name="height" value="0.1" units="cm"/>
      <inkml:brushProperty name="color" value="#FFFFFF"/>
    </inkml:brush>
  </inkml:definitions>
  <inkml:trace contextRef="#ctx0" brushRef="#br0">731 325 24575,'6'-16'0,"-5"15"0,-1 0 0,1 1 0,-1-1 0,0 0 0,1 1 0,-1-1 0,0 0 0,1 0 0,-1 1 0,0-1 0,0 0 0,1 0 0,-1 0 0,0 0 0,0 1 0,0-1 0,0 0 0,0 0 0,0 0 0,0 1 0,-1-1 0,1 0 0,0 0 0,0 0 0,-1 1 0,1-1 0,0 0 0,-1 0 0,1 1 0,-1-1 0,1 0 0,-1 1 0,1-1 0,-1 0 0,1 1 0,-1-1 0,-1 0 0,-3-3 0,-1 0 0,0 1 0,-1 0 0,1 0 0,0 0 0,-1 0 0,0 1 0,1 1 0,-9-2 0,2-1 0,-109-27 0,-314-94 0,400 108 0,36 17 0,-1 0 0,1 0 0,0 0 0,0 0 0,0 0 0,-1 0 0,1 0 0,0 0 0,0 0 0,0 0 0,0 0 0,-1-1 0,1 1 0,0 0 0,0 0 0,0 0 0,0 0 0,-1 0 0,1-1 0,0 1 0,0 0 0,0 0 0,0 0 0,0 0 0,0-1 0,0 1 0,0 0 0,-1 0 0,1 0 0,0-1 0,0 1 0,0 0 0,0 0 0,0 0 0,0-1 0,0 1 0,0 0 0,0 0 0,0 0 0,0-1 0,1 1 0,-1 0 0,0 0 0,0 0 0,0-1 0,0 1 0,0 0 0,0 0 0,0 0 0,0 0 0,1-1 0,-1 1 0,0 0 0,0 0 0,0 0 0,0 0 0,1 0 0,-1-1 0,0 1 0,0 0 0,0 0 0,0 0 0,1 0 0,-1 0 0,0 0 0,0 0 0,1 0 0,8-2 0,0 0 0,0 0 0,0 1 0,0 0 0,1 1 0,16 1 0,6 0 0,300 4 0,103-2 0,-489-6 0,-89-15 0,51 4 0,47 9 0,-55-8 0,-135-1 0,197 17 57,0 1 0,-51 13-1,14-2-1591,50-11-5291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17T23:51:06.176"/>
    </inkml:context>
    <inkml:brush xml:id="br0">
      <inkml:brushProperty name="width" value="0.1" units="cm"/>
      <inkml:brushProperty name="height" value="0.1" units="cm"/>
      <inkml:brushProperty name="color" value="#FFFFFF"/>
    </inkml:brush>
  </inkml:definitions>
  <inkml:trace contextRef="#ctx0" brushRef="#br0">1067 374 24575,'-6'-4'0,"0"-1"0,0 1 0,0 0 0,-1 0 0,1 1 0,-1 0 0,-12-4 0,-4-3 0,-404-140 0,128 63 0,93 29 0,198 55 0,0 1 0,0-1 0,-14-7 0,22 10 0,0 0 0,0 0 0,0 0 0,-1 0 0,1 0 0,0 0 0,0 0 0,0-1 0,0 1 0,0 0 0,-1 0 0,1 0 0,0 0 0,0 0 0,0 0 0,0-1 0,0 1 0,0 0 0,0 0 0,0 0 0,-1 0 0,1 0 0,0-1 0,0 1 0,0 0 0,0 0 0,0 0 0,0 0 0,0-1 0,0 1 0,0 0 0,0 0 0,0 0 0,0 0 0,0-1 0,0 1 0,0 0 0,0 0 0,1 0 0,-1 0 0,0-1 0,11-3 0,19 0 0,0 1 0,53 3 0,-34 1 0,46-2 0,374 8 0,-451-6 0,0 0 0,-1 0 0,1 2 0,-1 0 0,30 11 0,-45-14-44,1 1 0,-1 0 0,0 0 0,0 0 0,1 0 0,-1 1 0,0-1 0,0 0 0,0 1 0,-1-1 0,1 1 0,0 0 0,-1 0 0,1 0 0,-1 0 0,1 0 0,-1 0 0,0 0-1,0 0 1,0 0 0,0 1 0,0-1 0,0 0 0,-1 1 0,1-1 0,-1 1 0,0-1 0,0 0 0,1 1 0,-2 3 0,-3 14-6782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17T23:51:09.171"/>
    </inkml:context>
    <inkml:brush xml:id="br0">
      <inkml:brushProperty name="width" value="0.1" units="cm"/>
      <inkml:brushProperty name="height" value="0.1" units="cm"/>
      <inkml:brushProperty name="color" value="#FFFFFF"/>
    </inkml:brush>
  </inkml:definitions>
  <inkml:trace contextRef="#ctx0" brushRef="#br0">0 268 24575,'4'-4'0,"8"-1"0,10-7 0,8-5 0,6-3 0,5-6 0,-1 2 0,0 1 0,-7 1 0,-6 4 0,-3 5 0,1 1 0,-3-1 0,2-2 0,0-2 0,0 2 0,-5 4-8191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17T23:51:21.021"/>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17T23:51:22.020"/>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17T23:51:39.549"/>
    </inkml:context>
    <inkml:brush xml:id="br0">
      <inkml:brushProperty name="width" value="0.35" units="cm"/>
      <inkml:brushProperty name="height" value="0.35" units="cm"/>
      <inkml:brushProperty name="color" value="#FFFFFF"/>
    </inkml:brush>
  </inkml:definitions>
  <inkml:trace contextRef="#ctx0" brushRef="#br0">386 1 24575,'-11'0'0,"-11"0"0,-9 0 0,-11 0 0,-1 0 0,-4 0 0,2 0 0,4 0 0,7 3 0,4 6 0,8 4 0,4 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17T23:51:54.720"/>
    </inkml:context>
    <inkml:brush xml:id="br0">
      <inkml:brushProperty name="width" value="0.35" units="cm"/>
      <inkml:brushProperty name="height" value="0.35" units="cm"/>
      <inkml:brushProperty name="color" value="#FFFFFF"/>
    </inkml:brush>
  </inkml:definitions>
  <inkml:trace contextRef="#ctx0" brushRef="#br0">0 45 24575,'11'0'0,"11"0"0,9 0 0,7 0 0,8 0 0,3 0 0,8-4 0,-2-4 0,-7-2 0,-4 2 0,-6 2 0,-5 2 0,5 1 0,1 2 0,-3 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20T19:05:36.950"/>
    </inkml:context>
    <inkml:brush xml:id="br0">
      <inkml:brushProperty name="width" value="0.05" units="cm"/>
      <inkml:brushProperty name="height" value="0.05" units="cm"/>
    </inkml:brush>
  </inkml:definitions>
  <inkml:trace contextRef="#ctx0" brushRef="#br0">57 249 1375 0 0,'0'4'7954'0'0,"1"3"-2738"0"0,-1-7-5152 0 0,0 0 1 0 0,0 0-1 0 0,1 0 1 0 0,-1 0-1 0 0,0 0 1 0 0,0 0-1 0 0,0 0 1 0 0,0 0-1 0 0,0 0 1 0 0,0 0-1 0 0,0 0 1 0 0,0 0-1 0 0,0 0 1 0 0,0 0-1 0 0,0 0 1 0 0,1 0-1 0 0,-13-11 1260 0 0,7 7-1114 0 0,0-1 1 0 0,0 0-1 0 0,0 0 0 0 0,1 0 0 0 0,0 0 0 0 0,-5-9 1 0 0,6 5-78 0 0,1 0 1 0 0,0 0 0 0 0,0 0-1 0 0,1 0 1 0 0,1 0 0 0 0,-1 0-1 0 0,1-1 1 0 0,1 1 0 0 0,0 0-1 0 0,3-15 1 0 0,-2 20-119 0 0,0 1 0 0 0,0-1 0 0 0,1 0 0 0 0,-1 1 0 0 0,1 0 0 0 0,0 0 0 0 0,0 0 0 0 0,0 0-1 0 0,0 0 1 0 0,1 0 0 0 0,-1 1 0 0 0,1 0 0 0 0,0 0 0 0 0,-1 0 0 0 0,7-3 0 0 0,-9 5 18 0 0,0 0-1 0 0,0-1 1 0 0,0 1 0 0 0,-1 0-1 0 0,1-1 1 0 0,0 1 0 0 0,0 0-1 0 0,0 0 1 0 0,0 0 0 0 0,0 0-1 0 0,0 0 1 0 0,0 0 0 0 0,0 0-1 0 0,-1 0 1 0 0,1 0 0 0 0,0 0-1 0 0,0 0 1 0 0,0 1 0 0 0,0-1 0 0 0,0 0-1 0 0,-1 1 1 0 0,1-1 0 0 0,0 1-1 0 0,0-1 1 0 0,0 1 0 0 0,-1-1-1 0 0,1 1 1 0 0,0-1 0 0 0,-1 1-1 0 0,1 0 1 0 0,-1-1 0 0 0,2 2-1 0 0,0 0-49 0 0,37 38 260 0 0,-33-32-233 0 0,0-1 0 0 0,1 0 1 0 0,0 0-1 0 0,0-1 1 0 0,0 0-1 0 0,1 0 0 0 0,0 0 1 0 0,13 6-1 0 0,-15-9 0 0 0,0 0 0 0 0,-1 0 1 0 0,1 1-1 0 0,-1-1 0 0 0,8 8 0 0 0,-9-7 0 0 0,1 0-1 0 0,0 0 1 0 0,0-1-1 0 0,0 1 1 0 0,0-1 0 0 0,10 3-1 0 0,-9-3 11 0 0,8-1 230 0 0,-14-2-240 0 0,0-1 0 0 0,0 0 0 0 0,1 0 1 0 0,-1 0-1 0 0,0 1 0 0 0,0-1 0 0 0,0 0 0 0 0,0 0 0 0 0,0 0 1 0 0,0 1-1 0 0,-1-1 0 0 0,1 0 0 0 0,0 0 0 0 0,0 0 1 0 0,0 1-1 0 0,-1-1 0 0 0,1 0 0 0 0,0 1 0 0 0,-1-2 1 0 0,0-1 33 0 0,1 1 1 0 0,-1-1 0 0 0,1 0-1 0 0,0 0 1 0 0,0 0 0 0 0,0 0 0 0 0,0 1-1 0 0,1-1 1 0 0,-1 0 0 0 0,1 0 0 0 0,0 1-1 0 0,0-1 1 0 0,2-4 0 0 0,-2 4-18 0 0,0 0-1 0 0,0 0 1 0 0,0 0 0 0 0,0 0 0 0 0,-1 0-1 0 0,1 0 1 0 0,-1 0 0 0 0,1 0 0 0 0,-1 0 0 0 0,0 0-1 0 0,-1 0 1 0 0,1 0 0 0 0,0 0 0 0 0,-2-3-1 0 0,-12-29 203 0 0,11 28-168 0 0,0 1 1 0 0,0 0-1 0 0,1-1 1 0 0,-1 1-1 0 0,2-1 0 0 0,-1 0 1 0 0,1 0-1 0 0,-1-10 1 0 0,2 16-59 0 0,0 1-1 0 0,0 0 1 0 0,0 0 0 0 0,0 0-1 0 0,0 0 1 0 0,0 0 0 0 0,0 0 0 0 0,0-1-1 0 0,0 1 1 0 0,0 0 0 0 0,0 0 0 0 0,0 0-1 0 0,0 0 1 0 0,1 0 0 0 0,-1 0-1 0 0,0 0 1 0 0,0-1 0 0 0,0 1 0 0 0,0 0-1 0 0,0 0 1 0 0,0 0 0 0 0,0 0 0 0 0,0 0-1 0 0,0 0 1 0 0,1 0 0 0 0,-1 0 0 0 0,0 0-1 0 0,0 0 1 0 0,0 0 0 0 0,0 0-1 0 0,0 0 1 0 0,0-1 0 0 0,1 1 0 0 0,-1 0-1 0 0,0 0 1 0 0,0 0 0 0 0,0 0 0 0 0,0 0-1 0 0,0 0 1 0 0,0 0 0 0 0,1 0-1 0 0,-1 1 1 0 0,0-1 0 0 0,0 0 0 0 0,0 0-1 0 0,0 0 1 0 0,0 0 0 0 0,0 0 0 0 0,0 0-1 0 0,1 0 1 0 0,-1 0 0 0 0,0 0 0 0 0,0 0-1 0 0,0 0 1 0 0,0 0 0 0 0,0 0-1 0 0,0 1 1 0 0,0-1 0 0 0,0 0 0 0 0,0 0-1 0 0,1 0 1 0 0,-1 0 0 0 0,0 0 0 0 0,0 0-1 0 0,0 0 1 0 0,0 1 0 0 0,0-1-1 0 0,0 0 1 0 0,0 0 0 0 0,7 9 126 0 0,-6-6-106 0 0,0 1 0 0 0,0-1 0 0 0,-1 1-1 0 0,1-1 1 0 0,-1 1 0 0 0,0 0 0 0 0,0-1 0 0 0,0 7 0 0 0,0-9-40 0 0,0 0-1 0 0,-1 0 0 0 0,1 0 1 0 0,0 0-1 0 0,-1 0 1 0 0,1 0-1 0 0,0 0 0 0 0,-1 0 1 0 0,1 0-1 0 0,-1 0 1 0 0,0 0-1 0 0,1 0 0 0 0,-1-1 1 0 0,0 1-1 0 0,1 0 1 0 0,-1 0-1 0 0,0-1 0 0 0,0 1 1 0 0,0-1-1 0 0,1 1 1 0 0,-1 0-1 0 0,0-1 0 0 0,0 0 1 0 0,0 1-1 0 0,0-1 1 0 0,0 1-1 0 0,0-1 0 0 0,0 0 1 0 0,0 0-1 0 0,0 0 1 0 0,0 0-1 0 0,0 1 0 0 0,-2-2 1 0 0,3 1-72 0 0,-1 0 1 0 0,1 0-1 0 0,0 0 1 0 0,0 0-1 0 0,0 0 1 0 0,0 0-1 0 0,-1 0 1 0 0,1 0-1 0 0,0 0 1 0 0,0 0-1 0 0,0 0 1 0 0,0 0-1 0 0,-1 0 1 0 0,1 0-1 0 0,0 0 1 0 0,0 0-1 0 0,0 0 1 0 0,0-1-1 0 0,0 1 1 0 0,0 0-1 0 0,-1 0 1 0 0,1 0-1 0 0,0 0 1 0 0,0 0-1 0 0,0 0 1 0 0,0-1-1 0 0,0 1 1 0 0,0 0-1 0 0,0 0 1 0 0,0 0-1 0 0,0 0 1 0 0,0-1-1 0 0,-1 1 1 0 0,1 0-1 0 0,0 0 1 0 0,0 0-1 0 0,0 0 1 0 0,0-1-1 0 0,0 1 1 0 0,2-2-1503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F88088-AF02-4C4C-8CF4-474666BF6A7A}"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3B9E52-0C4F-4523-89FD-3FA7B40EA4E0}" type="slidenum">
              <a:rPr lang="en-US" smtClean="0"/>
              <a:t>‹#›</a:t>
            </a:fld>
            <a:endParaRPr lang="en-US"/>
          </a:p>
        </p:txBody>
      </p:sp>
    </p:spTree>
    <p:extLst>
      <p:ext uri="{BB962C8B-B14F-4D97-AF65-F5344CB8AC3E}">
        <p14:creationId xmlns:p14="http://schemas.microsoft.com/office/powerpoint/2010/main" val="2416023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inkling.com/read/sellers-understanding-space-4th/chapter-13/figure-13-51"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a:extLst>
              <a:ext uri="{FF2B5EF4-FFF2-40B4-BE49-F238E27FC236}">
                <a16:creationId xmlns:a16="http://schemas.microsoft.com/office/drawing/2014/main" id="{5938A145-15CD-475B-9554-23A59AC9D069}"/>
              </a:ext>
            </a:extLst>
          </p:cNvPr>
          <p:cNvSpPr>
            <a:spLocks noGrp="1" noRot="1" noChangeAspect="1" noChangeArrowheads="1" noTextEdit="1"/>
          </p:cNvSpPr>
          <p:nvPr>
            <p:ph type="sldImg"/>
          </p:nvPr>
        </p:nvSpPr>
        <p:spPr>
          <a:xfrm>
            <a:off x="460375" y="2590800"/>
            <a:ext cx="6124575" cy="3446463"/>
          </a:xfrm>
          <a:ln/>
        </p:spPr>
      </p:sp>
      <p:sp>
        <p:nvSpPr>
          <p:cNvPr id="96260" name="Text Box 1028">
            <a:extLst>
              <a:ext uri="{FF2B5EF4-FFF2-40B4-BE49-F238E27FC236}">
                <a16:creationId xmlns:a16="http://schemas.microsoft.com/office/drawing/2014/main" id="{F533CFE6-0C28-46F4-B4B7-F647B2C3A0DE}"/>
              </a:ext>
            </a:extLst>
          </p:cNvPr>
          <p:cNvSpPr txBox="1">
            <a:spLocks noChangeArrowheads="1"/>
          </p:cNvSpPr>
          <p:nvPr/>
        </p:nvSpPr>
        <p:spPr bwMode="auto">
          <a:xfrm>
            <a:off x="4329113" y="4598988"/>
            <a:ext cx="1476375"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No convective heat transfer</a:t>
            </a:r>
          </a:p>
        </p:txBody>
      </p:sp>
      <p:sp>
        <p:nvSpPr>
          <p:cNvPr id="96261" name="Line 1029">
            <a:extLst>
              <a:ext uri="{FF2B5EF4-FFF2-40B4-BE49-F238E27FC236}">
                <a16:creationId xmlns:a16="http://schemas.microsoft.com/office/drawing/2014/main" id="{6AAEDB2B-5BEA-46D4-8A9D-75182D418973}"/>
              </a:ext>
            </a:extLst>
          </p:cNvPr>
          <p:cNvSpPr>
            <a:spLocks noChangeShapeType="1"/>
          </p:cNvSpPr>
          <p:nvPr/>
        </p:nvSpPr>
        <p:spPr bwMode="auto">
          <a:xfrm flipH="1">
            <a:off x="2982913" y="4672013"/>
            <a:ext cx="1343025"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6262" name="Text Box 1030">
            <a:extLst>
              <a:ext uri="{FF2B5EF4-FFF2-40B4-BE49-F238E27FC236}">
                <a16:creationId xmlns:a16="http://schemas.microsoft.com/office/drawing/2014/main" id="{EA26CE59-5F0D-4A70-801E-42E3333555E6}"/>
              </a:ext>
            </a:extLst>
          </p:cNvPr>
          <p:cNvSpPr txBox="1">
            <a:spLocks noChangeArrowheads="1"/>
          </p:cNvSpPr>
          <p:nvPr/>
        </p:nvSpPr>
        <p:spPr bwMode="auto">
          <a:xfrm>
            <a:off x="542925" y="6134100"/>
            <a:ext cx="270033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All radiation with wavelengths less than 0.3 microns is absorbed by the ozone layer, but not so on orbit</a:t>
            </a:r>
          </a:p>
        </p:txBody>
      </p:sp>
      <p:sp>
        <p:nvSpPr>
          <p:cNvPr id="96263" name="Line 1031">
            <a:extLst>
              <a:ext uri="{FF2B5EF4-FFF2-40B4-BE49-F238E27FC236}">
                <a16:creationId xmlns:a16="http://schemas.microsoft.com/office/drawing/2014/main" id="{3309AC57-AEAB-41CB-8225-519F9C32ED8A}"/>
              </a:ext>
            </a:extLst>
          </p:cNvPr>
          <p:cNvSpPr>
            <a:spLocks noChangeShapeType="1"/>
          </p:cNvSpPr>
          <p:nvPr/>
        </p:nvSpPr>
        <p:spPr bwMode="auto">
          <a:xfrm flipV="1">
            <a:off x="806450" y="4965700"/>
            <a:ext cx="1062038" cy="116681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6264" name="Text Box 1032">
            <a:extLst>
              <a:ext uri="{FF2B5EF4-FFF2-40B4-BE49-F238E27FC236}">
                <a16:creationId xmlns:a16="http://schemas.microsoft.com/office/drawing/2014/main" id="{AC14DD96-1E7F-4989-BCC9-0BF6C785567F}"/>
              </a:ext>
            </a:extLst>
          </p:cNvPr>
          <p:cNvSpPr txBox="1">
            <a:spLocks noChangeArrowheads="1"/>
          </p:cNvSpPr>
          <p:nvPr/>
        </p:nvSpPr>
        <p:spPr bwMode="auto">
          <a:xfrm>
            <a:off x="3824288" y="5446713"/>
            <a:ext cx="1981200"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Film deposits and no window cleaner</a:t>
            </a:r>
          </a:p>
        </p:txBody>
      </p:sp>
      <p:sp>
        <p:nvSpPr>
          <p:cNvPr id="96265" name="Line 1033">
            <a:extLst>
              <a:ext uri="{FF2B5EF4-FFF2-40B4-BE49-F238E27FC236}">
                <a16:creationId xmlns:a16="http://schemas.microsoft.com/office/drawing/2014/main" id="{9774411F-8C78-41D5-B448-4D85E77CEB3E}"/>
              </a:ext>
            </a:extLst>
          </p:cNvPr>
          <p:cNvSpPr>
            <a:spLocks noChangeShapeType="1"/>
          </p:cNvSpPr>
          <p:nvPr/>
        </p:nvSpPr>
        <p:spPr bwMode="auto">
          <a:xfrm flipH="1" flipV="1">
            <a:off x="3073400" y="5283200"/>
            <a:ext cx="777875" cy="2111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 name="Notes Placeholder 1">
            <a:extLst>
              <a:ext uri="{FF2B5EF4-FFF2-40B4-BE49-F238E27FC236}">
                <a16:creationId xmlns:a16="http://schemas.microsoft.com/office/drawing/2014/main" id="{CD7C6171-E389-4963-A0AA-169D306EC04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26927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D3A70014-64AD-4011-823E-D9A6C1A79126}"/>
              </a:ext>
            </a:extLst>
          </p:cNvPr>
          <p:cNvSpPr>
            <a:spLocks noGrp="1" noRot="1" noChangeAspect="1" noChangeArrowheads="1" noTextEdit="1"/>
          </p:cNvSpPr>
          <p:nvPr>
            <p:ph type="sldImg"/>
          </p:nvPr>
        </p:nvSpPr>
        <p:spPr>
          <a:xfrm>
            <a:off x="460375" y="2590800"/>
            <a:ext cx="6124575" cy="3446463"/>
          </a:xfrm>
          <a:ln/>
        </p:spPr>
      </p:sp>
      <p:sp>
        <p:nvSpPr>
          <p:cNvPr id="98308" name="Text Box 4">
            <a:extLst>
              <a:ext uri="{FF2B5EF4-FFF2-40B4-BE49-F238E27FC236}">
                <a16:creationId xmlns:a16="http://schemas.microsoft.com/office/drawing/2014/main" id="{3B69D8F8-DB5C-4A23-A388-F3DF88813A2A}"/>
              </a:ext>
            </a:extLst>
          </p:cNvPr>
          <p:cNvSpPr txBox="1">
            <a:spLocks noChangeArrowheads="1"/>
          </p:cNvSpPr>
          <p:nvPr/>
        </p:nvSpPr>
        <p:spPr bwMode="auto">
          <a:xfrm>
            <a:off x="593725" y="2249488"/>
            <a:ext cx="2366963"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Darkens visibly during missions because oxygen atoms are removed by ultraviolet exposure</a:t>
            </a:r>
          </a:p>
        </p:txBody>
      </p:sp>
      <p:sp>
        <p:nvSpPr>
          <p:cNvPr id="98309" name="Line 5">
            <a:extLst>
              <a:ext uri="{FF2B5EF4-FFF2-40B4-BE49-F238E27FC236}">
                <a16:creationId xmlns:a16="http://schemas.microsoft.com/office/drawing/2014/main" id="{1846A17F-7F26-46B9-A1EC-E570D18FDD52}"/>
              </a:ext>
            </a:extLst>
          </p:cNvPr>
          <p:cNvSpPr>
            <a:spLocks noChangeShapeType="1"/>
          </p:cNvSpPr>
          <p:nvPr/>
        </p:nvSpPr>
        <p:spPr bwMode="auto">
          <a:xfrm>
            <a:off x="711200" y="2654300"/>
            <a:ext cx="906463" cy="166846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8310" name="Text Box 6">
            <a:extLst>
              <a:ext uri="{FF2B5EF4-FFF2-40B4-BE49-F238E27FC236}">
                <a16:creationId xmlns:a16="http://schemas.microsoft.com/office/drawing/2014/main" id="{E54D7C99-0008-4B66-92E3-D1D1429EBDC0}"/>
              </a:ext>
            </a:extLst>
          </p:cNvPr>
          <p:cNvSpPr txBox="1">
            <a:spLocks noChangeArrowheads="1"/>
          </p:cNvSpPr>
          <p:nvPr/>
        </p:nvSpPr>
        <p:spPr bwMode="auto">
          <a:xfrm>
            <a:off x="1773238" y="6259513"/>
            <a:ext cx="2052637"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Change in thermal properties can dramatically impact temperatures onboard the spacecraft</a:t>
            </a:r>
          </a:p>
        </p:txBody>
      </p:sp>
      <p:sp>
        <p:nvSpPr>
          <p:cNvPr id="98311" name="Line 7">
            <a:extLst>
              <a:ext uri="{FF2B5EF4-FFF2-40B4-BE49-F238E27FC236}">
                <a16:creationId xmlns:a16="http://schemas.microsoft.com/office/drawing/2014/main" id="{4E5E8706-16D7-494B-AD76-E966970FA2BD}"/>
              </a:ext>
            </a:extLst>
          </p:cNvPr>
          <p:cNvSpPr>
            <a:spLocks noChangeShapeType="1"/>
          </p:cNvSpPr>
          <p:nvPr/>
        </p:nvSpPr>
        <p:spPr bwMode="auto">
          <a:xfrm flipV="1">
            <a:off x="2762250" y="5680075"/>
            <a:ext cx="1276350" cy="59848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8315" name="Text Box 11">
            <a:extLst>
              <a:ext uri="{FF2B5EF4-FFF2-40B4-BE49-F238E27FC236}">
                <a16:creationId xmlns:a16="http://schemas.microsoft.com/office/drawing/2014/main" id="{2F71BE58-8F9C-44E6-A5D3-F260CE25C5FA}"/>
              </a:ext>
            </a:extLst>
          </p:cNvPr>
          <p:cNvSpPr txBox="1">
            <a:spLocks noChangeArrowheads="1"/>
          </p:cNvSpPr>
          <p:nvPr/>
        </p:nvSpPr>
        <p:spPr bwMode="auto">
          <a:xfrm>
            <a:off x="1423988" y="849313"/>
            <a:ext cx="4164012"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marL="452438" indent="-452438" defTabSz="725488">
              <a:tabLst>
                <a:tab pos="271463" algn="l"/>
              </a:tabLst>
              <a:defRPr sz="2400">
                <a:solidFill>
                  <a:schemeClr val="tx1"/>
                </a:solidFill>
                <a:latin typeface="Times New Roman" charset="0"/>
              </a:defRPr>
            </a:lvl1pPr>
            <a:lvl2pPr marL="593725" defTabSz="725488">
              <a:tabLst>
                <a:tab pos="271463" algn="l"/>
              </a:tabLst>
              <a:defRPr sz="2400">
                <a:solidFill>
                  <a:schemeClr val="tx1"/>
                </a:solidFill>
                <a:latin typeface="Times New Roman" charset="0"/>
              </a:defRPr>
            </a:lvl2pPr>
            <a:lvl3pPr marL="725488" defTabSz="725488">
              <a:tabLst>
                <a:tab pos="271463" algn="l"/>
              </a:tabLst>
              <a:defRPr sz="2400">
                <a:solidFill>
                  <a:schemeClr val="tx1"/>
                </a:solidFill>
                <a:latin typeface="Times New Roman" charset="0"/>
              </a:defRPr>
            </a:lvl3pPr>
            <a:lvl4pPr marL="1087438" defTabSz="725488">
              <a:tabLst>
                <a:tab pos="271463" algn="l"/>
              </a:tabLst>
              <a:defRPr sz="2400">
                <a:solidFill>
                  <a:schemeClr val="tx1"/>
                </a:solidFill>
                <a:latin typeface="Times New Roman" charset="0"/>
              </a:defRPr>
            </a:lvl4pPr>
            <a:lvl5pPr marL="1449388" defTabSz="725488">
              <a:tabLst>
                <a:tab pos="271463" algn="l"/>
              </a:tabLst>
              <a:defRPr sz="2400">
                <a:solidFill>
                  <a:schemeClr val="tx1"/>
                </a:solidFill>
                <a:latin typeface="Times New Roman" charset="0"/>
              </a:defRPr>
            </a:lvl5pPr>
            <a:lvl6pPr marL="1906588" defTabSz="725488" eaLnBrk="0" fontAlgn="base" hangingPunct="0">
              <a:spcBef>
                <a:spcPct val="0"/>
              </a:spcBef>
              <a:spcAft>
                <a:spcPct val="0"/>
              </a:spcAft>
              <a:tabLst>
                <a:tab pos="271463" algn="l"/>
              </a:tabLst>
              <a:defRPr sz="2400">
                <a:solidFill>
                  <a:schemeClr val="tx1"/>
                </a:solidFill>
                <a:latin typeface="Times New Roman" charset="0"/>
              </a:defRPr>
            </a:lvl6pPr>
            <a:lvl7pPr marL="2363788" defTabSz="725488" eaLnBrk="0" fontAlgn="base" hangingPunct="0">
              <a:spcBef>
                <a:spcPct val="0"/>
              </a:spcBef>
              <a:spcAft>
                <a:spcPct val="0"/>
              </a:spcAft>
              <a:tabLst>
                <a:tab pos="271463" algn="l"/>
              </a:tabLst>
              <a:defRPr sz="2400">
                <a:solidFill>
                  <a:schemeClr val="tx1"/>
                </a:solidFill>
                <a:latin typeface="Times New Roman" charset="0"/>
              </a:defRPr>
            </a:lvl7pPr>
            <a:lvl8pPr marL="2820988" defTabSz="725488" eaLnBrk="0" fontAlgn="base" hangingPunct="0">
              <a:spcBef>
                <a:spcPct val="0"/>
              </a:spcBef>
              <a:spcAft>
                <a:spcPct val="0"/>
              </a:spcAft>
              <a:tabLst>
                <a:tab pos="271463" algn="l"/>
              </a:tabLst>
              <a:defRPr sz="2400">
                <a:solidFill>
                  <a:schemeClr val="tx1"/>
                </a:solidFill>
                <a:latin typeface="Times New Roman" charset="0"/>
              </a:defRPr>
            </a:lvl8pPr>
            <a:lvl9pPr marL="3278188" defTabSz="725488" eaLnBrk="0" fontAlgn="base" hangingPunct="0">
              <a:spcBef>
                <a:spcPct val="0"/>
              </a:spcBef>
              <a:spcAft>
                <a:spcPct val="0"/>
              </a:spcAft>
              <a:tabLst>
                <a:tab pos="271463" algn="l"/>
              </a:tabLst>
              <a:defRPr sz="2400">
                <a:solidFill>
                  <a:schemeClr val="tx1"/>
                </a:solidFill>
                <a:latin typeface="Times New Roman" charset="0"/>
              </a:defRPr>
            </a:lvl9pPr>
          </a:lstStyle>
          <a:p>
            <a:pPr>
              <a:defRPr/>
            </a:pPr>
            <a:r>
              <a:rPr lang="en-US" altLang="en-US" sz="900" i="1"/>
              <a:t>Energy of a photon is inversely proportional to wavelength</a:t>
            </a:r>
          </a:p>
          <a:p>
            <a:pPr>
              <a:defRPr/>
            </a:pPr>
            <a:r>
              <a:rPr lang="en-US" altLang="en-US" sz="900" i="1"/>
              <a:t>	-- UV @ </a:t>
            </a:r>
            <a:r>
              <a:rPr lang="en-US" altLang="en-US" sz="900" i="1">
                <a:sym typeface="Symbol" charset="2"/>
              </a:rPr>
              <a:t>   0.3  m can break many types of organic bonds (UV wavelengths from 0.1 to 3.5  m)</a:t>
            </a:r>
          </a:p>
          <a:p>
            <a:pPr>
              <a:defRPr/>
            </a:pPr>
            <a:endParaRPr lang="en-US" altLang="en-US" sz="900" i="1">
              <a:sym typeface="Symbol" charset="2"/>
            </a:endParaRPr>
          </a:p>
          <a:p>
            <a:pPr>
              <a:defRPr/>
            </a:pPr>
            <a:r>
              <a:rPr lang="en-US" altLang="en-US" sz="900" i="1">
                <a:sym typeface="Symbol" charset="2"/>
              </a:rPr>
              <a:t>  physical characteristics of many materials will change when exposed to UV radiation</a:t>
            </a:r>
          </a:p>
        </p:txBody>
      </p:sp>
      <p:sp>
        <p:nvSpPr>
          <p:cNvPr id="2" name="Notes Placeholder 1">
            <a:extLst>
              <a:ext uri="{FF2B5EF4-FFF2-40B4-BE49-F238E27FC236}">
                <a16:creationId xmlns:a16="http://schemas.microsoft.com/office/drawing/2014/main" id="{EE13103A-3441-4DD5-B398-5C429BFD3AD5}"/>
              </a:ext>
            </a:extLst>
          </p:cNvPr>
          <p:cNvSpPr>
            <a:spLocks noGrp="1"/>
          </p:cNvSpPr>
          <p:nvPr>
            <p:ph type="body" idx="1"/>
          </p:nvPr>
        </p:nvSpPr>
        <p:spPr/>
        <p:txBody>
          <a:bodyPr/>
          <a:lstStyle/>
          <a:p>
            <a:r>
              <a:rPr lang="en-US" dirty="0"/>
              <a:t>Wavelengths shorter than 400 nm</a:t>
            </a:r>
          </a:p>
        </p:txBody>
      </p:sp>
    </p:spTree>
    <p:extLst>
      <p:ext uri="{BB962C8B-B14F-4D97-AF65-F5344CB8AC3E}">
        <p14:creationId xmlns:p14="http://schemas.microsoft.com/office/powerpoint/2010/main" val="820741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D3A70014-64AD-4011-823E-D9A6C1A79126}"/>
              </a:ext>
            </a:extLst>
          </p:cNvPr>
          <p:cNvSpPr>
            <a:spLocks noGrp="1" noRot="1" noChangeAspect="1" noChangeArrowheads="1" noTextEdit="1"/>
          </p:cNvSpPr>
          <p:nvPr>
            <p:ph type="sldImg"/>
          </p:nvPr>
        </p:nvSpPr>
        <p:spPr>
          <a:xfrm>
            <a:off x="460375" y="2590800"/>
            <a:ext cx="6124575" cy="3446463"/>
          </a:xfrm>
          <a:ln/>
        </p:spPr>
      </p:sp>
      <p:sp>
        <p:nvSpPr>
          <p:cNvPr id="98308" name="Text Box 4">
            <a:extLst>
              <a:ext uri="{FF2B5EF4-FFF2-40B4-BE49-F238E27FC236}">
                <a16:creationId xmlns:a16="http://schemas.microsoft.com/office/drawing/2014/main" id="{3B69D8F8-DB5C-4A23-A388-F3DF88813A2A}"/>
              </a:ext>
            </a:extLst>
          </p:cNvPr>
          <p:cNvSpPr txBox="1">
            <a:spLocks noChangeArrowheads="1"/>
          </p:cNvSpPr>
          <p:nvPr/>
        </p:nvSpPr>
        <p:spPr bwMode="auto">
          <a:xfrm>
            <a:off x="593725" y="2249488"/>
            <a:ext cx="2366963"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Darkens visibly during missions because oxygen atoms are removed by ultraviolet exposure</a:t>
            </a:r>
          </a:p>
        </p:txBody>
      </p:sp>
      <p:sp>
        <p:nvSpPr>
          <p:cNvPr id="98309" name="Line 5">
            <a:extLst>
              <a:ext uri="{FF2B5EF4-FFF2-40B4-BE49-F238E27FC236}">
                <a16:creationId xmlns:a16="http://schemas.microsoft.com/office/drawing/2014/main" id="{1846A17F-7F26-46B9-A1EC-E570D18FDD52}"/>
              </a:ext>
            </a:extLst>
          </p:cNvPr>
          <p:cNvSpPr>
            <a:spLocks noChangeShapeType="1"/>
          </p:cNvSpPr>
          <p:nvPr/>
        </p:nvSpPr>
        <p:spPr bwMode="auto">
          <a:xfrm>
            <a:off x="711200" y="2654300"/>
            <a:ext cx="906463" cy="166846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8310" name="Text Box 6">
            <a:extLst>
              <a:ext uri="{FF2B5EF4-FFF2-40B4-BE49-F238E27FC236}">
                <a16:creationId xmlns:a16="http://schemas.microsoft.com/office/drawing/2014/main" id="{E54D7C99-0008-4B66-92E3-D1D1429EBDC0}"/>
              </a:ext>
            </a:extLst>
          </p:cNvPr>
          <p:cNvSpPr txBox="1">
            <a:spLocks noChangeArrowheads="1"/>
          </p:cNvSpPr>
          <p:nvPr/>
        </p:nvSpPr>
        <p:spPr bwMode="auto">
          <a:xfrm>
            <a:off x="1773238" y="6259513"/>
            <a:ext cx="2052637"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Change in thermal properties can dramatically impact temperatures onboard the spacecraft</a:t>
            </a:r>
          </a:p>
        </p:txBody>
      </p:sp>
      <p:sp>
        <p:nvSpPr>
          <p:cNvPr id="98311" name="Line 7">
            <a:extLst>
              <a:ext uri="{FF2B5EF4-FFF2-40B4-BE49-F238E27FC236}">
                <a16:creationId xmlns:a16="http://schemas.microsoft.com/office/drawing/2014/main" id="{4E5E8706-16D7-494B-AD76-E966970FA2BD}"/>
              </a:ext>
            </a:extLst>
          </p:cNvPr>
          <p:cNvSpPr>
            <a:spLocks noChangeShapeType="1"/>
          </p:cNvSpPr>
          <p:nvPr/>
        </p:nvSpPr>
        <p:spPr bwMode="auto">
          <a:xfrm flipV="1">
            <a:off x="2762250" y="5680075"/>
            <a:ext cx="1276350" cy="59848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8315" name="Text Box 11">
            <a:extLst>
              <a:ext uri="{FF2B5EF4-FFF2-40B4-BE49-F238E27FC236}">
                <a16:creationId xmlns:a16="http://schemas.microsoft.com/office/drawing/2014/main" id="{2F71BE58-8F9C-44E6-A5D3-F260CE25C5FA}"/>
              </a:ext>
            </a:extLst>
          </p:cNvPr>
          <p:cNvSpPr txBox="1">
            <a:spLocks noChangeArrowheads="1"/>
          </p:cNvSpPr>
          <p:nvPr/>
        </p:nvSpPr>
        <p:spPr bwMode="auto">
          <a:xfrm>
            <a:off x="1423988" y="849313"/>
            <a:ext cx="4164012"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marL="452438" indent="-452438" defTabSz="725488">
              <a:tabLst>
                <a:tab pos="271463" algn="l"/>
              </a:tabLst>
              <a:defRPr sz="2400">
                <a:solidFill>
                  <a:schemeClr val="tx1"/>
                </a:solidFill>
                <a:latin typeface="Times New Roman" charset="0"/>
              </a:defRPr>
            </a:lvl1pPr>
            <a:lvl2pPr marL="593725" defTabSz="725488">
              <a:tabLst>
                <a:tab pos="271463" algn="l"/>
              </a:tabLst>
              <a:defRPr sz="2400">
                <a:solidFill>
                  <a:schemeClr val="tx1"/>
                </a:solidFill>
                <a:latin typeface="Times New Roman" charset="0"/>
              </a:defRPr>
            </a:lvl2pPr>
            <a:lvl3pPr marL="725488" defTabSz="725488">
              <a:tabLst>
                <a:tab pos="271463" algn="l"/>
              </a:tabLst>
              <a:defRPr sz="2400">
                <a:solidFill>
                  <a:schemeClr val="tx1"/>
                </a:solidFill>
                <a:latin typeface="Times New Roman" charset="0"/>
              </a:defRPr>
            </a:lvl3pPr>
            <a:lvl4pPr marL="1087438" defTabSz="725488">
              <a:tabLst>
                <a:tab pos="271463" algn="l"/>
              </a:tabLst>
              <a:defRPr sz="2400">
                <a:solidFill>
                  <a:schemeClr val="tx1"/>
                </a:solidFill>
                <a:latin typeface="Times New Roman" charset="0"/>
              </a:defRPr>
            </a:lvl4pPr>
            <a:lvl5pPr marL="1449388" defTabSz="725488">
              <a:tabLst>
                <a:tab pos="271463" algn="l"/>
              </a:tabLst>
              <a:defRPr sz="2400">
                <a:solidFill>
                  <a:schemeClr val="tx1"/>
                </a:solidFill>
                <a:latin typeface="Times New Roman" charset="0"/>
              </a:defRPr>
            </a:lvl5pPr>
            <a:lvl6pPr marL="1906588" defTabSz="725488" eaLnBrk="0" fontAlgn="base" hangingPunct="0">
              <a:spcBef>
                <a:spcPct val="0"/>
              </a:spcBef>
              <a:spcAft>
                <a:spcPct val="0"/>
              </a:spcAft>
              <a:tabLst>
                <a:tab pos="271463" algn="l"/>
              </a:tabLst>
              <a:defRPr sz="2400">
                <a:solidFill>
                  <a:schemeClr val="tx1"/>
                </a:solidFill>
                <a:latin typeface="Times New Roman" charset="0"/>
              </a:defRPr>
            </a:lvl6pPr>
            <a:lvl7pPr marL="2363788" defTabSz="725488" eaLnBrk="0" fontAlgn="base" hangingPunct="0">
              <a:spcBef>
                <a:spcPct val="0"/>
              </a:spcBef>
              <a:spcAft>
                <a:spcPct val="0"/>
              </a:spcAft>
              <a:tabLst>
                <a:tab pos="271463" algn="l"/>
              </a:tabLst>
              <a:defRPr sz="2400">
                <a:solidFill>
                  <a:schemeClr val="tx1"/>
                </a:solidFill>
                <a:latin typeface="Times New Roman" charset="0"/>
              </a:defRPr>
            </a:lvl7pPr>
            <a:lvl8pPr marL="2820988" defTabSz="725488" eaLnBrk="0" fontAlgn="base" hangingPunct="0">
              <a:spcBef>
                <a:spcPct val="0"/>
              </a:spcBef>
              <a:spcAft>
                <a:spcPct val="0"/>
              </a:spcAft>
              <a:tabLst>
                <a:tab pos="271463" algn="l"/>
              </a:tabLst>
              <a:defRPr sz="2400">
                <a:solidFill>
                  <a:schemeClr val="tx1"/>
                </a:solidFill>
                <a:latin typeface="Times New Roman" charset="0"/>
              </a:defRPr>
            </a:lvl8pPr>
            <a:lvl9pPr marL="3278188" defTabSz="725488" eaLnBrk="0" fontAlgn="base" hangingPunct="0">
              <a:spcBef>
                <a:spcPct val="0"/>
              </a:spcBef>
              <a:spcAft>
                <a:spcPct val="0"/>
              </a:spcAft>
              <a:tabLst>
                <a:tab pos="271463" algn="l"/>
              </a:tabLst>
              <a:defRPr sz="2400">
                <a:solidFill>
                  <a:schemeClr val="tx1"/>
                </a:solidFill>
                <a:latin typeface="Times New Roman" charset="0"/>
              </a:defRPr>
            </a:lvl9pPr>
          </a:lstStyle>
          <a:p>
            <a:pPr>
              <a:defRPr/>
            </a:pPr>
            <a:r>
              <a:rPr lang="en-US" altLang="en-US" sz="900" i="1"/>
              <a:t>Energy of a photon is inversely proportional to wavelength</a:t>
            </a:r>
          </a:p>
          <a:p>
            <a:pPr>
              <a:defRPr/>
            </a:pPr>
            <a:r>
              <a:rPr lang="en-US" altLang="en-US" sz="900" i="1"/>
              <a:t>	-- UV @ </a:t>
            </a:r>
            <a:r>
              <a:rPr lang="en-US" altLang="en-US" sz="900" i="1">
                <a:sym typeface="Symbol" charset="2"/>
              </a:rPr>
              <a:t>   0.3  m can break many types of organic bonds (UV wavelengths from 0.1 to 3.5  m)</a:t>
            </a:r>
          </a:p>
          <a:p>
            <a:pPr>
              <a:defRPr/>
            </a:pPr>
            <a:endParaRPr lang="en-US" altLang="en-US" sz="900" i="1">
              <a:sym typeface="Symbol" charset="2"/>
            </a:endParaRPr>
          </a:p>
          <a:p>
            <a:pPr>
              <a:defRPr/>
            </a:pPr>
            <a:r>
              <a:rPr lang="en-US" altLang="en-US" sz="900" i="1">
                <a:sym typeface="Symbol" charset="2"/>
              </a:rPr>
              <a:t>  physical characteristics of many materials will change when exposed to UV radiation</a:t>
            </a:r>
          </a:p>
        </p:txBody>
      </p:sp>
      <p:sp>
        <p:nvSpPr>
          <p:cNvPr id="2" name="Notes Placeholder 1">
            <a:extLst>
              <a:ext uri="{FF2B5EF4-FFF2-40B4-BE49-F238E27FC236}">
                <a16:creationId xmlns:a16="http://schemas.microsoft.com/office/drawing/2014/main" id="{EE13103A-3441-4DD5-B398-5C429BFD3AD5}"/>
              </a:ext>
            </a:extLst>
          </p:cNvPr>
          <p:cNvSpPr>
            <a:spLocks noGrp="1"/>
          </p:cNvSpPr>
          <p:nvPr>
            <p:ph type="body" idx="1"/>
          </p:nvPr>
        </p:nvSpPr>
        <p:spPr/>
        <p:txBody>
          <a:bodyPr/>
          <a:lstStyle/>
          <a:p>
            <a:r>
              <a:rPr lang="en-US" dirty="0"/>
              <a:t>Wavelengths shorter than 400 nm</a:t>
            </a:r>
          </a:p>
        </p:txBody>
      </p:sp>
    </p:spTree>
    <p:extLst>
      <p:ext uri="{BB962C8B-B14F-4D97-AF65-F5344CB8AC3E}">
        <p14:creationId xmlns:p14="http://schemas.microsoft.com/office/powerpoint/2010/main" val="2176481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5368E688-8718-47D0-8B34-B7B8B8ABC594}"/>
              </a:ext>
            </a:extLst>
          </p:cNvPr>
          <p:cNvSpPr>
            <a:spLocks noGrp="1" noRot="1" noChangeAspect="1" noChangeArrowheads="1" noTextEdit="1"/>
          </p:cNvSpPr>
          <p:nvPr>
            <p:ph type="sldImg"/>
          </p:nvPr>
        </p:nvSpPr>
        <p:spPr>
          <a:xfrm>
            <a:off x="460375" y="2590800"/>
            <a:ext cx="6124575" cy="3446463"/>
          </a:xfrm>
          <a:ln/>
        </p:spPr>
      </p:sp>
      <p:sp>
        <p:nvSpPr>
          <p:cNvPr id="97284" name="Text Box 4">
            <a:extLst>
              <a:ext uri="{FF2B5EF4-FFF2-40B4-BE49-F238E27FC236}">
                <a16:creationId xmlns:a16="http://schemas.microsoft.com/office/drawing/2014/main" id="{B03E7984-1F7C-4A2E-AB78-DCCD91CA3D37}"/>
              </a:ext>
            </a:extLst>
          </p:cNvPr>
          <p:cNvSpPr txBox="1">
            <a:spLocks noChangeArrowheads="1"/>
          </p:cNvSpPr>
          <p:nvPr/>
        </p:nvSpPr>
        <p:spPr bwMode="auto">
          <a:xfrm>
            <a:off x="5421313" y="1695450"/>
            <a:ext cx="13874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 lot of energy exists to heat up the spacecraft</a:t>
            </a:r>
          </a:p>
        </p:txBody>
      </p:sp>
      <p:sp>
        <p:nvSpPr>
          <p:cNvPr id="97285" name="Line 5">
            <a:extLst>
              <a:ext uri="{FF2B5EF4-FFF2-40B4-BE49-F238E27FC236}">
                <a16:creationId xmlns:a16="http://schemas.microsoft.com/office/drawing/2014/main" id="{C9CB3E0B-E0C8-4C03-886D-8CF2623CFBE0}"/>
              </a:ext>
            </a:extLst>
          </p:cNvPr>
          <p:cNvSpPr>
            <a:spLocks noChangeShapeType="1"/>
          </p:cNvSpPr>
          <p:nvPr/>
        </p:nvSpPr>
        <p:spPr bwMode="auto">
          <a:xfrm flipH="1">
            <a:off x="5100638" y="2028825"/>
            <a:ext cx="1222375" cy="235108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7286" name="Text Box 6">
            <a:extLst>
              <a:ext uri="{FF2B5EF4-FFF2-40B4-BE49-F238E27FC236}">
                <a16:creationId xmlns:a16="http://schemas.microsoft.com/office/drawing/2014/main" id="{A407817B-3C3D-4909-93A7-4774AFFD1262}"/>
              </a:ext>
            </a:extLst>
          </p:cNvPr>
          <p:cNvSpPr txBox="1">
            <a:spLocks noChangeArrowheads="1"/>
          </p:cNvSpPr>
          <p:nvPr/>
        </p:nvSpPr>
        <p:spPr bwMode="auto">
          <a:xfrm>
            <a:off x="452438" y="2257425"/>
            <a:ext cx="16795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Away from spacecraft because there is no atmosphere</a:t>
            </a:r>
          </a:p>
        </p:txBody>
      </p:sp>
      <p:sp>
        <p:nvSpPr>
          <p:cNvPr id="97287" name="Line 7">
            <a:extLst>
              <a:ext uri="{FF2B5EF4-FFF2-40B4-BE49-F238E27FC236}">
                <a16:creationId xmlns:a16="http://schemas.microsoft.com/office/drawing/2014/main" id="{C880CFC8-8ED3-417F-8452-98F1E440E95D}"/>
              </a:ext>
            </a:extLst>
          </p:cNvPr>
          <p:cNvSpPr>
            <a:spLocks noChangeShapeType="1"/>
          </p:cNvSpPr>
          <p:nvPr/>
        </p:nvSpPr>
        <p:spPr bwMode="auto">
          <a:xfrm>
            <a:off x="738188" y="2581275"/>
            <a:ext cx="857250" cy="11557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7288" name="Text Box 8">
            <a:extLst>
              <a:ext uri="{FF2B5EF4-FFF2-40B4-BE49-F238E27FC236}">
                <a16:creationId xmlns:a16="http://schemas.microsoft.com/office/drawing/2014/main" id="{C056B3E9-5353-40A3-86E5-1663ADFA26C2}"/>
              </a:ext>
            </a:extLst>
          </p:cNvPr>
          <p:cNvSpPr txBox="1">
            <a:spLocks noChangeArrowheads="1"/>
          </p:cNvSpPr>
          <p:nvPr/>
        </p:nvSpPr>
        <p:spPr bwMode="auto">
          <a:xfrm>
            <a:off x="522288" y="5130800"/>
            <a:ext cx="8413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Equilibrium temperature</a:t>
            </a:r>
          </a:p>
        </p:txBody>
      </p:sp>
      <p:sp>
        <p:nvSpPr>
          <p:cNvPr id="97289" name="Line 9">
            <a:extLst>
              <a:ext uri="{FF2B5EF4-FFF2-40B4-BE49-F238E27FC236}">
                <a16:creationId xmlns:a16="http://schemas.microsoft.com/office/drawing/2014/main" id="{429D39CD-46AC-4A36-9F72-F8DDEFAFF99E}"/>
              </a:ext>
            </a:extLst>
          </p:cNvPr>
          <p:cNvSpPr>
            <a:spLocks noChangeShapeType="1"/>
          </p:cNvSpPr>
          <p:nvPr/>
        </p:nvSpPr>
        <p:spPr bwMode="auto">
          <a:xfrm flipV="1">
            <a:off x="919163" y="4972050"/>
            <a:ext cx="717550" cy="18097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7290" name="Text Box 10">
            <a:extLst>
              <a:ext uri="{FF2B5EF4-FFF2-40B4-BE49-F238E27FC236}">
                <a16:creationId xmlns:a16="http://schemas.microsoft.com/office/drawing/2014/main" id="{B7D2C3D9-CFBD-4FDB-847F-6468982A0620}"/>
              </a:ext>
            </a:extLst>
          </p:cNvPr>
          <p:cNvSpPr txBox="1">
            <a:spLocks noChangeArrowheads="1"/>
          </p:cNvSpPr>
          <p:nvPr/>
        </p:nvSpPr>
        <p:spPr bwMode="auto">
          <a:xfrm>
            <a:off x="1906588" y="6735763"/>
            <a:ext cx="34163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lgn="ctr">
              <a:defRPr/>
            </a:pPr>
            <a:r>
              <a:rPr lang="en-US" altLang="en-US" sz="900" i="1"/>
              <a:t>So controlling temperature onboard the spacecraft depends on the thermal characteristics (</a:t>
            </a:r>
            <a:r>
              <a:rPr lang="en-US" altLang="en-US" sz="900" i="1">
                <a:sym typeface="Symbol" charset="2"/>
              </a:rPr>
              <a:t> / ) of the materials used</a:t>
            </a:r>
            <a:endParaRPr lang="en-US" altLang="en-US" sz="900" i="1"/>
          </a:p>
        </p:txBody>
      </p:sp>
      <p:sp>
        <p:nvSpPr>
          <p:cNvPr id="2" name="Notes Placeholder 1">
            <a:extLst>
              <a:ext uri="{FF2B5EF4-FFF2-40B4-BE49-F238E27FC236}">
                <a16:creationId xmlns:a16="http://schemas.microsoft.com/office/drawing/2014/main" id="{1041B6A4-A66B-4437-AC76-772F43BB147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07663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DFE4E-9C40-186D-8777-8EA2CB6F1DBE}"/>
            </a:ext>
          </a:extLst>
        </p:cNvPr>
        <p:cNvGrpSpPr/>
        <p:nvPr/>
      </p:nvGrpSpPr>
      <p:grpSpPr>
        <a:xfrm>
          <a:off x="0" y="0"/>
          <a:ext cx="0" cy="0"/>
          <a:chOff x="0" y="0"/>
          <a:chExt cx="0" cy="0"/>
        </a:xfrm>
      </p:grpSpPr>
      <p:sp>
        <p:nvSpPr>
          <p:cNvPr id="97282" name="Rectangle 2">
            <a:extLst>
              <a:ext uri="{FF2B5EF4-FFF2-40B4-BE49-F238E27FC236}">
                <a16:creationId xmlns:a16="http://schemas.microsoft.com/office/drawing/2014/main" id="{E0FBC12F-0AC5-CB6D-50EB-4F9D0264E27D}"/>
              </a:ext>
            </a:extLst>
          </p:cNvPr>
          <p:cNvSpPr>
            <a:spLocks noGrp="1" noRot="1" noChangeAspect="1" noChangeArrowheads="1" noTextEdit="1"/>
          </p:cNvSpPr>
          <p:nvPr>
            <p:ph type="sldImg"/>
          </p:nvPr>
        </p:nvSpPr>
        <p:spPr>
          <a:xfrm>
            <a:off x="460375" y="2590800"/>
            <a:ext cx="6124575" cy="3446463"/>
          </a:xfrm>
          <a:ln/>
        </p:spPr>
      </p:sp>
      <p:sp>
        <p:nvSpPr>
          <p:cNvPr id="97284" name="Text Box 4">
            <a:extLst>
              <a:ext uri="{FF2B5EF4-FFF2-40B4-BE49-F238E27FC236}">
                <a16:creationId xmlns:a16="http://schemas.microsoft.com/office/drawing/2014/main" id="{04BAC124-4602-1FB1-9EAB-2CB78B8DB5C0}"/>
              </a:ext>
            </a:extLst>
          </p:cNvPr>
          <p:cNvSpPr txBox="1">
            <a:spLocks noChangeArrowheads="1"/>
          </p:cNvSpPr>
          <p:nvPr/>
        </p:nvSpPr>
        <p:spPr bwMode="auto">
          <a:xfrm>
            <a:off x="5421313" y="1695450"/>
            <a:ext cx="13874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 lot of energy exists to heat up the spacecraft</a:t>
            </a:r>
          </a:p>
        </p:txBody>
      </p:sp>
      <p:sp>
        <p:nvSpPr>
          <p:cNvPr id="97285" name="Line 5">
            <a:extLst>
              <a:ext uri="{FF2B5EF4-FFF2-40B4-BE49-F238E27FC236}">
                <a16:creationId xmlns:a16="http://schemas.microsoft.com/office/drawing/2014/main" id="{2A9DFD6C-E884-FE0B-A922-D61D24DE0F93}"/>
              </a:ext>
            </a:extLst>
          </p:cNvPr>
          <p:cNvSpPr>
            <a:spLocks noChangeShapeType="1"/>
          </p:cNvSpPr>
          <p:nvPr/>
        </p:nvSpPr>
        <p:spPr bwMode="auto">
          <a:xfrm flipH="1">
            <a:off x="5100638" y="2028825"/>
            <a:ext cx="1222375" cy="235108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7286" name="Text Box 6">
            <a:extLst>
              <a:ext uri="{FF2B5EF4-FFF2-40B4-BE49-F238E27FC236}">
                <a16:creationId xmlns:a16="http://schemas.microsoft.com/office/drawing/2014/main" id="{5076ACE9-F984-2120-F935-0AA3E40704D3}"/>
              </a:ext>
            </a:extLst>
          </p:cNvPr>
          <p:cNvSpPr txBox="1">
            <a:spLocks noChangeArrowheads="1"/>
          </p:cNvSpPr>
          <p:nvPr/>
        </p:nvSpPr>
        <p:spPr bwMode="auto">
          <a:xfrm>
            <a:off x="452438" y="2257425"/>
            <a:ext cx="16795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Away from spacecraft because there is no atmosphere</a:t>
            </a:r>
          </a:p>
        </p:txBody>
      </p:sp>
      <p:sp>
        <p:nvSpPr>
          <p:cNvPr id="97287" name="Line 7">
            <a:extLst>
              <a:ext uri="{FF2B5EF4-FFF2-40B4-BE49-F238E27FC236}">
                <a16:creationId xmlns:a16="http://schemas.microsoft.com/office/drawing/2014/main" id="{72E46FF0-E6A5-F7CB-9C67-835CE303C8E8}"/>
              </a:ext>
            </a:extLst>
          </p:cNvPr>
          <p:cNvSpPr>
            <a:spLocks noChangeShapeType="1"/>
          </p:cNvSpPr>
          <p:nvPr/>
        </p:nvSpPr>
        <p:spPr bwMode="auto">
          <a:xfrm>
            <a:off x="738188" y="2581275"/>
            <a:ext cx="857250" cy="11557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7288" name="Text Box 8">
            <a:extLst>
              <a:ext uri="{FF2B5EF4-FFF2-40B4-BE49-F238E27FC236}">
                <a16:creationId xmlns:a16="http://schemas.microsoft.com/office/drawing/2014/main" id="{672C71D1-6ED4-4577-AD52-61F652B148B4}"/>
              </a:ext>
            </a:extLst>
          </p:cNvPr>
          <p:cNvSpPr txBox="1">
            <a:spLocks noChangeArrowheads="1"/>
          </p:cNvSpPr>
          <p:nvPr/>
        </p:nvSpPr>
        <p:spPr bwMode="auto">
          <a:xfrm>
            <a:off x="522288" y="5130800"/>
            <a:ext cx="8413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Equilibrium temperature</a:t>
            </a:r>
          </a:p>
        </p:txBody>
      </p:sp>
      <p:sp>
        <p:nvSpPr>
          <p:cNvPr id="97289" name="Line 9">
            <a:extLst>
              <a:ext uri="{FF2B5EF4-FFF2-40B4-BE49-F238E27FC236}">
                <a16:creationId xmlns:a16="http://schemas.microsoft.com/office/drawing/2014/main" id="{26120332-B286-5B76-B377-01B171F82775}"/>
              </a:ext>
            </a:extLst>
          </p:cNvPr>
          <p:cNvSpPr>
            <a:spLocks noChangeShapeType="1"/>
          </p:cNvSpPr>
          <p:nvPr/>
        </p:nvSpPr>
        <p:spPr bwMode="auto">
          <a:xfrm flipV="1">
            <a:off x="919163" y="4972050"/>
            <a:ext cx="717550" cy="18097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7290" name="Text Box 10">
            <a:extLst>
              <a:ext uri="{FF2B5EF4-FFF2-40B4-BE49-F238E27FC236}">
                <a16:creationId xmlns:a16="http://schemas.microsoft.com/office/drawing/2014/main" id="{68600E6D-B8E8-94EF-74A4-A3DBCC34F369}"/>
              </a:ext>
            </a:extLst>
          </p:cNvPr>
          <p:cNvSpPr txBox="1">
            <a:spLocks noChangeArrowheads="1"/>
          </p:cNvSpPr>
          <p:nvPr/>
        </p:nvSpPr>
        <p:spPr bwMode="auto">
          <a:xfrm>
            <a:off x="1906588" y="6735763"/>
            <a:ext cx="34163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lgn="ctr">
              <a:defRPr/>
            </a:pPr>
            <a:r>
              <a:rPr lang="en-US" altLang="en-US" sz="900" i="1"/>
              <a:t>So controlling temperature onboard the spacecraft depends on the thermal characteristics (</a:t>
            </a:r>
            <a:r>
              <a:rPr lang="en-US" altLang="en-US" sz="900" i="1">
                <a:sym typeface="Symbol" charset="2"/>
              </a:rPr>
              <a:t> / ) of the materials used</a:t>
            </a:r>
            <a:endParaRPr lang="en-US" altLang="en-US" sz="900" i="1"/>
          </a:p>
        </p:txBody>
      </p:sp>
      <p:sp>
        <p:nvSpPr>
          <p:cNvPr id="2" name="Notes Placeholder 1">
            <a:extLst>
              <a:ext uri="{FF2B5EF4-FFF2-40B4-BE49-F238E27FC236}">
                <a16:creationId xmlns:a16="http://schemas.microsoft.com/office/drawing/2014/main" id="{562455ED-EBDD-5323-0982-B3E65E46DF1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85192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4">
            <a:extLst>
              <a:ext uri="{FF2B5EF4-FFF2-40B4-BE49-F238E27FC236}">
                <a16:creationId xmlns:a16="http://schemas.microsoft.com/office/drawing/2014/main" id="{40180BE7-1030-4964-BDB3-74F7C222E54F}"/>
              </a:ext>
            </a:extLst>
          </p:cNvPr>
          <p:cNvSpPr>
            <a:spLocks noGrp="1" noRot="1" noChangeAspect="1" noChangeArrowheads="1" noTextEdit="1"/>
          </p:cNvSpPr>
          <p:nvPr>
            <p:ph type="sldImg"/>
          </p:nvPr>
        </p:nvSpPr>
        <p:spPr>
          <a:ln/>
        </p:spPr>
      </p:sp>
      <p:sp>
        <p:nvSpPr>
          <p:cNvPr id="19462" name="Text Box 6">
            <a:extLst>
              <a:ext uri="{FF2B5EF4-FFF2-40B4-BE49-F238E27FC236}">
                <a16:creationId xmlns:a16="http://schemas.microsoft.com/office/drawing/2014/main" id="{B6B24A4A-E4CE-4B54-ADC2-A62A22011F58}"/>
              </a:ext>
            </a:extLst>
          </p:cNvPr>
          <p:cNvSpPr txBox="1">
            <a:spLocks noChangeArrowheads="1"/>
          </p:cNvSpPr>
          <p:nvPr/>
        </p:nvSpPr>
        <p:spPr bwMode="auto">
          <a:xfrm>
            <a:off x="2000250" y="1023938"/>
            <a:ext cx="29083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900" i="1"/>
              <a:t>Must account for all sources and for the fact that these sources can be highly variable with time</a:t>
            </a:r>
          </a:p>
        </p:txBody>
      </p:sp>
      <p:sp>
        <p:nvSpPr>
          <p:cNvPr id="19463" name="Text Box 7">
            <a:extLst>
              <a:ext uri="{FF2B5EF4-FFF2-40B4-BE49-F238E27FC236}">
                <a16:creationId xmlns:a16="http://schemas.microsoft.com/office/drawing/2014/main" id="{5B80FCFD-1408-4840-B5D7-A8A5785127AD}"/>
              </a:ext>
            </a:extLst>
          </p:cNvPr>
          <p:cNvSpPr txBox="1">
            <a:spLocks noChangeArrowheads="1"/>
          </p:cNvSpPr>
          <p:nvPr/>
        </p:nvSpPr>
        <p:spPr bwMode="auto">
          <a:xfrm>
            <a:off x="2181225" y="3556000"/>
            <a:ext cx="1152525"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Gone during eclipses</a:t>
            </a:r>
          </a:p>
        </p:txBody>
      </p:sp>
      <p:sp>
        <p:nvSpPr>
          <p:cNvPr id="19464" name="Line 8">
            <a:extLst>
              <a:ext uri="{FF2B5EF4-FFF2-40B4-BE49-F238E27FC236}">
                <a16:creationId xmlns:a16="http://schemas.microsoft.com/office/drawing/2014/main" id="{21489657-A7CF-4709-A876-53643C8E019C}"/>
              </a:ext>
            </a:extLst>
          </p:cNvPr>
          <p:cNvSpPr>
            <a:spLocks noChangeShapeType="1"/>
          </p:cNvSpPr>
          <p:nvPr/>
        </p:nvSpPr>
        <p:spPr bwMode="auto">
          <a:xfrm flipV="1">
            <a:off x="2484438" y="3254375"/>
            <a:ext cx="182562" cy="30162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5" name="Line 9">
            <a:extLst>
              <a:ext uri="{FF2B5EF4-FFF2-40B4-BE49-F238E27FC236}">
                <a16:creationId xmlns:a16="http://schemas.microsoft.com/office/drawing/2014/main" id="{F863EEAB-C65C-48A1-93E6-372E181C680F}"/>
              </a:ext>
            </a:extLst>
          </p:cNvPr>
          <p:cNvSpPr>
            <a:spLocks noChangeShapeType="1"/>
          </p:cNvSpPr>
          <p:nvPr/>
        </p:nvSpPr>
        <p:spPr bwMode="auto">
          <a:xfrm>
            <a:off x="2484438" y="3736975"/>
            <a:ext cx="242887" cy="18097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Notes Placeholder 1">
            <a:extLst>
              <a:ext uri="{FF2B5EF4-FFF2-40B4-BE49-F238E27FC236}">
                <a16:creationId xmlns:a16="http://schemas.microsoft.com/office/drawing/2014/main" id="{E7BE4BB2-D5E1-4EBA-AAFE-0D9867E6CBF3}"/>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Solar thermal input depends on the distance from the Sun to the spacecraft. At Earth’s orbital radius from the Sun (Earth-orbiting spacecraft) the solar flux is 1367 W/m</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At Mars’s orbital radius the solar flux drops to 585 W/m</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Albedo is the solar energy flux that reflects up to the spacecraft from the central body it is orbiting. Albedo from the earth ranges between 425 W/m</a:t>
            </a:r>
            <a:r>
              <a:rPr lang="en-US" sz="1200" b="0" i="0" kern="1200" baseline="30000" dirty="0">
                <a:solidFill>
                  <a:schemeClr val="tx1"/>
                </a:solidFill>
                <a:effectLst/>
                <a:latin typeface="+mn-lt"/>
                <a:ea typeface="+mn-ea"/>
                <a:cs typeface="+mn-cs"/>
              </a:rPr>
              <a:t>2 </a:t>
            </a:r>
            <a:r>
              <a:rPr lang="en-US" sz="1200" b="0" i="0" kern="1200" dirty="0">
                <a:solidFill>
                  <a:schemeClr val="tx1"/>
                </a:solidFill>
                <a:effectLst/>
                <a:latin typeface="+mn-lt"/>
                <a:ea typeface="+mn-ea"/>
                <a:cs typeface="+mn-cs"/>
              </a:rPr>
              <a:t>and 533 W/m</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depending on the reflective surface. Albedo is high off of snow and low off of water and dirt. 465 W/m</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is a useful average.</a:t>
            </a:r>
          </a:p>
          <a:p>
            <a:pPr fontAlgn="base"/>
            <a:r>
              <a:rPr lang="en-US" sz="1200" b="0" i="0" kern="1200" dirty="0">
                <a:solidFill>
                  <a:schemeClr val="tx1"/>
                </a:solidFill>
                <a:effectLst/>
                <a:latin typeface="+mn-lt"/>
                <a:ea typeface="+mn-ea"/>
                <a:cs typeface="+mn-cs"/>
              </a:rPr>
              <a:t>The central body that the satellite orbits also emits energy based on its temperature. Earth emits infrared energy of 237 ± 21 W/m</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Internal energy sources can add up to the total output of the power system, excluding power that is transmitted overboard such as in a communications satellite.</a:t>
            </a:r>
          </a:p>
          <a:p>
            <a:endParaRPr lang="en-US" dirty="0"/>
          </a:p>
        </p:txBody>
      </p:sp>
    </p:spTree>
    <p:extLst>
      <p:ext uri="{BB962C8B-B14F-4D97-AF65-F5344CB8AC3E}">
        <p14:creationId xmlns:p14="http://schemas.microsoft.com/office/powerpoint/2010/main" val="1353546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4">
            <a:extLst>
              <a:ext uri="{FF2B5EF4-FFF2-40B4-BE49-F238E27FC236}">
                <a16:creationId xmlns:a16="http://schemas.microsoft.com/office/drawing/2014/main" id="{4F1C2196-217B-42D5-BEF6-E6D257ECED8F}"/>
              </a:ext>
            </a:extLst>
          </p:cNvPr>
          <p:cNvSpPr>
            <a:spLocks noGrp="1" noRot="1" noChangeAspect="1" noChangeArrowheads="1" noTextEdit="1"/>
          </p:cNvSpPr>
          <p:nvPr>
            <p:ph type="sldImg"/>
          </p:nvPr>
        </p:nvSpPr>
        <p:spPr>
          <a:ln/>
        </p:spPr>
      </p:sp>
      <p:sp>
        <p:nvSpPr>
          <p:cNvPr id="13319" name="Text Box 7">
            <a:extLst>
              <a:ext uri="{FF2B5EF4-FFF2-40B4-BE49-F238E27FC236}">
                <a16:creationId xmlns:a16="http://schemas.microsoft.com/office/drawing/2014/main" id="{9B226D6B-8247-4B99-9287-0BAE51F09452}"/>
              </a:ext>
            </a:extLst>
          </p:cNvPr>
          <p:cNvSpPr txBox="1">
            <a:spLocks noChangeArrowheads="1"/>
          </p:cNvSpPr>
          <p:nvPr/>
        </p:nvSpPr>
        <p:spPr bwMode="auto">
          <a:xfrm>
            <a:off x="969963" y="1427163"/>
            <a:ext cx="1841500" cy="20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Available options to move heat</a:t>
            </a:r>
          </a:p>
        </p:txBody>
      </p:sp>
      <p:sp>
        <p:nvSpPr>
          <p:cNvPr id="13320" name="Line 8">
            <a:extLst>
              <a:ext uri="{FF2B5EF4-FFF2-40B4-BE49-F238E27FC236}">
                <a16:creationId xmlns:a16="http://schemas.microsoft.com/office/drawing/2014/main" id="{5DD5D855-F8EC-48D0-9BFA-607B76B3D1FA}"/>
              </a:ext>
            </a:extLst>
          </p:cNvPr>
          <p:cNvSpPr>
            <a:spLocks noChangeShapeType="1"/>
          </p:cNvSpPr>
          <p:nvPr/>
        </p:nvSpPr>
        <p:spPr bwMode="auto">
          <a:xfrm>
            <a:off x="1727200" y="1617663"/>
            <a:ext cx="1206500" cy="9715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21" name="Text Box 9">
            <a:extLst>
              <a:ext uri="{FF2B5EF4-FFF2-40B4-BE49-F238E27FC236}">
                <a16:creationId xmlns:a16="http://schemas.microsoft.com/office/drawing/2014/main" id="{596FC1EB-70B7-464D-9FCE-2FA2A4B69798}"/>
              </a:ext>
            </a:extLst>
          </p:cNvPr>
          <p:cNvSpPr txBox="1">
            <a:spLocks noChangeArrowheads="1"/>
          </p:cNvSpPr>
          <p:nvPr/>
        </p:nvSpPr>
        <p:spPr bwMode="auto">
          <a:xfrm>
            <a:off x="4767263" y="1858963"/>
            <a:ext cx="1881187" cy="47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Generally plays a minor role in unmanned spacecraft (because there is no fluid and zero-g environment)</a:t>
            </a:r>
          </a:p>
        </p:txBody>
      </p:sp>
      <p:sp>
        <p:nvSpPr>
          <p:cNvPr id="13322" name="Line 10">
            <a:extLst>
              <a:ext uri="{FF2B5EF4-FFF2-40B4-BE49-F238E27FC236}">
                <a16:creationId xmlns:a16="http://schemas.microsoft.com/office/drawing/2014/main" id="{E669680E-54E8-4F8B-BBA4-69F91A11645E}"/>
              </a:ext>
            </a:extLst>
          </p:cNvPr>
          <p:cNvSpPr>
            <a:spLocks noChangeShapeType="1"/>
          </p:cNvSpPr>
          <p:nvPr/>
        </p:nvSpPr>
        <p:spPr bwMode="auto">
          <a:xfrm flipH="1">
            <a:off x="4649788" y="2212975"/>
            <a:ext cx="919162" cy="83661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23" name="Text Box 11">
            <a:extLst>
              <a:ext uri="{FF2B5EF4-FFF2-40B4-BE49-F238E27FC236}">
                <a16:creationId xmlns:a16="http://schemas.microsoft.com/office/drawing/2014/main" id="{01E0B370-3BB7-446E-B788-459B92DF46A9}"/>
              </a:ext>
            </a:extLst>
          </p:cNvPr>
          <p:cNvSpPr txBox="1">
            <a:spLocks noChangeArrowheads="1"/>
          </p:cNvSpPr>
          <p:nvPr/>
        </p:nvSpPr>
        <p:spPr bwMode="auto">
          <a:xfrm>
            <a:off x="585788" y="6078538"/>
            <a:ext cx="1881187"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Can be used to move heat around the spacecraft, but not to eliminate it</a:t>
            </a:r>
          </a:p>
        </p:txBody>
      </p:sp>
      <p:sp>
        <p:nvSpPr>
          <p:cNvPr id="13324" name="Line 12">
            <a:extLst>
              <a:ext uri="{FF2B5EF4-FFF2-40B4-BE49-F238E27FC236}">
                <a16:creationId xmlns:a16="http://schemas.microsoft.com/office/drawing/2014/main" id="{8235E020-678D-4AF9-BFE9-3DD6F6868C37}"/>
              </a:ext>
            </a:extLst>
          </p:cNvPr>
          <p:cNvSpPr>
            <a:spLocks noChangeShapeType="1"/>
          </p:cNvSpPr>
          <p:nvPr/>
        </p:nvSpPr>
        <p:spPr bwMode="auto">
          <a:xfrm flipV="1">
            <a:off x="727075" y="4116388"/>
            <a:ext cx="952500" cy="19621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25" name="Text Box 13">
            <a:extLst>
              <a:ext uri="{FF2B5EF4-FFF2-40B4-BE49-F238E27FC236}">
                <a16:creationId xmlns:a16="http://schemas.microsoft.com/office/drawing/2014/main" id="{E43AC738-0FF9-4589-9608-EA5F465198E0}"/>
              </a:ext>
            </a:extLst>
          </p:cNvPr>
          <p:cNvSpPr txBox="1">
            <a:spLocks noChangeArrowheads="1"/>
          </p:cNvSpPr>
          <p:nvPr/>
        </p:nvSpPr>
        <p:spPr bwMode="auto">
          <a:xfrm>
            <a:off x="4767263" y="6057900"/>
            <a:ext cx="1881187"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All matter radiates electromagnetic energy (the amount depends on temperature).</a:t>
            </a:r>
          </a:p>
        </p:txBody>
      </p:sp>
      <p:sp>
        <p:nvSpPr>
          <p:cNvPr id="13326" name="Line 14">
            <a:extLst>
              <a:ext uri="{FF2B5EF4-FFF2-40B4-BE49-F238E27FC236}">
                <a16:creationId xmlns:a16="http://schemas.microsoft.com/office/drawing/2014/main" id="{0038167E-E446-4D6A-8D12-34A7B3F7A429}"/>
              </a:ext>
            </a:extLst>
          </p:cNvPr>
          <p:cNvSpPr>
            <a:spLocks noChangeShapeType="1"/>
          </p:cNvSpPr>
          <p:nvPr/>
        </p:nvSpPr>
        <p:spPr bwMode="auto">
          <a:xfrm flipH="1" flipV="1">
            <a:off x="4202113" y="5010150"/>
            <a:ext cx="1504950" cy="109696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Notes Placeholder 1">
            <a:extLst>
              <a:ext uri="{FF2B5EF4-FFF2-40B4-BE49-F238E27FC236}">
                <a16:creationId xmlns:a16="http://schemas.microsoft.com/office/drawing/2014/main" id="{F3C68195-A445-4611-A697-F69D276566D0}"/>
              </a:ext>
            </a:extLst>
          </p:cNvPr>
          <p:cNvSpPr>
            <a:spLocks noGrp="1"/>
          </p:cNvSpPr>
          <p:nvPr>
            <p:ph type="body" idx="1"/>
          </p:nvPr>
        </p:nvSpPr>
        <p:spPr/>
        <p:txBody>
          <a:bodyPr/>
          <a:lstStyle/>
          <a:p>
            <a:pPr>
              <a:spcBef>
                <a:spcPct val="50000"/>
              </a:spcBef>
              <a:buFontTx/>
              <a:buChar char="•"/>
              <a:defRPr/>
            </a:pPr>
            <a:r>
              <a:rPr lang="en-US" altLang="en-US" dirty="0">
                <a:latin typeface="Arial" charset="0"/>
              </a:rPr>
              <a:t>Severe thermal cycle because of solar eclipses </a:t>
            </a:r>
          </a:p>
          <a:p>
            <a:pPr>
              <a:spcBef>
                <a:spcPct val="50000"/>
              </a:spcBef>
              <a:buFontTx/>
              <a:buChar char="•"/>
              <a:defRPr/>
            </a:pPr>
            <a:r>
              <a:rPr lang="en-US" altLang="en-US" dirty="0">
                <a:latin typeface="Arial" charset="0"/>
              </a:rPr>
              <a:t>Internal power generation increases temperature</a:t>
            </a:r>
          </a:p>
          <a:p>
            <a:r>
              <a:rPr lang="en-US" sz="1200" b="1" i="0" u="none" strike="noStrike" kern="1200" dirty="0">
                <a:solidFill>
                  <a:schemeClr val="tx1"/>
                </a:solidFill>
                <a:effectLst/>
                <a:latin typeface="+mn-lt"/>
                <a:ea typeface="+mn-ea"/>
                <a:cs typeface="+mn-cs"/>
                <a:hlinkClick r:id="rId3"/>
              </a:rPr>
              <a:t>Figure</a:t>
            </a:r>
            <a:r>
              <a:rPr lang="en-US" sz="1200" b="0" i="0" u="none" strike="noStrike" kern="1200" dirty="0">
                <a:solidFill>
                  <a:schemeClr val="tx1"/>
                </a:solidFill>
                <a:effectLst/>
                <a:latin typeface="+mn-lt"/>
                <a:ea typeface="+mn-ea"/>
                <a:cs typeface="+mn-cs"/>
                <a:hlinkClick r:id="rId3"/>
              </a:rPr>
              <a:t> </a:t>
            </a:r>
            <a:r>
              <a:rPr lang="en-US" sz="1200" b="1" i="0" u="none" strike="noStrike" kern="1200" dirty="0">
                <a:solidFill>
                  <a:schemeClr val="tx1"/>
                </a:solidFill>
                <a:effectLst/>
                <a:latin typeface="+mn-lt"/>
                <a:ea typeface="+mn-ea"/>
                <a:cs typeface="+mn-cs"/>
                <a:hlinkClick r:id="rId3"/>
              </a:rPr>
              <a:t>13-51</a:t>
            </a:r>
            <a:r>
              <a:rPr lang="en-US" sz="1200" b="0" i="0" u="none" strike="noStrike" kern="1200" dirty="0">
                <a:solidFill>
                  <a:schemeClr val="tx1"/>
                </a:solidFill>
                <a:effectLst/>
                <a:latin typeface="+mn-lt"/>
                <a:ea typeface="+mn-ea"/>
                <a:cs typeface="+mn-cs"/>
                <a:hlinkClick r:id="rId3"/>
              </a:rPr>
              <a:t> </a:t>
            </a:r>
            <a:r>
              <a:rPr lang="en-US" sz="1200" b="1" i="0" u="none" strike="noStrike" kern="1200" dirty="0">
                <a:solidFill>
                  <a:schemeClr val="tx1"/>
                </a:solidFill>
                <a:effectLst/>
                <a:latin typeface="+mn-lt"/>
                <a:ea typeface="+mn-ea"/>
                <a:cs typeface="+mn-cs"/>
                <a:hlinkClick r:id="rId3"/>
              </a:rPr>
              <a:t>Keeping it Cool on the International Space Station (ISS). </a:t>
            </a:r>
            <a:r>
              <a:rPr lang="en-US" sz="1200" b="0" i="0" u="none" strike="noStrike" kern="1200" dirty="0">
                <a:solidFill>
                  <a:schemeClr val="tx1"/>
                </a:solidFill>
                <a:effectLst/>
                <a:latin typeface="+mn-lt"/>
                <a:ea typeface="+mn-ea"/>
                <a:cs typeface="+mn-cs"/>
                <a:hlinkClick r:id="rId3"/>
              </a:rPr>
              <a:t>The ISS uses the convective cooling of an ammonia coolant that is driven by pumps through the habitation modules, where the coolant absorbs waste heat. The coolant then circulates through radiators, where the heat radiates into space. (Courtesy of NASA)</a:t>
            </a:r>
            <a:endParaRPr lang="en-US" dirty="0"/>
          </a:p>
        </p:txBody>
      </p:sp>
    </p:spTree>
    <p:extLst>
      <p:ext uri="{BB962C8B-B14F-4D97-AF65-F5344CB8AC3E}">
        <p14:creationId xmlns:p14="http://schemas.microsoft.com/office/powerpoint/2010/main" val="234393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4">
            <a:extLst>
              <a:ext uri="{FF2B5EF4-FFF2-40B4-BE49-F238E27FC236}">
                <a16:creationId xmlns:a16="http://schemas.microsoft.com/office/drawing/2014/main" id="{46917791-3BB9-41C9-B054-DCD6A9440E3C}"/>
              </a:ext>
            </a:extLst>
          </p:cNvPr>
          <p:cNvSpPr>
            <a:spLocks noGrp="1" noRot="1" noChangeAspect="1" noChangeArrowheads="1" noTextEdit="1"/>
          </p:cNvSpPr>
          <p:nvPr>
            <p:ph type="sldImg"/>
          </p:nvPr>
        </p:nvSpPr>
        <p:spPr>
          <a:ln/>
        </p:spPr>
      </p:sp>
      <p:sp>
        <p:nvSpPr>
          <p:cNvPr id="21511" name="Text Box 7">
            <a:extLst>
              <a:ext uri="{FF2B5EF4-FFF2-40B4-BE49-F238E27FC236}">
                <a16:creationId xmlns:a16="http://schemas.microsoft.com/office/drawing/2014/main" id="{8E61EBCD-4EBC-4E72-81F9-B8ADC30464BE}"/>
              </a:ext>
            </a:extLst>
          </p:cNvPr>
          <p:cNvSpPr txBox="1">
            <a:spLocks noChangeArrowheads="1"/>
          </p:cNvSpPr>
          <p:nvPr/>
        </p:nvSpPr>
        <p:spPr bwMode="auto">
          <a:xfrm>
            <a:off x="546100" y="2100263"/>
            <a:ext cx="1881188" cy="20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Incoming radiation is either ...</a:t>
            </a:r>
          </a:p>
        </p:txBody>
      </p:sp>
      <p:sp>
        <p:nvSpPr>
          <p:cNvPr id="21512" name="Line 8">
            <a:extLst>
              <a:ext uri="{FF2B5EF4-FFF2-40B4-BE49-F238E27FC236}">
                <a16:creationId xmlns:a16="http://schemas.microsoft.com/office/drawing/2014/main" id="{D82B5454-56F0-4733-903E-48A5FE1FBB08}"/>
              </a:ext>
            </a:extLst>
          </p:cNvPr>
          <p:cNvSpPr>
            <a:spLocks noChangeShapeType="1"/>
          </p:cNvSpPr>
          <p:nvPr/>
        </p:nvSpPr>
        <p:spPr bwMode="auto">
          <a:xfrm>
            <a:off x="958850" y="2309813"/>
            <a:ext cx="593725" cy="117792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3" name="Oval 9">
            <a:extLst>
              <a:ext uri="{FF2B5EF4-FFF2-40B4-BE49-F238E27FC236}">
                <a16:creationId xmlns:a16="http://schemas.microsoft.com/office/drawing/2014/main" id="{804BE8BC-8E09-432E-A9FD-5522FBFA350C}"/>
              </a:ext>
            </a:extLst>
          </p:cNvPr>
          <p:cNvSpPr>
            <a:spLocks noChangeArrowheads="1"/>
          </p:cNvSpPr>
          <p:nvPr/>
        </p:nvSpPr>
        <p:spPr bwMode="auto">
          <a:xfrm>
            <a:off x="2265363" y="3451225"/>
            <a:ext cx="242887" cy="230188"/>
          </a:xfrm>
          <a:prstGeom prst="ellipse">
            <a:avLst/>
          </a:prstGeom>
          <a:noFill/>
          <a:ln w="57150">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4" name="Text Box 10">
            <a:extLst>
              <a:ext uri="{FF2B5EF4-FFF2-40B4-BE49-F238E27FC236}">
                <a16:creationId xmlns:a16="http://schemas.microsoft.com/office/drawing/2014/main" id="{8BAB8313-5F88-4369-9010-181E8764433D}"/>
              </a:ext>
            </a:extLst>
          </p:cNvPr>
          <p:cNvSpPr txBox="1">
            <a:spLocks noChangeArrowheads="1"/>
          </p:cNvSpPr>
          <p:nvPr/>
        </p:nvSpPr>
        <p:spPr bwMode="auto">
          <a:xfrm>
            <a:off x="454025" y="5937250"/>
            <a:ext cx="1881188"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Absorptivity (</a:t>
            </a:r>
            <a:r>
              <a:rPr lang="en-US" altLang="en-US" sz="900">
                <a:sym typeface="Symbol" panose="05050102010706020507" pitchFamily="18" charset="2"/>
              </a:rPr>
              <a:t></a:t>
            </a:r>
            <a:r>
              <a:rPr lang="en-US" altLang="en-US" sz="900" i="1">
                <a:sym typeface="Symbol" panose="05050102010706020507" pitchFamily="18" charset="2"/>
              </a:rPr>
              <a:t>) is a key material property that defines how much of a problem we will face </a:t>
            </a:r>
            <a:endParaRPr lang="en-US" altLang="en-US" sz="900" i="1"/>
          </a:p>
        </p:txBody>
      </p:sp>
      <p:sp>
        <p:nvSpPr>
          <p:cNvPr id="21515" name="Line 11">
            <a:extLst>
              <a:ext uri="{FF2B5EF4-FFF2-40B4-BE49-F238E27FC236}">
                <a16:creationId xmlns:a16="http://schemas.microsoft.com/office/drawing/2014/main" id="{847D88E7-7EDE-4DE8-9DB5-50F4FBE18AB8}"/>
              </a:ext>
            </a:extLst>
          </p:cNvPr>
          <p:cNvSpPr>
            <a:spLocks noChangeShapeType="1"/>
          </p:cNvSpPr>
          <p:nvPr/>
        </p:nvSpPr>
        <p:spPr bwMode="auto">
          <a:xfrm flipV="1">
            <a:off x="666750" y="3649663"/>
            <a:ext cx="1535113" cy="225742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6" name="Text Box 12">
            <a:extLst>
              <a:ext uri="{FF2B5EF4-FFF2-40B4-BE49-F238E27FC236}">
                <a16:creationId xmlns:a16="http://schemas.microsoft.com/office/drawing/2014/main" id="{D4552544-40FF-4E85-8377-3494F1BB41F3}"/>
              </a:ext>
            </a:extLst>
          </p:cNvPr>
          <p:cNvSpPr txBox="1">
            <a:spLocks noChangeArrowheads="1"/>
          </p:cNvSpPr>
          <p:nvPr/>
        </p:nvSpPr>
        <p:spPr bwMode="auto">
          <a:xfrm>
            <a:off x="1911350" y="6837363"/>
            <a:ext cx="3670300"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A first estimate to determine the required characteristics of the thermal control system can be obtained by evaluating the equilibrium temperature using an energy balance relationship:</a:t>
            </a:r>
          </a:p>
          <a:p>
            <a:endParaRPr lang="en-US" altLang="en-US" sz="900" i="1"/>
          </a:p>
          <a:p>
            <a:pPr algn="ctr"/>
            <a:r>
              <a:rPr lang="en-US" altLang="en-US" sz="900" i="1"/>
              <a:t>HEAT IN   =   HEAT OUT</a:t>
            </a:r>
          </a:p>
        </p:txBody>
      </p:sp>
      <p:sp>
        <p:nvSpPr>
          <p:cNvPr id="21518" name="Arc 14">
            <a:extLst>
              <a:ext uri="{FF2B5EF4-FFF2-40B4-BE49-F238E27FC236}">
                <a16:creationId xmlns:a16="http://schemas.microsoft.com/office/drawing/2014/main" id="{83258DFA-835F-42B3-8B4A-027D857F3383}"/>
              </a:ext>
            </a:extLst>
          </p:cNvPr>
          <p:cNvSpPr>
            <a:spLocks/>
          </p:cNvSpPr>
          <p:nvPr/>
        </p:nvSpPr>
        <p:spPr bwMode="auto">
          <a:xfrm flipV="1">
            <a:off x="4811713" y="5464175"/>
            <a:ext cx="1184275" cy="1568450"/>
          </a:xfrm>
          <a:custGeom>
            <a:avLst/>
            <a:gdLst>
              <a:gd name="G0" fmla="+- 3455 0 0"/>
              <a:gd name="G1" fmla="+- 17720 0 0"/>
              <a:gd name="G2" fmla="+- 21600 0 0"/>
              <a:gd name="T0" fmla="*/ 15807 w 25055"/>
              <a:gd name="T1" fmla="*/ 0 h 39320"/>
              <a:gd name="T2" fmla="*/ 0 w 25055"/>
              <a:gd name="T3" fmla="*/ 39042 h 39320"/>
              <a:gd name="T4" fmla="*/ 3455 w 25055"/>
              <a:gd name="T5" fmla="*/ 17720 h 39320"/>
            </a:gdLst>
            <a:ahLst/>
            <a:cxnLst>
              <a:cxn ang="0">
                <a:pos x="T0" y="T1"/>
              </a:cxn>
              <a:cxn ang="0">
                <a:pos x="T2" y="T3"/>
              </a:cxn>
              <a:cxn ang="0">
                <a:pos x="T4" y="T5"/>
              </a:cxn>
            </a:cxnLst>
            <a:rect l="0" t="0" r="r" b="b"/>
            <a:pathLst>
              <a:path w="25055" h="39320" fill="none" extrusionOk="0">
                <a:moveTo>
                  <a:pt x="15806" y="0"/>
                </a:moveTo>
                <a:cubicBezTo>
                  <a:pt x="21601" y="4039"/>
                  <a:pt x="25055" y="10656"/>
                  <a:pt x="25055" y="17720"/>
                </a:cubicBezTo>
                <a:cubicBezTo>
                  <a:pt x="25055" y="29649"/>
                  <a:pt x="15384" y="39320"/>
                  <a:pt x="3455" y="39320"/>
                </a:cubicBezTo>
                <a:cubicBezTo>
                  <a:pt x="2297" y="39320"/>
                  <a:pt x="1142" y="39226"/>
                  <a:pt x="0" y="39041"/>
                </a:cubicBezTo>
              </a:path>
              <a:path w="25055" h="39320" stroke="0" extrusionOk="0">
                <a:moveTo>
                  <a:pt x="15806" y="0"/>
                </a:moveTo>
                <a:cubicBezTo>
                  <a:pt x="21601" y="4039"/>
                  <a:pt x="25055" y="10656"/>
                  <a:pt x="25055" y="17720"/>
                </a:cubicBezTo>
                <a:cubicBezTo>
                  <a:pt x="25055" y="29649"/>
                  <a:pt x="15384" y="39320"/>
                  <a:pt x="3455" y="39320"/>
                </a:cubicBezTo>
                <a:cubicBezTo>
                  <a:pt x="2297" y="39320"/>
                  <a:pt x="1142" y="39226"/>
                  <a:pt x="0" y="39041"/>
                </a:cubicBezTo>
                <a:lnTo>
                  <a:pt x="3455" y="17720"/>
                </a:lnTo>
                <a:close/>
              </a:path>
            </a:pathLst>
          </a:custGeom>
          <a:noFill/>
          <a:ln w="12700">
            <a:solidFill>
              <a:schemeClr val="tx1"/>
            </a:solidFill>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351224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317585ED-8850-4902-908C-03D8DC903F71}"/>
              </a:ext>
            </a:extLst>
          </p:cNvPr>
          <p:cNvSpPr>
            <a:spLocks noGrp="1" noRot="1" noChangeAspect="1" noChangeArrowheads="1"/>
          </p:cNvSpPr>
          <p:nvPr>
            <p:ph type="sldImg"/>
          </p:nvPr>
        </p:nvSpPr>
        <p:spPr bwMode="auto">
          <a:xfrm>
            <a:off x="461963" y="2411413"/>
            <a:ext cx="6121400" cy="3444875"/>
          </a:xfrm>
          <a:prstGeom prst="rect">
            <a:avLst/>
          </a:prstGeom>
          <a:solidFill>
            <a:srgbClr val="FFFFFF"/>
          </a:solidFill>
          <a:ln>
            <a:solidFill>
              <a:srgbClr val="000000"/>
            </a:solidFill>
            <a:miter lim="800000"/>
            <a:headEnd/>
            <a:tailEnd/>
          </a:ln>
        </p:spPr>
      </p:sp>
      <p:sp>
        <p:nvSpPr>
          <p:cNvPr id="57347" name="Oval 3">
            <a:extLst>
              <a:ext uri="{FF2B5EF4-FFF2-40B4-BE49-F238E27FC236}">
                <a16:creationId xmlns:a16="http://schemas.microsoft.com/office/drawing/2014/main" id="{6175CCDA-AAD9-4E63-A8B4-D1627934F18C}"/>
              </a:ext>
            </a:extLst>
          </p:cNvPr>
          <p:cNvSpPr>
            <a:spLocks noChangeArrowheads="1"/>
          </p:cNvSpPr>
          <p:nvPr/>
        </p:nvSpPr>
        <p:spPr bwMode="auto">
          <a:xfrm>
            <a:off x="3798888" y="3576638"/>
            <a:ext cx="796925" cy="271462"/>
          </a:xfrm>
          <a:prstGeom prst="ellipse">
            <a:avLst/>
          </a:prstGeom>
          <a:noFill/>
          <a:ln w="38100">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48" name="Text Box 4">
            <a:extLst>
              <a:ext uri="{FF2B5EF4-FFF2-40B4-BE49-F238E27FC236}">
                <a16:creationId xmlns:a16="http://schemas.microsoft.com/office/drawing/2014/main" id="{46AF47CC-F5AB-4C32-BF3D-84E87DC188A6}"/>
              </a:ext>
            </a:extLst>
          </p:cNvPr>
          <p:cNvSpPr txBox="1">
            <a:spLocks noChangeArrowheads="1"/>
          </p:cNvSpPr>
          <p:nvPr/>
        </p:nvSpPr>
        <p:spPr bwMode="auto">
          <a:xfrm>
            <a:off x="5081588" y="2109788"/>
            <a:ext cx="1284287"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A representative example</a:t>
            </a:r>
          </a:p>
        </p:txBody>
      </p:sp>
      <p:sp>
        <p:nvSpPr>
          <p:cNvPr id="57349" name="Line 5">
            <a:extLst>
              <a:ext uri="{FF2B5EF4-FFF2-40B4-BE49-F238E27FC236}">
                <a16:creationId xmlns:a16="http://schemas.microsoft.com/office/drawing/2014/main" id="{0BC106C1-196E-4F80-88A6-C9B0C0963B3C}"/>
              </a:ext>
            </a:extLst>
          </p:cNvPr>
          <p:cNvSpPr>
            <a:spLocks noChangeShapeType="1"/>
          </p:cNvSpPr>
          <p:nvPr/>
        </p:nvSpPr>
        <p:spPr bwMode="auto">
          <a:xfrm flipH="1">
            <a:off x="4525963" y="2309813"/>
            <a:ext cx="1111250" cy="133667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50" name="Text Box 6">
            <a:extLst>
              <a:ext uri="{FF2B5EF4-FFF2-40B4-BE49-F238E27FC236}">
                <a16:creationId xmlns:a16="http://schemas.microsoft.com/office/drawing/2014/main" id="{84AB44D3-E892-4EE1-85AD-E86037E34FE7}"/>
              </a:ext>
            </a:extLst>
          </p:cNvPr>
          <p:cNvSpPr txBox="1">
            <a:spLocks noChangeArrowheads="1"/>
          </p:cNvSpPr>
          <p:nvPr/>
        </p:nvSpPr>
        <p:spPr bwMode="auto">
          <a:xfrm>
            <a:off x="2141538" y="893763"/>
            <a:ext cx="2478087" cy="68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Kirchoff’s Law states:</a:t>
            </a:r>
          </a:p>
          <a:p>
            <a:endParaRPr lang="en-US" altLang="en-US" sz="900" i="1"/>
          </a:p>
          <a:p>
            <a:pPr algn="ctr"/>
            <a:r>
              <a:rPr lang="en-US" altLang="en-US" sz="900">
                <a:sym typeface="Symbol" panose="05050102010706020507" pitchFamily="18" charset="2"/>
              </a:rPr>
              <a:t></a:t>
            </a:r>
            <a:r>
              <a:rPr lang="en-US" altLang="en-US" sz="900" baseline="-25000">
                <a:sym typeface="Symbol" panose="05050102010706020507" pitchFamily="18" charset="2"/>
              </a:rPr>
              <a:t></a:t>
            </a:r>
            <a:r>
              <a:rPr lang="en-US" altLang="en-US" sz="900">
                <a:sym typeface="Symbol" panose="05050102010706020507" pitchFamily="18" charset="2"/>
              </a:rPr>
              <a:t>   =   </a:t>
            </a:r>
            <a:r>
              <a:rPr lang="en-US" altLang="en-US" sz="900" baseline="-25000">
                <a:sym typeface="Symbol" panose="05050102010706020507" pitchFamily="18" charset="2"/>
              </a:rPr>
              <a:t></a:t>
            </a:r>
          </a:p>
          <a:p>
            <a:pPr algn="ctr"/>
            <a:endParaRPr lang="en-US" altLang="en-US" sz="900" baseline="-25000">
              <a:sym typeface="Symbol" panose="05050102010706020507" pitchFamily="18" charset="2"/>
            </a:endParaRPr>
          </a:p>
          <a:p>
            <a:pPr algn="ctr"/>
            <a:r>
              <a:rPr lang="en-US" altLang="en-US" sz="900" i="1">
                <a:sym typeface="Symbol" panose="05050102010706020507" pitchFamily="18" charset="2"/>
              </a:rPr>
              <a:t>(but the true value depends on wavelength)</a:t>
            </a:r>
            <a:endParaRPr lang="en-US" altLang="en-US" sz="900" i="1"/>
          </a:p>
        </p:txBody>
      </p:sp>
      <p:sp>
        <p:nvSpPr>
          <p:cNvPr id="57351" name="Text Box 7">
            <a:extLst>
              <a:ext uri="{FF2B5EF4-FFF2-40B4-BE49-F238E27FC236}">
                <a16:creationId xmlns:a16="http://schemas.microsoft.com/office/drawing/2014/main" id="{B0033B49-C96F-46FA-AF35-190CA7FE5773}"/>
              </a:ext>
            </a:extLst>
          </p:cNvPr>
          <p:cNvSpPr txBox="1">
            <a:spLocks noChangeArrowheads="1"/>
          </p:cNvSpPr>
          <p:nvPr/>
        </p:nvSpPr>
        <p:spPr bwMode="auto">
          <a:xfrm>
            <a:off x="1393825" y="6870700"/>
            <a:ext cx="4619625" cy="73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tabLst>
                <a:tab pos="271463" algn="l"/>
              </a:tabLst>
              <a:defRPr sz="2400">
                <a:solidFill>
                  <a:schemeClr val="tx1"/>
                </a:solidFill>
                <a:latin typeface="Times New Roman" panose="02020603050405020304" pitchFamily="18" charset="0"/>
              </a:defRPr>
            </a:lvl1pPr>
            <a:lvl2pPr marL="361950" defTabSz="725488">
              <a:tabLst>
                <a:tab pos="271463" algn="l"/>
              </a:tabLst>
              <a:defRPr sz="2400">
                <a:solidFill>
                  <a:schemeClr val="tx1"/>
                </a:solidFill>
                <a:latin typeface="Times New Roman" panose="02020603050405020304" pitchFamily="18" charset="0"/>
              </a:defRPr>
            </a:lvl2pPr>
            <a:lvl3pPr marL="725488" defTabSz="725488">
              <a:tabLst>
                <a:tab pos="271463" algn="l"/>
              </a:tabLst>
              <a:defRPr sz="2400">
                <a:solidFill>
                  <a:schemeClr val="tx1"/>
                </a:solidFill>
                <a:latin typeface="Times New Roman" panose="02020603050405020304" pitchFamily="18" charset="0"/>
              </a:defRPr>
            </a:lvl3pPr>
            <a:lvl4pPr marL="1087438" defTabSz="725488">
              <a:tabLst>
                <a:tab pos="271463" algn="l"/>
              </a:tabLst>
              <a:defRPr sz="2400">
                <a:solidFill>
                  <a:schemeClr val="tx1"/>
                </a:solidFill>
                <a:latin typeface="Times New Roman" panose="02020603050405020304" pitchFamily="18" charset="0"/>
              </a:defRPr>
            </a:lvl4pPr>
            <a:lvl5pPr marL="1449388" defTabSz="725488">
              <a:tabLst>
                <a:tab pos="271463" algn="l"/>
              </a:tabLst>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tabLst>
                <a:tab pos="271463" algn="l"/>
              </a:tabLs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tabLst>
                <a:tab pos="271463" algn="l"/>
              </a:tabLs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tabLst>
                <a:tab pos="271463" algn="l"/>
              </a:tabLs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tabLst>
                <a:tab pos="271463" algn="l"/>
              </a:tabLst>
              <a:defRPr sz="2400">
                <a:solidFill>
                  <a:schemeClr val="tx1"/>
                </a:solidFill>
                <a:latin typeface="Times New Roman" panose="02020603050405020304" pitchFamily="18" charset="0"/>
              </a:defRPr>
            </a:lvl9pPr>
          </a:lstStyle>
          <a:p>
            <a:r>
              <a:rPr lang="en-US" altLang="en-US" sz="900" i="1"/>
              <a:t>Typical situation:</a:t>
            </a:r>
          </a:p>
          <a:p>
            <a:endParaRPr lang="en-US" altLang="en-US" sz="900" i="1"/>
          </a:p>
          <a:p>
            <a:r>
              <a:rPr lang="en-US" altLang="en-US" sz="900" i="1"/>
              <a:t>	solar radiation </a:t>
            </a:r>
            <a:r>
              <a:rPr lang="en-US" altLang="en-US" sz="900" i="1">
                <a:sym typeface="Symbol" panose="05050102010706020507" pitchFamily="18" charset="2"/>
              </a:rPr>
              <a:t>   use </a:t>
            </a:r>
            <a:r>
              <a:rPr lang="en-US" altLang="en-US" sz="900">
                <a:sym typeface="Symbol" panose="05050102010706020507" pitchFamily="18" charset="2"/>
              </a:rPr>
              <a:t> </a:t>
            </a:r>
            <a:r>
              <a:rPr lang="en-US" altLang="en-US" sz="900" i="1">
                <a:sym typeface="Symbol" panose="05050102010706020507" pitchFamily="18" charset="2"/>
              </a:rPr>
              <a:t>in the visible range</a:t>
            </a:r>
          </a:p>
          <a:p>
            <a:endParaRPr lang="en-US" altLang="en-US" sz="900" i="1">
              <a:sym typeface="Symbol" panose="05050102010706020507" pitchFamily="18" charset="2"/>
            </a:endParaRPr>
          </a:p>
          <a:p>
            <a:r>
              <a:rPr lang="en-US" altLang="en-US" sz="900" i="1">
                <a:sym typeface="Symbol" panose="05050102010706020507" pitchFamily="18" charset="2"/>
              </a:rPr>
              <a:t>	radiated energy from the spacecraft   use </a:t>
            </a:r>
            <a:r>
              <a:rPr lang="en-US" altLang="en-US" sz="900">
                <a:sym typeface="Symbol" panose="05050102010706020507" pitchFamily="18" charset="2"/>
              </a:rPr>
              <a:t> </a:t>
            </a:r>
            <a:r>
              <a:rPr lang="en-US" altLang="en-US" sz="900" i="1">
                <a:sym typeface="Symbol" panose="05050102010706020507" pitchFamily="18" charset="2"/>
              </a:rPr>
              <a:t>in the IR range</a:t>
            </a:r>
          </a:p>
        </p:txBody>
      </p:sp>
    </p:spTree>
    <p:extLst>
      <p:ext uri="{BB962C8B-B14F-4D97-AF65-F5344CB8AC3E}">
        <p14:creationId xmlns:p14="http://schemas.microsoft.com/office/powerpoint/2010/main" val="3425107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317585ED-8850-4902-908C-03D8DC903F71}"/>
              </a:ext>
            </a:extLst>
          </p:cNvPr>
          <p:cNvSpPr>
            <a:spLocks noGrp="1" noRot="1" noChangeAspect="1" noChangeArrowheads="1"/>
          </p:cNvSpPr>
          <p:nvPr>
            <p:ph type="sldImg"/>
          </p:nvPr>
        </p:nvSpPr>
        <p:spPr bwMode="auto">
          <a:xfrm>
            <a:off x="461963" y="2411413"/>
            <a:ext cx="6121400" cy="3444875"/>
          </a:xfrm>
          <a:prstGeom prst="rect">
            <a:avLst/>
          </a:prstGeom>
          <a:solidFill>
            <a:srgbClr val="FFFFFF"/>
          </a:solidFill>
          <a:ln>
            <a:solidFill>
              <a:srgbClr val="000000"/>
            </a:solidFill>
            <a:miter lim="800000"/>
            <a:headEnd/>
            <a:tailEnd/>
          </a:ln>
        </p:spPr>
      </p:sp>
      <p:sp>
        <p:nvSpPr>
          <p:cNvPr id="57347" name="Oval 3">
            <a:extLst>
              <a:ext uri="{FF2B5EF4-FFF2-40B4-BE49-F238E27FC236}">
                <a16:creationId xmlns:a16="http://schemas.microsoft.com/office/drawing/2014/main" id="{6175CCDA-AAD9-4E63-A8B4-D1627934F18C}"/>
              </a:ext>
            </a:extLst>
          </p:cNvPr>
          <p:cNvSpPr>
            <a:spLocks noChangeArrowheads="1"/>
          </p:cNvSpPr>
          <p:nvPr/>
        </p:nvSpPr>
        <p:spPr bwMode="auto">
          <a:xfrm>
            <a:off x="3798888" y="3576638"/>
            <a:ext cx="796925" cy="271462"/>
          </a:xfrm>
          <a:prstGeom prst="ellipse">
            <a:avLst/>
          </a:prstGeom>
          <a:noFill/>
          <a:ln w="38100">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48" name="Text Box 4">
            <a:extLst>
              <a:ext uri="{FF2B5EF4-FFF2-40B4-BE49-F238E27FC236}">
                <a16:creationId xmlns:a16="http://schemas.microsoft.com/office/drawing/2014/main" id="{46AF47CC-F5AB-4C32-BF3D-84E87DC188A6}"/>
              </a:ext>
            </a:extLst>
          </p:cNvPr>
          <p:cNvSpPr txBox="1">
            <a:spLocks noChangeArrowheads="1"/>
          </p:cNvSpPr>
          <p:nvPr/>
        </p:nvSpPr>
        <p:spPr bwMode="auto">
          <a:xfrm>
            <a:off x="5081588" y="2109788"/>
            <a:ext cx="1284287"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A representative example</a:t>
            </a:r>
          </a:p>
        </p:txBody>
      </p:sp>
      <p:sp>
        <p:nvSpPr>
          <p:cNvPr id="57349" name="Line 5">
            <a:extLst>
              <a:ext uri="{FF2B5EF4-FFF2-40B4-BE49-F238E27FC236}">
                <a16:creationId xmlns:a16="http://schemas.microsoft.com/office/drawing/2014/main" id="{0BC106C1-196E-4F80-88A6-C9B0C0963B3C}"/>
              </a:ext>
            </a:extLst>
          </p:cNvPr>
          <p:cNvSpPr>
            <a:spLocks noChangeShapeType="1"/>
          </p:cNvSpPr>
          <p:nvPr/>
        </p:nvSpPr>
        <p:spPr bwMode="auto">
          <a:xfrm flipH="1">
            <a:off x="4525963" y="2309813"/>
            <a:ext cx="1111250" cy="133667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50" name="Text Box 6">
            <a:extLst>
              <a:ext uri="{FF2B5EF4-FFF2-40B4-BE49-F238E27FC236}">
                <a16:creationId xmlns:a16="http://schemas.microsoft.com/office/drawing/2014/main" id="{84AB44D3-E892-4EE1-85AD-E86037E34FE7}"/>
              </a:ext>
            </a:extLst>
          </p:cNvPr>
          <p:cNvSpPr txBox="1">
            <a:spLocks noChangeArrowheads="1"/>
          </p:cNvSpPr>
          <p:nvPr/>
        </p:nvSpPr>
        <p:spPr bwMode="auto">
          <a:xfrm>
            <a:off x="2141538" y="893763"/>
            <a:ext cx="2478087" cy="68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Kirchoff’s Law states:</a:t>
            </a:r>
          </a:p>
          <a:p>
            <a:endParaRPr lang="en-US" altLang="en-US" sz="900" i="1"/>
          </a:p>
          <a:p>
            <a:pPr algn="ctr"/>
            <a:r>
              <a:rPr lang="en-US" altLang="en-US" sz="900">
                <a:sym typeface="Symbol" panose="05050102010706020507" pitchFamily="18" charset="2"/>
              </a:rPr>
              <a:t></a:t>
            </a:r>
            <a:r>
              <a:rPr lang="en-US" altLang="en-US" sz="900" baseline="-25000">
                <a:sym typeface="Symbol" panose="05050102010706020507" pitchFamily="18" charset="2"/>
              </a:rPr>
              <a:t></a:t>
            </a:r>
            <a:r>
              <a:rPr lang="en-US" altLang="en-US" sz="900">
                <a:sym typeface="Symbol" panose="05050102010706020507" pitchFamily="18" charset="2"/>
              </a:rPr>
              <a:t>   =   </a:t>
            </a:r>
            <a:r>
              <a:rPr lang="en-US" altLang="en-US" sz="900" baseline="-25000">
                <a:sym typeface="Symbol" panose="05050102010706020507" pitchFamily="18" charset="2"/>
              </a:rPr>
              <a:t></a:t>
            </a:r>
          </a:p>
          <a:p>
            <a:pPr algn="ctr"/>
            <a:endParaRPr lang="en-US" altLang="en-US" sz="900" baseline="-25000">
              <a:sym typeface="Symbol" panose="05050102010706020507" pitchFamily="18" charset="2"/>
            </a:endParaRPr>
          </a:p>
          <a:p>
            <a:pPr algn="ctr"/>
            <a:r>
              <a:rPr lang="en-US" altLang="en-US" sz="900" i="1">
                <a:sym typeface="Symbol" panose="05050102010706020507" pitchFamily="18" charset="2"/>
              </a:rPr>
              <a:t>(but the true value depends on wavelength)</a:t>
            </a:r>
            <a:endParaRPr lang="en-US" altLang="en-US" sz="900" i="1"/>
          </a:p>
        </p:txBody>
      </p:sp>
      <p:sp>
        <p:nvSpPr>
          <p:cNvPr id="57351" name="Text Box 7">
            <a:extLst>
              <a:ext uri="{FF2B5EF4-FFF2-40B4-BE49-F238E27FC236}">
                <a16:creationId xmlns:a16="http://schemas.microsoft.com/office/drawing/2014/main" id="{B0033B49-C96F-46FA-AF35-190CA7FE5773}"/>
              </a:ext>
            </a:extLst>
          </p:cNvPr>
          <p:cNvSpPr txBox="1">
            <a:spLocks noChangeArrowheads="1"/>
          </p:cNvSpPr>
          <p:nvPr/>
        </p:nvSpPr>
        <p:spPr bwMode="auto">
          <a:xfrm>
            <a:off x="1393825" y="6870700"/>
            <a:ext cx="4619625" cy="73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tabLst>
                <a:tab pos="271463" algn="l"/>
              </a:tabLst>
              <a:defRPr sz="2400">
                <a:solidFill>
                  <a:schemeClr val="tx1"/>
                </a:solidFill>
                <a:latin typeface="Times New Roman" panose="02020603050405020304" pitchFamily="18" charset="0"/>
              </a:defRPr>
            </a:lvl1pPr>
            <a:lvl2pPr marL="361950" defTabSz="725488">
              <a:tabLst>
                <a:tab pos="271463" algn="l"/>
              </a:tabLst>
              <a:defRPr sz="2400">
                <a:solidFill>
                  <a:schemeClr val="tx1"/>
                </a:solidFill>
                <a:latin typeface="Times New Roman" panose="02020603050405020304" pitchFamily="18" charset="0"/>
              </a:defRPr>
            </a:lvl2pPr>
            <a:lvl3pPr marL="725488" defTabSz="725488">
              <a:tabLst>
                <a:tab pos="271463" algn="l"/>
              </a:tabLst>
              <a:defRPr sz="2400">
                <a:solidFill>
                  <a:schemeClr val="tx1"/>
                </a:solidFill>
                <a:latin typeface="Times New Roman" panose="02020603050405020304" pitchFamily="18" charset="0"/>
              </a:defRPr>
            </a:lvl3pPr>
            <a:lvl4pPr marL="1087438" defTabSz="725488">
              <a:tabLst>
                <a:tab pos="271463" algn="l"/>
              </a:tabLst>
              <a:defRPr sz="2400">
                <a:solidFill>
                  <a:schemeClr val="tx1"/>
                </a:solidFill>
                <a:latin typeface="Times New Roman" panose="02020603050405020304" pitchFamily="18" charset="0"/>
              </a:defRPr>
            </a:lvl4pPr>
            <a:lvl5pPr marL="1449388" defTabSz="725488">
              <a:tabLst>
                <a:tab pos="271463" algn="l"/>
              </a:tabLst>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tabLst>
                <a:tab pos="271463" algn="l"/>
              </a:tabLs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tabLst>
                <a:tab pos="271463" algn="l"/>
              </a:tabLs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tabLst>
                <a:tab pos="271463" algn="l"/>
              </a:tabLs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tabLst>
                <a:tab pos="271463" algn="l"/>
              </a:tabLst>
              <a:defRPr sz="2400">
                <a:solidFill>
                  <a:schemeClr val="tx1"/>
                </a:solidFill>
                <a:latin typeface="Times New Roman" panose="02020603050405020304" pitchFamily="18" charset="0"/>
              </a:defRPr>
            </a:lvl9pPr>
          </a:lstStyle>
          <a:p>
            <a:r>
              <a:rPr lang="en-US" altLang="en-US" sz="900" i="1"/>
              <a:t>Typical situation:</a:t>
            </a:r>
          </a:p>
          <a:p>
            <a:endParaRPr lang="en-US" altLang="en-US" sz="900" i="1"/>
          </a:p>
          <a:p>
            <a:r>
              <a:rPr lang="en-US" altLang="en-US" sz="900" i="1"/>
              <a:t>	solar radiation </a:t>
            </a:r>
            <a:r>
              <a:rPr lang="en-US" altLang="en-US" sz="900" i="1">
                <a:sym typeface="Symbol" panose="05050102010706020507" pitchFamily="18" charset="2"/>
              </a:rPr>
              <a:t>   use </a:t>
            </a:r>
            <a:r>
              <a:rPr lang="en-US" altLang="en-US" sz="900">
                <a:sym typeface="Symbol" panose="05050102010706020507" pitchFamily="18" charset="2"/>
              </a:rPr>
              <a:t> </a:t>
            </a:r>
            <a:r>
              <a:rPr lang="en-US" altLang="en-US" sz="900" i="1">
                <a:sym typeface="Symbol" panose="05050102010706020507" pitchFamily="18" charset="2"/>
              </a:rPr>
              <a:t>in the visible range</a:t>
            </a:r>
          </a:p>
          <a:p>
            <a:endParaRPr lang="en-US" altLang="en-US" sz="900" i="1">
              <a:sym typeface="Symbol" panose="05050102010706020507" pitchFamily="18" charset="2"/>
            </a:endParaRPr>
          </a:p>
          <a:p>
            <a:r>
              <a:rPr lang="en-US" altLang="en-US" sz="900" i="1">
                <a:sym typeface="Symbol" panose="05050102010706020507" pitchFamily="18" charset="2"/>
              </a:rPr>
              <a:t>	radiated energy from the spacecraft   use </a:t>
            </a:r>
            <a:r>
              <a:rPr lang="en-US" altLang="en-US" sz="900">
                <a:sym typeface="Symbol" panose="05050102010706020507" pitchFamily="18" charset="2"/>
              </a:rPr>
              <a:t> </a:t>
            </a:r>
            <a:r>
              <a:rPr lang="en-US" altLang="en-US" sz="900" i="1">
                <a:sym typeface="Symbol" panose="05050102010706020507" pitchFamily="18" charset="2"/>
              </a:rPr>
              <a:t>in the IR range</a:t>
            </a:r>
          </a:p>
        </p:txBody>
      </p:sp>
    </p:spTree>
    <p:extLst>
      <p:ext uri="{BB962C8B-B14F-4D97-AF65-F5344CB8AC3E}">
        <p14:creationId xmlns:p14="http://schemas.microsoft.com/office/powerpoint/2010/main" val="431552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79915554-841C-472A-B03A-63E60FFEA1C0}"/>
              </a:ext>
            </a:extLst>
          </p:cNvPr>
          <p:cNvSpPr>
            <a:spLocks noGrp="1" noRot="1" noChangeAspect="1" noChangeArrowheads="1"/>
          </p:cNvSpPr>
          <p:nvPr>
            <p:ph type="sldImg"/>
          </p:nvPr>
        </p:nvSpPr>
        <p:spPr bwMode="auto">
          <a:xfrm>
            <a:off x="461963" y="2411413"/>
            <a:ext cx="6121400" cy="3444875"/>
          </a:xfrm>
          <a:prstGeom prst="rect">
            <a:avLst/>
          </a:prstGeom>
          <a:solidFill>
            <a:srgbClr val="FFFFFF"/>
          </a:solidFill>
          <a:ln>
            <a:solidFill>
              <a:srgbClr val="000000"/>
            </a:solidFill>
            <a:miter lim="800000"/>
            <a:headEnd/>
            <a:tailEnd/>
          </a:ln>
        </p:spPr>
      </p:sp>
      <p:sp>
        <p:nvSpPr>
          <p:cNvPr id="59395" name="Text Box 3">
            <a:extLst>
              <a:ext uri="{FF2B5EF4-FFF2-40B4-BE49-F238E27FC236}">
                <a16:creationId xmlns:a16="http://schemas.microsoft.com/office/drawing/2014/main" id="{2193B7CD-553C-4622-9B4A-1A99881C10D7}"/>
              </a:ext>
            </a:extLst>
          </p:cNvPr>
          <p:cNvSpPr txBox="1">
            <a:spLocks noChangeArrowheads="1"/>
          </p:cNvSpPr>
          <p:nvPr/>
        </p:nvSpPr>
        <p:spPr bwMode="auto">
          <a:xfrm>
            <a:off x="706438" y="6067425"/>
            <a:ext cx="1871662"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Here are the details of the energy balance relationship</a:t>
            </a:r>
          </a:p>
        </p:txBody>
      </p:sp>
      <p:sp>
        <p:nvSpPr>
          <p:cNvPr id="59396" name="Line 4">
            <a:extLst>
              <a:ext uri="{FF2B5EF4-FFF2-40B4-BE49-F238E27FC236}">
                <a16:creationId xmlns:a16="http://schemas.microsoft.com/office/drawing/2014/main" id="{54334E18-5ED0-4CDF-8BBF-CB6C441BC953}"/>
              </a:ext>
            </a:extLst>
          </p:cNvPr>
          <p:cNvSpPr>
            <a:spLocks noChangeShapeType="1"/>
          </p:cNvSpPr>
          <p:nvPr/>
        </p:nvSpPr>
        <p:spPr bwMode="auto">
          <a:xfrm flipV="1">
            <a:off x="808038" y="4832350"/>
            <a:ext cx="858837" cy="12255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397" name="Oval 5">
            <a:extLst>
              <a:ext uri="{FF2B5EF4-FFF2-40B4-BE49-F238E27FC236}">
                <a16:creationId xmlns:a16="http://schemas.microsoft.com/office/drawing/2014/main" id="{D69813D5-4648-4B1D-BE0E-C454352A86AA}"/>
              </a:ext>
            </a:extLst>
          </p:cNvPr>
          <p:cNvSpPr>
            <a:spLocks noChangeArrowheads="1"/>
          </p:cNvSpPr>
          <p:nvPr/>
        </p:nvSpPr>
        <p:spPr bwMode="auto">
          <a:xfrm>
            <a:off x="4970463" y="4510088"/>
            <a:ext cx="747712" cy="371475"/>
          </a:xfrm>
          <a:prstGeom prst="ellipse">
            <a:avLst/>
          </a:prstGeom>
          <a:noFill/>
          <a:ln w="38100">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398" name="Text Box 6">
            <a:extLst>
              <a:ext uri="{FF2B5EF4-FFF2-40B4-BE49-F238E27FC236}">
                <a16:creationId xmlns:a16="http://schemas.microsoft.com/office/drawing/2014/main" id="{6AC77BD2-2BAF-430E-AF61-BA2E2A229682}"/>
              </a:ext>
            </a:extLst>
          </p:cNvPr>
          <p:cNvSpPr txBox="1">
            <a:spLocks noChangeArrowheads="1"/>
          </p:cNvSpPr>
          <p:nvPr/>
        </p:nvSpPr>
        <p:spPr bwMode="auto">
          <a:xfrm>
            <a:off x="5607050" y="5976938"/>
            <a:ext cx="10414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Design parameters</a:t>
            </a:r>
          </a:p>
        </p:txBody>
      </p:sp>
      <p:sp>
        <p:nvSpPr>
          <p:cNvPr id="59399" name="Line 7">
            <a:extLst>
              <a:ext uri="{FF2B5EF4-FFF2-40B4-BE49-F238E27FC236}">
                <a16:creationId xmlns:a16="http://schemas.microsoft.com/office/drawing/2014/main" id="{594F2DF4-0C90-405C-AB2F-1686F64FF647}"/>
              </a:ext>
            </a:extLst>
          </p:cNvPr>
          <p:cNvSpPr>
            <a:spLocks noChangeShapeType="1"/>
          </p:cNvSpPr>
          <p:nvPr/>
        </p:nvSpPr>
        <p:spPr bwMode="auto">
          <a:xfrm flipH="1" flipV="1">
            <a:off x="5434013" y="4832350"/>
            <a:ext cx="657225" cy="113506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221136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If you don’t know where to start for emissivity and absorptivity, start with these as estimates.</a:t>
            </a:r>
          </a:p>
        </p:txBody>
      </p:sp>
      <p:sp>
        <p:nvSpPr>
          <p:cNvPr id="4" name="Slide Number Placeholder 3"/>
          <p:cNvSpPr>
            <a:spLocks noGrp="1"/>
          </p:cNvSpPr>
          <p:nvPr>
            <p:ph type="sldNum" sz="quarter" idx="10"/>
          </p:nvPr>
        </p:nvSpPr>
        <p:spPr/>
        <p:txBody>
          <a:bodyPr/>
          <a:lstStyle/>
          <a:p>
            <a:fld id="{25A72821-826E-4312-96BD-7BB9BC4BC517}" type="slidenum">
              <a:rPr lang="en-US" smtClean="0"/>
              <a:t>29</a:t>
            </a:fld>
            <a:endParaRPr lang="en-US"/>
          </a:p>
        </p:txBody>
      </p:sp>
    </p:spTree>
    <p:extLst>
      <p:ext uri="{BB962C8B-B14F-4D97-AF65-F5344CB8AC3E}">
        <p14:creationId xmlns:p14="http://schemas.microsoft.com/office/powerpoint/2010/main" val="4198177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D3A70014-64AD-4011-823E-D9A6C1A79126}"/>
              </a:ext>
            </a:extLst>
          </p:cNvPr>
          <p:cNvSpPr>
            <a:spLocks noGrp="1" noRot="1" noChangeAspect="1" noChangeArrowheads="1" noTextEdit="1"/>
          </p:cNvSpPr>
          <p:nvPr>
            <p:ph type="sldImg"/>
          </p:nvPr>
        </p:nvSpPr>
        <p:spPr>
          <a:xfrm>
            <a:off x="460375" y="2590800"/>
            <a:ext cx="6124575" cy="3446463"/>
          </a:xfrm>
          <a:ln/>
        </p:spPr>
      </p:sp>
      <p:sp>
        <p:nvSpPr>
          <p:cNvPr id="98308" name="Text Box 4">
            <a:extLst>
              <a:ext uri="{FF2B5EF4-FFF2-40B4-BE49-F238E27FC236}">
                <a16:creationId xmlns:a16="http://schemas.microsoft.com/office/drawing/2014/main" id="{3B69D8F8-DB5C-4A23-A388-F3DF88813A2A}"/>
              </a:ext>
            </a:extLst>
          </p:cNvPr>
          <p:cNvSpPr txBox="1">
            <a:spLocks noChangeArrowheads="1"/>
          </p:cNvSpPr>
          <p:nvPr/>
        </p:nvSpPr>
        <p:spPr bwMode="auto">
          <a:xfrm>
            <a:off x="593725" y="2249488"/>
            <a:ext cx="2366963"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Darkens visibly during missions because oxygen atoms are removed by ultraviolet exposure</a:t>
            </a:r>
          </a:p>
        </p:txBody>
      </p:sp>
      <p:sp>
        <p:nvSpPr>
          <p:cNvPr id="98309" name="Line 5">
            <a:extLst>
              <a:ext uri="{FF2B5EF4-FFF2-40B4-BE49-F238E27FC236}">
                <a16:creationId xmlns:a16="http://schemas.microsoft.com/office/drawing/2014/main" id="{1846A17F-7F26-46B9-A1EC-E570D18FDD52}"/>
              </a:ext>
            </a:extLst>
          </p:cNvPr>
          <p:cNvSpPr>
            <a:spLocks noChangeShapeType="1"/>
          </p:cNvSpPr>
          <p:nvPr/>
        </p:nvSpPr>
        <p:spPr bwMode="auto">
          <a:xfrm>
            <a:off x="711200" y="2654300"/>
            <a:ext cx="906463" cy="166846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8310" name="Text Box 6">
            <a:extLst>
              <a:ext uri="{FF2B5EF4-FFF2-40B4-BE49-F238E27FC236}">
                <a16:creationId xmlns:a16="http://schemas.microsoft.com/office/drawing/2014/main" id="{E54D7C99-0008-4B66-92E3-D1D1429EBDC0}"/>
              </a:ext>
            </a:extLst>
          </p:cNvPr>
          <p:cNvSpPr txBox="1">
            <a:spLocks noChangeArrowheads="1"/>
          </p:cNvSpPr>
          <p:nvPr/>
        </p:nvSpPr>
        <p:spPr bwMode="auto">
          <a:xfrm>
            <a:off x="1773238" y="6259513"/>
            <a:ext cx="2052637"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Change in thermal properties can dramatically impact temperatures onboard the spacecraft</a:t>
            </a:r>
          </a:p>
        </p:txBody>
      </p:sp>
      <p:sp>
        <p:nvSpPr>
          <p:cNvPr id="98311" name="Line 7">
            <a:extLst>
              <a:ext uri="{FF2B5EF4-FFF2-40B4-BE49-F238E27FC236}">
                <a16:creationId xmlns:a16="http://schemas.microsoft.com/office/drawing/2014/main" id="{4E5E8706-16D7-494B-AD76-E966970FA2BD}"/>
              </a:ext>
            </a:extLst>
          </p:cNvPr>
          <p:cNvSpPr>
            <a:spLocks noChangeShapeType="1"/>
          </p:cNvSpPr>
          <p:nvPr/>
        </p:nvSpPr>
        <p:spPr bwMode="auto">
          <a:xfrm flipV="1">
            <a:off x="2762250" y="5680075"/>
            <a:ext cx="1276350" cy="59848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8315" name="Text Box 11">
            <a:extLst>
              <a:ext uri="{FF2B5EF4-FFF2-40B4-BE49-F238E27FC236}">
                <a16:creationId xmlns:a16="http://schemas.microsoft.com/office/drawing/2014/main" id="{2F71BE58-8F9C-44E6-A5D3-F260CE25C5FA}"/>
              </a:ext>
            </a:extLst>
          </p:cNvPr>
          <p:cNvSpPr txBox="1">
            <a:spLocks noChangeArrowheads="1"/>
          </p:cNvSpPr>
          <p:nvPr/>
        </p:nvSpPr>
        <p:spPr bwMode="auto">
          <a:xfrm>
            <a:off x="1423988" y="849313"/>
            <a:ext cx="4164012"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marL="452438" indent="-452438" defTabSz="725488">
              <a:tabLst>
                <a:tab pos="271463" algn="l"/>
              </a:tabLst>
              <a:defRPr sz="2400">
                <a:solidFill>
                  <a:schemeClr val="tx1"/>
                </a:solidFill>
                <a:latin typeface="Times New Roman" charset="0"/>
              </a:defRPr>
            </a:lvl1pPr>
            <a:lvl2pPr marL="593725" defTabSz="725488">
              <a:tabLst>
                <a:tab pos="271463" algn="l"/>
              </a:tabLst>
              <a:defRPr sz="2400">
                <a:solidFill>
                  <a:schemeClr val="tx1"/>
                </a:solidFill>
                <a:latin typeface="Times New Roman" charset="0"/>
              </a:defRPr>
            </a:lvl2pPr>
            <a:lvl3pPr marL="725488" defTabSz="725488">
              <a:tabLst>
                <a:tab pos="271463" algn="l"/>
              </a:tabLst>
              <a:defRPr sz="2400">
                <a:solidFill>
                  <a:schemeClr val="tx1"/>
                </a:solidFill>
                <a:latin typeface="Times New Roman" charset="0"/>
              </a:defRPr>
            </a:lvl3pPr>
            <a:lvl4pPr marL="1087438" defTabSz="725488">
              <a:tabLst>
                <a:tab pos="271463" algn="l"/>
              </a:tabLst>
              <a:defRPr sz="2400">
                <a:solidFill>
                  <a:schemeClr val="tx1"/>
                </a:solidFill>
                <a:latin typeface="Times New Roman" charset="0"/>
              </a:defRPr>
            </a:lvl4pPr>
            <a:lvl5pPr marL="1449388" defTabSz="725488">
              <a:tabLst>
                <a:tab pos="271463" algn="l"/>
              </a:tabLst>
              <a:defRPr sz="2400">
                <a:solidFill>
                  <a:schemeClr val="tx1"/>
                </a:solidFill>
                <a:latin typeface="Times New Roman" charset="0"/>
              </a:defRPr>
            </a:lvl5pPr>
            <a:lvl6pPr marL="1906588" defTabSz="725488" eaLnBrk="0" fontAlgn="base" hangingPunct="0">
              <a:spcBef>
                <a:spcPct val="0"/>
              </a:spcBef>
              <a:spcAft>
                <a:spcPct val="0"/>
              </a:spcAft>
              <a:tabLst>
                <a:tab pos="271463" algn="l"/>
              </a:tabLst>
              <a:defRPr sz="2400">
                <a:solidFill>
                  <a:schemeClr val="tx1"/>
                </a:solidFill>
                <a:latin typeface="Times New Roman" charset="0"/>
              </a:defRPr>
            </a:lvl6pPr>
            <a:lvl7pPr marL="2363788" defTabSz="725488" eaLnBrk="0" fontAlgn="base" hangingPunct="0">
              <a:spcBef>
                <a:spcPct val="0"/>
              </a:spcBef>
              <a:spcAft>
                <a:spcPct val="0"/>
              </a:spcAft>
              <a:tabLst>
                <a:tab pos="271463" algn="l"/>
              </a:tabLst>
              <a:defRPr sz="2400">
                <a:solidFill>
                  <a:schemeClr val="tx1"/>
                </a:solidFill>
                <a:latin typeface="Times New Roman" charset="0"/>
              </a:defRPr>
            </a:lvl7pPr>
            <a:lvl8pPr marL="2820988" defTabSz="725488" eaLnBrk="0" fontAlgn="base" hangingPunct="0">
              <a:spcBef>
                <a:spcPct val="0"/>
              </a:spcBef>
              <a:spcAft>
                <a:spcPct val="0"/>
              </a:spcAft>
              <a:tabLst>
                <a:tab pos="271463" algn="l"/>
              </a:tabLst>
              <a:defRPr sz="2400">
                <a:solidFill>
                  <a:schemeClr val="tx1"/>
                </a:solidFill>
                <a:latin typeface="Times New Roman" charset="0"/>
              </a:defRPr>
            </a:lvl8pPr>
            <a:lvl9pPr marL="3278188" defTabSz="725488" eaLnBrk="0" fontAlgn="base" hangingPunct="0">
              <a:spcBef>
                <a:spcPct val="0"/>
              </a:spcBef>
              <a:spcAft>
                <a:spcPct val="0"/>
              </a:spcAft>
              <a:tabLst>
                <a:tab pos="271463" algn="l"/>
              </a:tabLst>
              <a:defRPr sz="2400">
                <a:solidFill>
                  <a:schemeClr val="tx1"/>
                </a:solidFill>
                <a:latin typeface="Times New Roman" charset="0"/>
              </a:defRPr>
            </a:lvl9pPr>
          </a:lstStyle>
          <a:p>
            <a:pPr>
              <a:defRPr/>
            </a:pPr>
            <a:r>
              <a:rPr lang="en-US" altLang="en-US" sz="900" i="1"/>
              <a:t>Energy of a photon is inversely proportional to wavelength</a:t>
            </a:r>
          </a:p>
          <a:p>
            <a:pPr>
              <a:defRPr/>
            </a:pPr>
            <a:r>
              <a:rPr lang="en-US" altLang="en-US" sz="900" i="1"/>
              <a:t>	-- UV @ </a:t>
            </a:r>
            <a:r>
              <a:rPr lang="en-US" altLang="en-US" sz="900" i="1">
                <a:sym typeface="Symbol" charset="2"/>
              </a:rPr>
              <a:t>   0.3  m can break many types of organic bonds (UV wavelengths from 0.1 to 3.5  m)</a:t>
            </a:r>
          </a:p>
          <a:p>
            <a:pPr>
              <a:defRPr/>
            </a:pPr>
            <a:endParaRPr lang="en-US" altLang="en-US" sz="900" i="1">
              <a:sym typeface="Symbol" charset="2"/>
            </a:endParaRPr>
          </a:p>
          <a:p>
            <a:pPr>
              <a:defRPr/>
            </a:pPr>
            <a:r>
              <a:rPr lang="en-US" altLang="en-US" sz="900" i="1">
                <a:sym typeface="Symbol" charset="2"/>
              </a:rPr>
              <a:t>  physical characteristics of many materials will change when exposed to UV radiation</a:t>
            </a:r>
          </a:p>
        </p:txBody>
      </p:sp>
      <p:sp>
        <p:nvSpPr>
          <p:cNvPr id="2" name="Notes Placeholder 1">
            <a:extLst>
              <a:ext uri="{FF2B5EF4-FFF2-40B4-BE49-F238E27FC236}">
                <a16:creationId xmlns:a16="http://schemas.microsoft.com/office/drawing/2014/main" id="{E151BE38-5258-4553-B37F-E97AA3616BB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Thermal Infrared Sensor (TIRS) was added to the Landsat 8 payload to continue thermal imaging and to support emerging applications such as evapotranspiration rate measurements for water management. TIRS was built by NASA Goddard Space Flight Center, and it has a three-year design life. The 100 m TIRS data is registered to the OLI data to create radiometrically, geometrically, and terrain-corrected 12-bit Landsat 8 data product.</a:t>
            </a:r>
            <a:endParaRPr lang="en-US" dirty="0"/>
          </a:p>
        </p:txBody>
      </p:sp>
    </p:spTree>
    <p:extLst>
      <p:ext uri="{BB962C8B-B14F-4D97-AF65-F5344CB8AC3E}">
        <p14:creationId xmlns:p14="http://schemas.microsoft.com/office/powerpoint/2010/main" val="10473564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4">
            <a:extLst>
              <a:ext uri="{FF2B5EF4-FFF2-40B4-BE49-F238E27FC236}">
                <a16:creationId xmlns:a16="http://schemas.microsoft.com/office/drawing/2014/main" id="{87FDC639-E346-4DAF-9158-7201DED5C24A}"/>
              </a:ext>
            </a:extLst>
          </p:cNvPr>
          <p:cNvSpPr>
            <a:spLocks noGrp="1" noRot="1" noChangeAspect="1" noChangeArrowheads="1" noTextEdit="1"/>
          </p:cNvSpPr>
          <p:nvPr>
            <p:ph type="sldImg"/>
          </p:nvPr>
        </p:nvSpPr>
        <p:spPr>
          <a:ln/>
        </p:spPr>
      </p:sp>
      <p:sp>
        <p:nvSpPr>
          <p:cNvPr id="25607" name="Text Box 7">
            <a:extLst>
              <a:ext uri="{FF2B5EF4-FFF2-40B4-BE49-F238E27FC236}">
                <a16:creationId xmlns:a16="http://schemas.microsoft.com/office/drawing/2014/main" id="{9211FD8B-5649-48D8-BB44-2C092059E252}"/>
              </a:ext>
            </a:extLst>
          </p:cNvPr>
          <p:cNvSpPr txBox="1">
            <a:spLocks noChangeArrowheads="1"/>
          </p:cNvSpPr>
          <p:nvPr/>
        </p:nvSpPr>
        <p:spPr bwMode="auto">
          <a:xfrm>
            <a:off x="3949700" y="1636713"/>
            <a:ext cx="2487613" cy="73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tabLst>
                <a:tab pos="231775" algn="l"/>
              </a:tabLst>
              <a:defRPr sz="2400">
                <a:solidFill>
                  <a:schemeClr val="tx1"/>
                </a:solidFill>
                <a:latin typeface="Times New Roman" panose="02020603050405020304" pitchFamily="18" charset="0"/>
              </a:defRPr>
            </a:lvl1pPr>
            <a:lvl2pPr marL="361950" defTabSz="725488">
              <a:tabLst>
                <a:tab pos="231775" algn="l"/>
              </a:tabLst>
              <a:defRPr sz="2400">
                <a:solidFill>
                  <a:schemeClr val="tx1"/>
                </a:solidFill>
                <a:latin typeface="Times New Roman" panose="02020603050405020304" pitchFamily="18" charset="0"/>
              </a:defRPr>
            </a:lvl2pPr>
            <a:lvl3pPr marL="725488" defTabSz="725488">
              <a:tabLst>
                <a:tab pos="231775" algn="l"/>
              </a:tabLst>
              <a:defRPr sz="2400">
                <a:solidFill>
                  <a:schemeClr val="tx1"/>
                </a:solidFill>
                <a:latin typeface="Times New Roman" panose="02020603050405020304" pitchFamily="18" charset="0"/>
              </a:defRPr>
            </a:lvl3pPr>
            <a:lvl4pPr marL="1087438" defTabSz="725488">
              <a:tabLst>
                <a:tab pos="231775" algn="l"/>
              </a:tabLst>
              <a:defRPr sz="2400">
                <a:solidFill>
                  <a:schemeClr val="tx1"/>
                </a:solidFill>
                <a:latin typeface="Times New Roman" panose="02020603050405020304" pitchFamily="18" charset="0"/>
              </a:defRPr>
            </a:lvl4pPr>
            <a:lvl5pPr marL="1449388" defTabSz="725488">
              <a:tabLst>
                <a:tab pos="231775" algn="l"/>
              </a:tabLst>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tabLst>
                <a:tab pos="231775" algn="l"/>
              </a:tabLs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tabLst>
                <a:tab pos="231775" algn="l"/>
              </a:tabLs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tabLst>
                <a:tab pos="231775" algn="l"/>
              </a:tabLs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tabLst>
                <a:tab pos="231775" algn="l"/>
              </a:tabLst>
              <a:defRPr sz="2400">
                <a:solidFill>
                  <a:schemeClr val="tx1"/>
                </a:solidFill>
                <a:latin typeface="Times New Roman" panose="02020603050405020304" pitchFamily="18" charset="0"/>
              </a:defRPr>
            </a:lvl9pPr>
          </a:lstStyle>
          <a:p>
            <a:r>
              <a:rPr lang="en-US" altLang="en-US" sz="900" i="1"/>
              <a:t>Surfaces with special radiation properties:</a:t>
            </a:r>
          </a:p>
          <a:p>
            <a:r>
              <a:rPr lang="en-US" altLang="en-US" sz="900" i="1"/>
              <a:t>	-- paints</a:t>
            </a:r>
          </a:p>
          <a:p>
            <a:r>
              <a:rPr lang="en-US" altLang="en-US" sz="900" i="1"/>
              <a:t>	-- mirrors</a:t>
            </a:r>
          </a:p>
          <a:p>
            <a:r>
              <a:rPr lang="en-US" altLang="en-US" sz="900" i="1"/>
              <a:t>	-- silverized plastics</a:t>
            </a:r>
          </a:p>
          <a:p>
            <a:r>
              <a:rPr lang="en-US" altLang="en-US" sz="900" i="1"/>
              <a:t>	-- Mylar or Kapton insulation</a:t>
            </a:r>
          </a:p>
        </p:txBody>
      </p:sp>
      <p:sp>
        <p:nvSpPr>
          <p:cNvPr id="25608" name="Line 8">
            <a:extLst>
              <a:ext uri="{FF2B5EF4-FFF2-40B4-BE49-F238E27FC236}">
                <a16:creationId xmlns:a16="http://schemas.microsoft.com/office/drawing/2014/main" id="{DD0837B6-7029-4772-A77F-83941F8F305C}"/>
              </a:ext>
            </a:extLst>
          </p:cNvPr>
          <p:cNvSpPr>
            <a:spLocks noChangeShapeType="1"/>
          </p:cNvSpPr>
          <p:nvPr/>
        </p:nvSpPr>
        <p:spPr bwMode="auto">
          <a:xfrm flipH="1">
            <a:off x="5176838" y="2370138"/>
            <a:ext cx="388937" cy="6207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9" name="Text Box 9">
            <a:extLst>
              <a:ext uri="{FF2B5EF4-FFF2-40B4-BE49-F238E27FC236}">
                <a16:creationId xmlns:a16="http://schemas.microsoft.com/office/drawing/2014/main" id="{7109AE1D-4783-413A-8529-6B4CB4B8C3DE}"/>
              </a:ext>
            </a:extLst>
          </p:cNvPr>
          <p:cNvSpPr txBox="1">
            <a:spLocks noChangeArrowheads="1"/>
          </p:cNvSpPr>
          <p:nvPr/>
        </p:nvSpPr>
        <p:spPr bwMode="auto">
          <a:xfrm>
            <a:off x="530225" y="5889625"/>
            <a:ext cx="148748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Used to absorb high, short bursts of energy</a:t>
            </a:r>
          </a:p>
        </p:txBody>
      </p:sp>
      <p:sp>
        <p:nvSpPr>
          <p:cNvPr id="25610" name="Line 10">
            <a:extLst>
              <a:ext uri="{FF2B5EF4-FFF2-40B4-BE49-F238E27FC236}">
                <a16:creationId xmlns:a16="http://schemas.microsoft.com/office/drawing/2014/main" id="{66CD95DF-1E33-45ED-936E-4536EC05D517}"/>
              </a:ext>
            </a:extLst>
          </p:cNvPr>
          <p:cNvSpPr>
            <a:spLocks noChangeShapeType="1"/>
          </p:cNvSpPr>
          <p:nvPr/>
        </p:nvSpPr>
        <p:spPr bwMode="auto">
          <a:xfrm flipV="1">
            <a:off x="1017588" y="5170488"/>
            <a:ext cx="614362" cy="72072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1" name="Text Box 11">
            <a:extLst>
              <a:ext uri="{FF2B5EF4-FFF2-40B4-BE49-F238E27FC236}">
                <a16:creationId xmlns:a16="http://schemas.microsoft.com/office/drawing/2014/main" id="{B5E533E2-0CB9-465B-8239-B8B8C96BED97}"/>
              </a:ext>
            </a:extLst>
          </p:cNvPr>
          <p:cNvSpPr txBox="1">
            <a:spLocks noChangeArrowheads="1"/>
          </p:cNvSpPr>
          <p:nvPr/>
        </p:nvSpPr>
        <p:spPr bwMode="auto">
          <a:xfrm>
            <a:off x="376238" y="4043363"/>
            <a:ext cx="1042987"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Move heat around</a:t>
            </a:r>
          </a:p>
        </p:txBody>
      </p:sp>
      <p:sp>
        <p:nvSpPr>
          <p:cNvPr id="25613" name="Line 13">
            <a:extLst>
              <a:ext uri="{FF2B5EF4-FFF2-40B4-BE49-F238E27FC236}">
                <a16:creationId xmlns:a16="http://schemas.microsoft.com/office/drawing/2014/main" id="{E1D8D5FF-B2DE-4F32-A309-1A972FCE5F1F}"/>
              </a:ext>
            </a:extLst>
          </p:cNvPr>
          <p:cNvSpPr>
            <a:spLocks noChangeShapeType="1"/>
          </p:cNvSpPr>
          <p:nvPr/>
        </p:nvSpPr>
        <p:spPr bwMode="auto">
          <a:xfrm>
            <a:off x="760413" y="4241800"/>
            <a:ext cx="638175" cy="2619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403773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C67F2EC-2DF7-4A18-B456-82593698DAA7}"/>
              </a:ext>
            </a:extLst>
          </p:cNvPr>
          <p:cNvSpPr>
            <a:spLocks noGrp="1" noRot="1" noChangeAspect="1" noChangeArrowheads="1" noTextEdit="1"/>
          </p:cNvSpPr>
          <p:nvPr>
            <p:ph type="sldImg"/>
          </p:nvPr>
        </p:nvSpPr>
        <p:spPr>
          <a:ln/>
        </p:spPr>
      </p:sp>
      <p:sp>
        <p:nvSpPr>
          <p:cNvPr id="48132" name="Text Box 4">
            <a:extLst>
              <a:ext uri="{FF2B5EF4-FFF2-40B4-BE49-F238E27FC236}">
                <a16:creationId xmlns:a16="http://schemas.microsoft.com/office/drawing/2014/main" id="{6FDCBAEC-8358-4060-BC1F-2FC9E62A1EF2}"/>
              </a:ext>
            </a:extLst>
          </p:cNvPr>
          <p:cNvSpPr txBox="1">
            <a:spLocks noChangeArrowheads="1"/>
          </p:cNvSpPr>
          <p:nvPr/>
        </p:nvSpPr>
        <p:spPr bwMode="auto">
          <a:xfrm>
            <a:off x="627063" y="5897563"/>
            <a:ext cx="12541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Modulates radiator behavior</a:t>
            </a:r>
          </a:p>
        </p:txBody>
      </p:sp>
      <p:sp>
        <p:nvSpPr>
          <p:cNvPr id="48133" name="Line 5">
            <a:extLst>
              <a:ext uri="{FF2B5EF4-FFF2-40B4-BE49-F238E27FC236}">
                <a16:creationId xmlns:a16="http://schemas.microsoft.com/office/drawing/2014/main" id="{EE8A90C9-B436-4A57-BC3B-33BE75E3739E}"/>
              </a:ext>
            </a:extLst>
          </p:cNvPr>
          <p:cNvSpPr>
            <a:spLocks noChangeShapeType="1"/>
          </p:cNvSpPr>
          <p:nvPr/>
        </p:nvSpPr>
        <p:spPr bwMode="auto">
          <a:xfrm flipV="1">
            <a:off x="808038" y="4319588"/>
            <a:ext cx="979487" cy="159702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0996144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4">
            <a:extLst>
              <a:ext uri="{FF2B5EF4-FFF2-40B4-BE49-F238E27FC236}">
                <a16:creationId xmlns:a16="http://schemas.microsoft.com/office/drawing/2014/main" id="{832B6A12-FC2E-4574-BC9B-1B64DA620355}"/>
              </a:ext>
            </a:extLst>
          </p:cNvPr>
          <p:cNvSpPr>
            <a:spLocks noGrp="1" noRot="1" noChangeAspect="1" noChangeArrowheads="1" noTextEdit="1"/>
          </p:cNvSpPr>
          <p:nvPr>
            <p:ph type="sldImg"/>
          </p:nvPr>
        </p:nvSpPr>
        <p:spPr>
          <a:ln/>
        </p:spPr>
      </p:sp>
      <p:sp>
        <p:nvSpPr>
          <p:cNvPr id="29703" name="Text Box 7">
            <a:extLst>
              <a:ext uri="{FF2B5EF4-FFF2-40B4-BE49-F238E27FC236}">
                <a16:creationId xmlns:a16="http://schemas.microsoft.com/office/drawing/2014/main" id="{D548C63D-0708-4A7B-B41E-50B029C28CB0}"/>
              </a:ext>
            </a:extLst>
          </p:cNvPr>
          <p:cNvSpPr txBox="1">
            <a:spLocks noChangeArrowheads="1"/>
          </p:cNvSpPr>
          <p:nvPr/>
        </p:nvSpPr>
        <p:spPr bwMode="auto">
          <a:xfrm>
            <a:off x="636588" y="2028825"/>
            <a:ext cx="1871662"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Temperature limits &amp; power dissipation characteristics</a:t>
            </a:r>
          </a:p>
        </p:txBody>
      </p:sp>
      <p:sp>
        <p:nvSpPr>
          <p:cNvPr id="29704" name="Line 8">
            <a:extLst>
              <a:ext uri="{FF2B5EF4-FFF2-40B4-BE49-F238E27FC236}">
                <a16:creationId xmlns:a16="http://schemas.microsoft.com/office/drawing/2014/main" id="{DA69B93B-668A-4918-AAE4-74CD437735BC}"/>
              </a:ext>
            </a:extLst>
          </p:cNvPr>
          <p:cNvSpPr>
            <a:spLocks noChangeShapeType="1"/>
          </p:cNvSpPr>
          <p:nvPr/>
        </p:nvSpPr>
        <p:spPr bwMode="auto">
          <a:xfrm>
            <a:off x="1060450" y="2381250"/>
            <a:ext cx="487363" cy="6731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5" name="Text Box 9">
            <a:extLst>
              <a:ext uri="{FF2B5EF4-FFF2-40B4-BE49-F238E27FC236}">
                <a16:creationId xmlns:a16="http://schemas.microsoft.com/office/drawing/2014/main" id="{0792496E-E6A3-45D0-A16B-926C4F7ED402}"/>
              </a:ext>
            </a:extLst>
          </p:cNvPr>
          <p:cNvSpPr txBox="1">
            <a:spLocks noChangeArrowheads="1"/>
          </p:cNvSpPr>
          <p:nvPr/>
        </p:nvSpPr>
        <p:spPr bwMode="auto">
          <a:xfrm>
            <a:off x="371475" y="3675063"/>
            <a:ext cx="8207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For each mission phase</a:t>
            </a:r>
          </a:p>
        </p:txBody>
      </p:sp>
      <p:sp>
        <p:nvSpPr>
          <p:cNvPr id="29706" name="Line 10">
            <a:extLst>
              <a:ext uri="{FF2B5EF4-FFF2-40B4-BE49-F238E27FC236}">
                <a16:creationId xmlns:a16="http://schemas.microsoft.com/office/drawing/2014/main" id="{4BF666C4-1EAA-4A84-98E6-EB2B99CE52EF}"/>
              </a:ext>
            </a:extLst>
          </p:cNvPr>
          <p:cNvSpPr>
            <a:spLocks noChangeShapeType="1"/>
          </p:cNvSpPr>
          <p:nvPr/>
        </p:nvSpPr>
        <p:spPr bwMode="auto">
          <a:xfrm>
            <a:off x="1114425" y="3930650"/>
            <a:ext cx="484188" cy="1587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7" name="Line 11">
            <a:extLst>
              <a:ext uri="{FF2B5EF4-FFF2-40B4-BE49-F238E27FC236}">
                <a16:creationId xmlns:a16="http://schemas.microsoft.com/office/drawing/2014/main" id="{301F8703-1531-4C3A-8C96-164B97C2DB00}"/>
              </a:ext>
            </a:extLst>
          </p:cNvPr>
          <p:cNvSpPr>
            <a:spLocks noChangeShapeType="1"/>
          </p:cNvSpPr>
          <p:nvPr/>
        </p:nvSpPr>
        <p:spPr bwMode="auto">
          <a:xfrm>
            <a:off x="2039938" y="4116388"/>
            <a:ext cx="485775" cy="0"/>
          </a:xfrm>
          <a:prstGeom prst="line">
            <a:avLst/>
          </a:prstGeom>
          <a:noFill/>
          <a:ln w="1905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8" name="Text Box 12">
            <a:extLst>
              <a:ext uri="{FF2B5EF4-FFF2-40B4-BE49-F238E27FC236}">
                <a16:creationId xmlns:a16="http://schemas.microsoft.com/office/drawing/2014/main" id="{47B911D4-D9FF-4C44-894E-04D87D6A2EA6}"/>
              </a:ext>
            </a:extLst>
          </p:cNvPr>
          <p:cNvSpPr txBox="1">
            <a:spLocks noChangeArrowheads="1"/>
          </p:cNvSpPr>
          <p:nvPr/>
        </p:nvSpPr>
        <p:spPr bwMode="auto">
          <a:xfrm>
            <a:off x="627063" y="5997575"/>
            <a:ext cx="1870075"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A heat balance calculation</a:t>
            </a:r>
          </a:p>
        </p:txBody>
      </p:sp>
      <p:sp>
        <p:nvSpPr>
          <p:cNvPr id="29709" name="Line 13">
            <a:extLst>
              <a:ext uri="{FF2B5EF4-FFF2-40B4-BE49-F238E27FC236}">
                <a16:creationId xmlns:a16="http://schemas.microsoft.com/office/drawing/2014/main" id="{D4E7AC28-13F3-4C26-93F5-357073E56404}"/>
              </a:ext>
            </a:extLst>
          </p:cNvPr>
          <p:cNvSpPr>
            <a:spLocks noChangeShapeType="1"/>
          </p:cNvSpPr>
          <p:nvPr/>
        </p:nvSpPr>
        <p:spPr bwMode="auto">
          <a:xfrm flipV="1">
            <a:off x="777875" y="4178300"/>
            <a:ext cx="820738" cy="17986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10" name="Text Box 14">
            <a:extLst>
              <a:ext uri="{FF2B5EF4-FFF2-40B4-BE49-F238E27FC236}">
                <a16:creationId xmlns:a16="http://schemas.microsoft.com/office/drawing/2014/main" id="{12883ED7-6EE3-4C1E-9449-CA13384E7C1E}"/>
              </a:ext>
            </a:extLst>
          </p:cNvPr>
          <p:cNvSpPr txBox="1">
            <a:spLocks noChangeArrowheads="1"/>
          </p:cNvSpPr>
          <p:nvPr/>
        </p:nvSpPr>
        <p:spPr bwMode="auto">
          <a:xfrm>
            <a:off x="4403725" y="2019300"/>
            <a:ext cx="1751013"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Altitude and orientation determine the environmental inputs</a:t>
            </a:r>
          </a:p>
        </p:txBody>
      </p:sp>
      <p:sp>
        <p:nvSpPr>
          <p:cNvPr id="29711" name="Line 15">
            <a:extLst>
              <a:ext uri="{FF2B5EF4-FFF2-40B4-BE49-F238E27FC236}">
                <a16:creationId xmlns:a16="http://schemas.microsoft.com/office/drawing/2014/main" id="{D66C18EE-1B01-41AD-BC89-148E17B83F84}"/>
              </a:ext>
            </a:extLst>
          </p:cNvPr>
          <p:cNvSpPr>
            <a:spLocks noChangeShapeType="1"/>
          </p:cNvSpPr>
          <p:nvPr/>
        </p:nvSpPr>
        <p:spPr bwMode="auto">
          <a:xfrm flipH="1">
            <a:off x="4527550" y="2257425"/>
            <a:ext cx="1217613" cy="8334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733664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a:extLst>
              <a:ext uri="{FF2B5EF4-FFF2-40B4-BE49-F238E27FC236}">
                <a16:creationId xmlns:a16="http://schemas.microsoft.com/office/drawing/2014/main" id="{600B7405-4D99-4681-B678-F2940725540A}"/>
              </a:ext>
            </a:extLst>
          </p:cNvPr>
          <p:cNvSpPr>
            <a:spLocks noGrp="1" noRot="1" noChangeAspect="1" noChangeArrowheads="1" noTextEdit="1"/>
          </p:cNvSpPr>
          <p:nvPr>
            <p:ph type="sldImg"/>
          </p:nvPr>
        </p:nvSpPr>
        <p:spPr>
          <a:ln/>
        </p:spPr>
      </p:sp>
      <p:sp>
        <p:nvSpPr>
          <p:cNvPr id="31751" name="Text Box 7">
            <a:extLst>
              <a:ext uri="{FF2B5EF4-FFF2-40B4-BE49-F238E27FC236}">
                <a16:creationId xmlns:a16="http://schemas.microsoft.com/office/drawing/2014/main" id="{A1F7A3BE-CDBA-4B16-A988-7C65FA001A78}"/>
              </a:ext>
            </a:extLst>
          </p:cNvPr>
          <p:cNvSpPr txBox="1">
            <a:spLocks noChangeArrowheads="1"/>
          </p:cNvSpPr>
          <p:nvPr/>
        </p:nvSpPr>
        <p:spPr bwMode="auto">
          <a:xfrm>
            <a:off x="555625" y="2049463"/>
            <a:ext cx="13462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Lower temperatures increase efficiency</a:t>
            </a:r>
          </a:p>
        </p:txBody>
      </p:sp>
      <p:sp>
        <p:nvSpPr>
          <p:cNvPr id="31752" name="Line 8">
            <a:extLst>
              <a:ext uri="{FF2B5EF4-FFF2-40B4-BE49-F238E27FC236}">
                <a16:creationId xmlns:a16="http://schemas.microsoft.com/office/drawing/2014/main" id="{2423AA3E-1981-48A0-909D-9B108360474F}"/>
              </a:ext>
            </a:extLst>
          </p:cNvPr>
          <p:cNvSpPr>
            <a:spLocks noChangeShapeType="1"/>
          </p:cNvSpPr>
          <p:nvPr/>
        </p:nvSpPr>
        <p:spPr bwMode="auto">
          <a:xfrm>
            <a:off x="847725" y="2390775"/>
            <a:ext cx="571500" cy="223837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3" name="Text Box 9">
            <a:extLst>
              <a:ext uri="{FF2B5EF4-FFF2-40B4-BE49-F238E27FC236}">
                <a16:creationId xmlns:a16="http://schemas.microsoft.com/office/drawing/2014/main" id="{5F502F2A-BBCA-470C-A57D-E5D26ABDAD36}"/>
              </a:ext>
            </a:extLst>
          </p:cNvPr>
          <p:cNvSpPr txBox="1">
            <a:spLocks noChangeArrowheads="1"/>
          </p:cNvSpPr>
          <p:nvPr/>
        </p:nvSpPr>
        <p:spPr bwMode="auto">
          <a:xfrm>
            <a:off x="5180013" y="1625600"/>
            <a:ext cx="1436687"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Freezing and decomposition of hydrazine</a:t>
            </a:r>
          </a:p>
        </p:txBody>
      </p:sp>
      <p:sp>
        <p:nvSpPr>
          <p:cNvPr id="31754" name="Line 10">
            <a:extLst>
              <a:ext uri="{FF2B5EF4-FFF2-40B4-BE49-F238E27FC236}">
                <a16:creationId xmlns:a16="http://schemas.microsoft.com/office/drawing/2014/main" id="{B331F383-587E-47CC-A60F-6E588B1B0C3F}"/>
              </a:ext>
            </a:extLst>
          </p:cNvPr>
          <p:cNvSpPr>
            <a:spLocks noChangeShapeType="1"/>
          </p:cNvSpPr>
          <p:nvPr/>
        </p:nvSpPr>
        <p:spPr bwMode="auto">
          <a:xfrm flipH="1">
            <a:off x="4111625" y="1833563"/>
            <a:ext cx="1042988" cy="15875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5" name="Text Box 11">
            <a:extLst>
              <a:ext uri="{FF2B5EF4-FFF2-40B4-BE49-F238E27FC236}">
                <a16:creationId xmlns:a16="http://schemas.microsoft.com/office/drawing/2014/main" id="{3AF7535B-6FAD-45B2-9780-9E8732C7BF9D}"/>
              </a:ext>
            </a:extLst>
          </p:cNvPr>
          <p:cNvSpPr txBox="1">
            <a:spLocks noChangeArrowheads="1"/>
          </p:cNvSpPr>
          <p:nvPr/>
        </p:nvSpPr>
        <p:spPr bwMode="auto">
          <a:xfrm>
            <a:off x="5087938" y="5891213"/>
            <a:ext cx="12350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Watch out for tight pointing requirements</a:t>
            </a:r>
          </a:p>
        </p:txBody>
      </p:sp>
      <p:sp>
        <p:nvSpPr>
          <p:cNvPr id="31756" name="Line 12">
            <a:extLst>
              <a:ext uri="{FF2B5EF4-FFF2-40B4-BE49-F238E27FC236}">
                <a16:creationId xmlns:a16="http://schemas.microsoft.com/office/drawing/2014/main" id="{5ACFCD6F-49F7-4948-B30C-F7B99BBB695E}"/>
              </a:ext>
            </a:extLst>
          </p:cNvPr>
          <p:cNvSpPr>
            <a:spLocks noChangeShapeType="1"/>
          </p:cNvSpPr>
          <p:nvPr/>
        </p:nvSpPr>
        <p:spPr bwMode="auto">
          <a:xfrm flipH="1" flipV="1">
            <a:off x="4611688" y="4581525"/>
            <a:ext cx="492125" cy="134778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616568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a:solidFill>
                  <a:schemeClr val="tx1"/>
                </a:solidFill>
                <a:effectLst/>
                <a:latin typeface="+mn-lt"/>
                <a:ea typeface="+mn-ea"/>
                <a:cs typeface="+mn-cs"/>
              </a:rPr>
              <a:t>Solar Max satellite repair. Several metal louvers and thermal blankets were returned from the Solar Max satellite. Returned surfaces are a source of information on sub-millimeter sized orbital debris</a:t>
            </a:r>
            <a:r>
              <a:rPr lang="en-US" sz="1200" b="0" i="0" kern="1200" dirty="0">
                <a:solidFill>
                  <a:schemeClr val="tx1"/>
                </a:solidFill>
                <a:effectLst/>
                <a:latin typeface="+mn-lt"/>
                <a:ea typeface="+mn-ea"/>
                <a:cs typeface="+mn-cs"/>
              </a:rPr>
              <a:t> </a:t>
            </a:r>
            <a:br>
              <a:rPr lang="en-US" dirty="0"/>
            </a:br>
            <a:r>
              <a:rPr lang="en-US" sz="1200" b="1" i="1" kern="1200" dirty="0">
                <a:solidFill>
                  <a:schemeClr val="tx1"/>
                </a:solidFill>
                <a:effectLst/>
                <a:latin typeface="+mn-lt"/>
                <a:ea typeface="+mn-ea"/>
                <a:cs typeface="+mn-cs"/>
              </a:rPr>
              <a:t>Credit: NASA, Orbital Debris Program Office</a:t>
            </a:r>
            <a:r>
              <a:rPr lang="en-US"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25A72821-826E-4312-96BD-7BB9BC4BC517}" type="slidenum">
              <a:rPr lang="en-US" smtClean="0"/>
              <a:t>42</a:t>
            </a:fld>
            <a:endParaRPr lang="en-US"/>
          </a:p>
        </p:txBody>
      </p:sp>
    </p:spTree>
    <p:extLst>
      <p:ext uri="{BB962C8B-B14F-4D97-AF65-F5344CB8AC3E}">
        <p14:creationId xmlns:p14="http://schemas.microsoft.com/office/powerpoint/2010/main" val="32693207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AB598A8F-C5F6-4F43-BD7C-3B7DD3AE6A6A}"/>
              </a:ext>
            </a:extLst>
          </p:cNvPr>
          <p:cNvSpPr>
            <a:spLocks noGrp="1" noRot="1" noChangeAspect="1" noChangeArrowheads="1" noTextEdit="1"/>
          </p:cNvSpPr>
          <p:nvPr>
            <p:ph type="sldImg"/>
          </p:nvPr>
        </p:nvSpPr>
        <p:spPr>
          <a:ln/>
        </p:spPr>
      </p:sp>
      <p:sp>
        <p:nvSpPr>
          <p:cNvPr id="50180" name="Text Box 4">
            <a:extLst>
              <a:ext uri="{FF2B5EF4-FFF2-40B4-BE49-F238E27FC236}">
                <a16:creationId xmlns:a16="http://schemas.microsoft.com/office/drawing/2014/main" id="{938BE82B-C900-4E80-91F6-1F1E14D5A410}"/>
              </a:ext>
            </a:extLst>
          </p:cNvPr>
          <p:cNvSpPr txBox="1">
            <a:spLocks noChangeArrowheads="1"/>
          </p:cNvSpPr>
          <p:nvPr/>
        </p:nvSpPr>
        <p:spPr bwMode="auto">
          <a:xfrm>
            <a:off x="4484688" y="2933700"/>
            <a:ext cx="709612"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With Sun</a:t>
            </a:r>
          </a:p>
        </p:txBody>
      </p:sp>
      <p:sp>
        <p:nvSpPr>
          <p:cNvPr id="50181" name="Text Box 5">
            <a:extLst>
              <a:ext uri="{FF2B5EF4-FFF2-40B4-BE49-F238E27FC236}">
                <a16:creationId xmlns:a16="http://schemas.microsoft.com/office/drawing/2014/main" id="{6B1A6046-4584-4B61-9E60-603457ABFA5C}"/>
              </a:ext>
            </a:extLst>
          </p:cNvPr>
          <p:cNvSpPr txBox="1">
            <a:spLocks noChangeArrowheads="1"/>
          </p:cNvSpPr>
          <p:nvPr/>
        </p:nvSpPr>
        <p:spPr bwMode="auto">
          <a:xfrm>
            <a:off x="4586288" y="4510088"/>
            <a:ext cx="7493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494" tIns="36247" rIns="72494" bIns="36247">
            <a:spAutoFit/>
          </a:bodyPr>
          <a:lstStyle>
            <a:lvl1pPr defTabSz="725488">
              <a:defRPr sz="2400">
                <a:solidFill>
                  <a:schemeClr val="tx1"/>
                </a:solidFill>
                <a:latin typeface="Times New Roman" panose="02020603050405020304" pitchFamily="18" charset="0"/>
              </a:defRPr>
            </a:lvl1pPr>
            <a:lvl2pPr marL="361950" defTabSz="725488">
              <a:defRPr sz="2400">
                <a:solidFill>
                  <a:schemeClr val="tx1"/>
                </a:solidFill>
                <a:latin typeface="Times New Roman" panose="02020603050405020304" pitchFamily="18" charset="0"/>
              </a:defRPr>
            </a:lvl2pPr>
            <a:lvl3pPr marL="725488" defTabSz="725488">
              <a:defRPr sz="2400">
                <a:solidFill>
                  <a:schemeClr val="tx1"/>
                </a:solidFill>
                <a:latin typeface="Times New Roman" panose="02020603050405020304" pitchFamily="18" charset="0"/>
              </a:defRPr>
            </a:lvl3pPr>
            <a:lvl4pPr marL="1087438" defTabSz="725488">
              <a:defRPr sz="2400">
                <a:solidFill>
                  <a:schemeClr val="tx1"/>
                </a:solidFill>
                <a:latin typeface="Times New Roman" panose="02020603050405020304" pitchFamily="18" charset="0"/>
              </a:defRPr>
            </a:lvl4pPr>
            <a:lvl5pPr marL="1449388" defTabSz="725488">
              <a:defRPr sz="2400">
                <a:solidFill>
                  <a:schemeClr val="tx1"/>
                </a:solidFill>
                <a:latin typeface="Times New Roman" panose="02020603050405020304" pitchFamily="18" charset="0"/>
              </a:defRPr>
            </a:lvl5pPr>
            <a:lvl6pPr marL="1906588" defTabSz="725488" eaLnBrk="0" fontAlgn="base" hangingPunct="0">
              <a:spcBef>
                <a:spcPct val="0"/>
              </a:spcBef>
              <a:spcAft>
                <a:spcPct val="0"/>
              </a:spcAft>
              <a:defRPr sz="2400">
                <a:solidFill>
                  <a:schemeClr val="tx1"/>
                </a:solidFill>
                <a:latin typeface="Times New Roman" panose="02020603050405020304" pitchFamily="18" charset="0"/>
              </a:defRPr>
            </a:lvl6pPr>
            <a:lvl7pPr marL="2363788" defTabSz="725488" eaLnBrk="0" fontAlgn="base" hangingPunct="0">
              <a:spcBef>
                <a:spcPct val="0"/>
              </a:spcBef>
              <a:spcAft>
                <a:spcPct val="0"/>
              </a:spcAft>
              <a:defRPr sz="2400">
                <a:solidFill>
                  <a:schemeClr val="tx1"/>
                </a:solidFill>
                <a:latin typeface="Times New Roman" panose="02020603050405020304" pitchFamily="18" charset="0"/>
              </a:defRPr>
            </a:lvl7pPr>
            <a:lvl8pPr marL="2820988" defTabSz="725488" eaLnBrk="0" fontAlgn="base" hangingPunct="0">
              <a:spcBef>
                <a:spcPct val="0"/>
              </a:spcBef>
              <a:spcAft>
                <a:spcPct val="0"/>
              </a:spcAft>
              <a:defRPr sz="2400">
                <a:solidFill>
                  <a:schemeClr val="tx1"/>
                </a:solidFill>
                <a:latin typeface="Times New Roman" panose="02020603050405020304" pitchFamily="18" charset="0"/>
              </a:defRPr>
            </a:lvl8pPr>
            <a:lvl9pPr marL="3278188" defTabSz="7254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900" i="1"/>
              <a:t>Without Sun</a:t>
            </a:r>
          </a:p>
        </p:txBody>
      </p:sp>
      <p:sp>
        <p:nvSpPr>
          <p:cNvPr id="50182" name="Oval 6">
            <a:extLst>
              <a:ext uri="{FF2B5EF4-FFF2-40B4-BE49-F238E27FC236}">
                <a16:creationId xmlns:a16="http://schemas.microsoft.com/office/drawing/2014/main" id="{668BD2DC-5F65-4A92-8469-7AEF73F5D44F}"/>
              </a:ext>
            </a:extLst>
          </p:cNvPr>
          <p:cNvSpPr>
            <a:spLocks noChangeArrowheads="1"/>
          </p:cNvSpPr>
          <p:nvPr/>
        </p:nvSpPr>
        <p:spPr bwMode="auto">
          <a:xfrm>
            <a:off x="2000250" y="5183188"/>
            <a:ext cx="3717925" cy="473075"/>
          </a:xfrm>
          <a:prstGeom prst="ellipse">
            <a:avLst/>
          </a:prstGeom>
          <a:noFill/>
          <a:ln w="57150">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Notes Placeholder 1">
            <a:extLst>
              <a:ext uri="{FF2B5EF4-FFF2-40B4-BE49-F238E27FC236}">
                <a16:creationId xmlns:a16="http://schemas.microsoft.com/office/drawing/2014/main" id="{744E987B-B958-4D09-A162-77B6E750516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942355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a:solidFill>
                  <a:schemeClr val="tx1"/>
                </a:solidFill>
                <a:effectLst/>
                <a:latin typeface="+mn-lt"/>
                <a:ea typeface="+mn-ea"/>
                <a:cs typeface="+mn-cs"/>
              </a:rPr>
              <a:t>Solar Max satellite repair. Several metal louvers and thermal blankets were returned from the Solar Max satellite. Returned surfaces are a source of information on sub-millimeter sized orbital debris</a:t>
            </a:r>
            <a:r>
              <a:rPr lang="en-US" sz="1200" b="0" i="0" kern="1200" dirty="0">
                <a:solidFill>
                  <a:schemeClr val="tx1"/>
                </a:solidFill>
                <a:effectLst/>
                <a:latin typeface="+mn-lt"/>
                <a:ea typeface="+mn-ea"/>
                <a:cs typeface="+mn-cs"/>
              </a:rPr>
              <a:t> </a:t>
            </a:r>
            <a:br>
              <a:rPr lang="en-US" dirty="0"/>
            </a:br>
            <a:r>
              <a:rPr lang="en-US" sz="1200" b="1" i="1" kern="1200" dirty="0">
                <a:solidFill>
                  <a:schemeClr val="tx1"/>
                </a:solidFill>
                <a:effectLst/>
                <a:latin typeface="+mn-lt"/>
                <a:ea typeface="+mn-ea"/>
                <a:cs typeface="+mn-cs"/>
              </a:rPr>
              <a:t>Credit: NASA, Orbital Debris Program Office</a:t>
            </a:r>
            <a:r>
              <a:rPr lang="en-US"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25A72821-826E-4312-96BD-7BB9BC4BC517}" type="slidenum">
              <a:rPr lang="en-US" smtClean="0"/>
              <a:t>44</a:t>
            </a:fld>
            <a:endParaRPr lang="en-US"/>
          </a:p>
        </p:txBody>
      </p:sp>
    </p:spTree>
    <p:extLst>
      <p:ext uri="{BB962C8B-B14F-4D97-AF65-F5344CB8AC3E}">
        <p14:creationId xmlns:p14="http://schemas.microsoft.com/office/powerpoint/2010/main" val="12755194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A048F-89A0-AE13-AC03-22E6E1B2AF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39C67F-3B5D-CB8B-5DC5-C855ED286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245B88-5DD7-97C1-ED1D-D0661C887F6E}"/>
              </a:ext>
            </a:extLst>
          </p:cNvPr>
          <p:cNvSpPr>
            <a:spLocks noGrp="1"/>
          </p:cNvSpPr>
          <p:nvPr>
            <p:ph type="body" idx="1"/>
          </p:nvPr>
        </p:nvSpPr>
        <p:spPr/>
        <p:txBody>
          <a:bodyPr/>
          <a:lstStyle/>
          <a:p>
            <a:r>
              <a:rPr lang="en-US" sz="1200" b="1" i="1" kern="1200" dirty="0">
                <a:solidFill>
                  <a:schemeClr val="tx1"/>
                </a:solidFill>
                <a:effectLst/>
                <a:latin typeface="+mn-lt"/>
                <a:ea typeface="+mn-ea"/>
                <a:cs typeface="+mn-cs"/>
              </a:rPr>
              <a:t>Solar Max satellite repair. Several metal louvers and thermal blankets were returned from the Solar Max satellite. Returned surfaces are a source of information on sub-millimeter sized orbital debris</a:t>
            </a:r>
            <a:r>
              <a:rPr lang="en-US" sz="1200" b="0" i="0" kern="1200" dirty="0">
                <a:solidFill>
                  <a:schemeClr val="tx1"/>
                </a:solidFill>
                <a:effectLst/>
                <a:latin typeface="+mn-lt"/>
                <a:ea typeface="+mn-ea"/>
                <a:cs typeface="+mn-cs"/>
              </a:rPr>
              <a:t> </a:t>
            </a:r>
            <a:br>
              <a:rPr lang="en-US" dirty="0"/>
            </a:br>
            <a:r>
              <a:rPr lang="en-US" sz="1200" b="1" i="1" kern="1200" dirty="0">
                <a:solidFill>
                  <a:schemeClr val="tx1"/>
                </a:solidFill>
                <a:effectLst/>
                <a:latin typeface="+mn-lt"/>
                <a:ea typeface="+mn-ea"/>
                <a:cs typeface="+mn-cs"/>
              </a:rPr>
              <a:t>Credit: NASA, Orbital Debris Program Office</a:t>
            </a:r>
            <a:r>
              <a:rPr lang="en-US" sz="1200" b="0" i="0" kern="1200" dirty="0">
                <a:solidFill>
                  <a:schemeClr val="tx1"/>
                </a:solidFill>
                <a:effectLst/>
                <a:latin typeface="+mn-lt"/>
                <a:ea typeface="+mn-ea"/>
                <a:cs typeface="+mn-cs"/>
              </a:rPr>
              <a:t> </a:t>
            </a:r>
            <a:endParaRPr lang="en-US" dirty="0"/>
          </a:p>
        </p:txBody>
      </p:sp>
      <p:sp>
        <p:nvSpPr>
          <p:cNvPr id="4" name="Slide Number Placeholder 3">
            <a:extLst>
              <a:ext uri="{FF2B5EF4-FFF2-40B4-BE49-F238E27FC236}">
                <a16:creationId xmlns:a16="http://schemas.microsoft.com/office/drawing/2014/main" id="{B1C38A60-6C91-A585-E84D-DE5B73A3D8F2}"/>
              </a:ext>
            </a:extLst>
          </p:cNvPr>
          <p:cNvSpPr>
            <a:spLocks noGrp="1"/>
          </p:cNvSpPr>
          <p:nvPr>
            <p:ph type="sldNum" sz="quarter" idx="10"/>
          </p:nvPr>
        </p:nvSpPr>
        <p:spPr/>
        <p:txBody>
          <a:bodyPr/>
          <a:lstStyle/>
          <a:p>
            <a:fld id="{25A72821-826E-4312-96BD-7BB9BC4BC517}" type="slidenum">
              <a:rPr lang="en-US" smtClean="0"/>
              <a:t>45</a:t>
            </a:fld>
            <a:endParaRPr lang="en-US"/>
          </a:p>
        </p:txBody>
      </p:sp>
    </p:spTree>
    <p:extLst>
      <p:ext uri="{BB962C8B-B14F-4D97-AF65-F5344CB8AC3E}">
        <p14:creationId xmlns:p14="http://schemas.microsoft.com/office/powerpoint/2010/main" val="30846466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C814-A6EF-CD37-6760-C596FC626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0830EF-A820-6864-E1A2-0335CF68DE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67D736-D4FF-C059-B2C6-D28F2988000C}"/>
              </a:ext>
            </a:extLst>
          </p:cNvPr>
          <p:cNvSpPr>
            <a:spLocks noGrp="1"/>
          </p:cNvSpPr>
          <p:nvPr>
            <p:ph type="body" idx="1"/>
          </p:nvPr>
        </p:nvSpPr>
        <p:spPr/>
        <p:txBody>
          <a:bodyPr/>
          <a:lstStyle/>
          <a:p>
            <a:r>
              <a:rPr lang="en-US" sz="1200" b="1" i="1" kern="1200" dirty="0">
                <a:solidFill>
                  <a:schemeClr val="tx1"/>
                </a:solidFill>
                <a:effectLst/>
                <a:latin typeface="+mn-lt"/>
                <a:ea typeface="+mn-ea"/>
                <a:cs typeface="+mn-cs"/>
              </a:rPr>
              <a:t>Solar Max satellite repair. Several metal louvers and thermal blankets were returned from the Solar Max satellite. Returned surfaces are a source of information on sub-millimeter sized orbital debris</a:t>
            </a:r>
            <a:r>
              <a:rPr lang="en-US" sz="1200" b="0" i="0" kern="1200" dirty="0">
                <a:solidFill>
                  <a:schemeClr val="tx1"/>
                </a:solidFill>
                <a:effectLst/>
                <a:latin typeface="+mn-lt"/>
                <a:ea typeface="+mn-ea"/>
                <a:cs typeface="+mn-cs"/>
              </a:rPr>
              <a:t> </a:t>
            </a:r>
            <a:br>
              <a:rPr lang="en-US" dirty="0"/>
            </a:br>
            <a:r>
              <a:rPr lang="en-US" sz="1200" b="1" i="1" kern="1200" dirty="0">
                <a:solidFill>
                  <a:schemeClr val="tx1"/>
                </a:solidFill>
                <a:effectLst/>
                <a:latin typeface="+mn-lt"/>
                <a:ea typeface="+mn-ea"/>
                <a:cs typeface="+mn-cs"/>
              </a:rPr>
              <a:t>Credit: NASA, Orbital Debris Program Office</a:t>
            </a:r>
            <a:r>
              <a:rPr lang="en-US" sz="1200" b="0" i="0" kern="1200" dirty="0">
                <a:solidFill>
                  <a:schemeClr val="tx1"/>
                </a:solidFill>
                <a:effectLst/>
                <a:latin typeface="+mn-lt"/>
                <a:ea typeface="+mn-ea"/>
                <a:cs typeface="+mn-cs"/>
              </a:rPr>
              <a:t> </a:t>
            </a:r>
            <a:endParaRPr lang="en-US" dirty="0"/>
          </a:p>
        </p:txBody>
      </p:sp>
      <p:sp>
        <p:nvSpPr>
          <p:cNvPr id="4" name="Slide Number Placeholder 3">
            <a:extLst>
              <a:ext uri="{FF2B5EF4-FFF2-40B4-BE49-F238E27FC236}">
                <a16:creationId xmlns:a16="http://schemas.microsoft.com/office/drawing/2014/main" id="{07E08ED3-F67A-669E-1274-D592E8590470}"/>
              </a:ext>
            </a:extLst>
          </p:cNvPr>
          <p:cNvSpPr>
            <a:spLocks noGrp="1"/>
          </p:cNvSpPr>
          <p:nvPr>
            <p:ph type="sldNum" sz="quarter" idx="10"/>
          </p:nvPr>
        </p:nvSpPr>
        <p:spPr/>
        <p:txBody>
          <a:bodyPr/>
          <a:lstStyle/>
          <a:p>
            <a:fld id="{25A72821-826E-4312-96BD-7BB9BC4BC517}" type="slidenum">
              <a:rPr lang="en-US" smtClean="0"/>
              <a:t>46</a:t>
            </a:fld>
            <a:endParaRPr lang="en-US"/>
          </a:p>
        </p:txBody>
      </p:sp>
    </p:spTree>
    <p:extLst>
      <p:ext uri="{BB962C8B-B14F-4D97-AF65-F5344CB8AC3E}">
        <p14:creationId xmlns:p14="http://schemas.microsoft.com/office/powerpoint/2010/main" val="31763871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9C937-C53F-A129-9B7D-8C301FADC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82040D-0AE7-4FE1-50AB-5B5604278A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E15D1F-A7A8-076E-A200-80FEF089B22D}"/>
              </a:ext>
            </a:extLst>
          </p:cNvPr>
          <p:cNvSpPr>
            <a:spLocks noGrp="1"/>
          </p:cNvSpPr>
          <p:nvPr>
            <p:ph type="body" idx="1"/>
          </p:nvPr>
        </p:nvSpPr>
        <p:spPr/>
        <p:txBody>
          <a:bodyPr/>
          <a:lstStyle/>
          <a:p>
            <a:r>
              <a:rPr lang="en-US" sz="1200" b="1" i="1" kern="1200" dirty="0">
                <a:solidFill>
                  <a:schemeClr val="tx1"/>
                </a:solidFill>
                <a:effectLst/>
                <a:latin typeface="+mn-lt"/>
                <a:ea typeface="+mn-ea"/>
                <a:cs typeface="+mn-cs"/>
              </a:rPr>
              <a:t>Solar Max satellite repair. Several metal louvers and thermal blankets were returned from the Solar Max satellite. Returned surfaces are a source of information on sub-millimeter sized orbital debris</a:t>
            </a:r>
            <a:r>
              <a:rPr lang="en-US" sz="1200" b="0" i="0" kern="1200" dirty="0">
                <a:solidFill>
                  <a:schemeClr val="tx1"/>
                </a:solidFill>
                <a:effectLst/>
                <a:latin typeface="+mn-lt"/>
                <a:ea typeface="+mn-ea"/>
                <a:cs typeface="+mn-cs"/>
              </a:rPr>
              <a:t> </a:t>
            </a:r>
            <a:br>
              <a:rPr lang="en-US" dirty="0"/>
            </a:br>
            <a:r>
              <a:rPr lang="en-US" sz="1200" b="1" i="1" kern="1200" dirty="0">
                <a:solidFill>
                  <a:schemeClr val="tx1"/>
                </a:solidFill>
                <a:effectLst/>
                <a:latin typeface="+mn-lt"/>
                <a:ea typeface="+mn-ea"/>
                <a:cs typeface="+mn-cs"/>
              </a:rPr>
              <a:t>Credit: NASA, Orbital Debris Program Office</a:t>
            </a:r>
            <a:r>
              <a:rPr lang="en-US" sz="1200" b="0" i="0" kern="1200" dirty="0">
                <a:solidFill>
                  <a:schemeClr val="tx1"/>
                </a:solidFill>
                <a:effectLst/>
                <a:latin typeface="+mn-lt"/>
                <a:ea typeface="+mn-ea"/>
                <a:cs typeface="+mn-cs"/>
              </a:rPr>
              <a:t> </a:t>
            </a:r>
            <a:endParaRPr lang="en-US" dirty="0"/>
          </a:p>
        </p:txBody>
      </p:sp>
      <p:sp>
        <p:nvSpPr>
          <p:cNvPr id="4" name="Slide Number Placeholder 3">
            <a:extLst>
              <a:ext uri="{FF2B5EF4-FFF2-40B4-BE49-F238E27FC236}">
                <a16:creationId xmlns:a16="http://schemas.microsoft.com/office/drawing/2014/main" id="{08CA44EC-F643-986F-040B-CCD0759A8A84}"/>
              </a:ext>
            </a:extLst>
          </p:cNvPr>
          <p:cNvSpPr>
            <a:spLocks noGrp="1"/>
          </p:cNvSpPr>
          <p:nvPr>
            <p:ph type="sldNum" sz="quarter" idx="10"/>
          </p:nvPr>
        </p:nvSpPr>
        <p:spPr/>
        <p:txBody>
          <a:bodyPr/>
          <a:lstStyle/>
          <a:p>
            <a:fld id="{25A72821-826E-4312-96BD-7BB9BC4BC517}" type="slidenum">
              <a:rPr lang="en-US" smtClean="0"/>
              <a:t>47</a:t>
            </a:fld>
            <a:endParaRPr lang="en-US"/>
          </a:p>
        </p:txBody>
      </p:sp>
    </p:spTree>
    <p:extLst>
      <p:ext uri="{BB962C8B-B14F-4D97-AF65-F5344CB8AC3E}">
        <p14:creationId xmlns:p14="http://schemas.microsoft.com/office/powerpoint/2010/main" val="946579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9336D-51AB-4064-B30C-BAC3C673D9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B76037-4598-42B1-B3D4-2F51A8D9C9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DD3217-258C-449B-8CCB-44032219B5B7}"/>
              </a:ext>
            </a:extLst>
          </p:cNvPr>
          <p:cNvSpPr>
            <a:spLocks noGrp="1"/>
          </p:cNvSpPr>
          <p:nvPr>
            <p:ph type="dt" sz="half" idx="10"/>
          </p:nvPr>
        </p:nvSpPr>
        <p:spPr/>
        <p:txBody>
          <a:bodyPr/>
          <a:lstStyle/>
          <a:p>
            <a:fld id="{23691730-819A-4588-973E-978BE173CE24}" type="datetime1">
              <a:rPr lang="en-US" smtClean="0"/>
              <a:t>7/21/2026</a:t>
            </a:fld>
            <a:endParaRPr lang="en-US"/>
          </a:p>
        </p:txBody>
      </p:sp>
      <p:sp>
        <p:nvSpPr>
          <p:cNvPr id="5" name="Footer Placeholder 4">
            <a:extLst>
              <a:ext uri="{FF2B5EF4-FFF2-40B4-BE49-F238E27FC236}">
                <a16:creationId xmlns:a16="http://schemas.microsoft.com/office/drawing/2014/main" id="{B0E0E9E9-AA7E-45E4-8489-2C7038C0AA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60582B-FBF5-4923-8547-205EB23AA0B2}"/>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3935326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A629B-A399-44A3-B033-0FA820D77C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FB63AB-6AD8-41BA-BBBC-01CC22EEB3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0EEBD8-7313-4FB9-86F9-A5D86E2EBA12}"/>
              </a:ext>
            </a:extLst>
          </p:cNvPr>
          <p:cNvSpPr>
            <a:spLocks noGrp="1"/>
          </p:cNvSpPr>
          <p:nvPr>
            <p:ph type="dt" sz="half" idx="10"/>
          </p:nvPr>
        </p:nvSpPr>
        <p:spPr/>
        <p:txBody>
          <a:bodyPr/>
          <a:lstStyle/>
          <a:p>
            <a:fld id="{E92FC209-E483-4A6A-A282-4616667D562A}" type="datetime1">
              <a:rPr lang="en-US" smtClean="0"/>
              <a:t>7/21/2026</a:t>
            </a:fld>
            <a:endParaRPr lang="en-US"/>
          </a:p>
        </p:txBody>
      </p:sp>
      <p:sp>
        <p:nvSpPr>
          <p:cNvPr id="5" name="Footer Placeholder 4">
            <a:extLst>
              <a:ext uri="{FF2B5EF4-FFF2-40B4-BE49-F238E27FC236}">
                <a16:creationId xmlns:a16="http://schemas.microsoft.com/office/drawing/2014/main" id="{239ECDDB-C7BF-4E82-901F-0441EBC07F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571577-2F4F-4631-A2EC-DDE0C6A5B08A}"/>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1445270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6986-D7FF-4DFC-A85B-17F58DA1F8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1FD2A68-D8E4-426F-826E-0AB4D595F9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2206D8-4B3B-4D93-B41F-EA18A2398758}"/>
              </a:ext>
            </a:extLst>
          </p:cNvPr>
          <p:cNvSpPr>
            <a:spLocks noGrp="1"/>
          </p:cNvSpPr>
          <p:nvPr>
            <p:ph type="dt" sz="half" idx="10"/>
          </p:nvPr>
        </p:nvSpPr>
        <p:spPr/>
        <p:txBody>
          <a:bodyPr/>
          <a:lstStyle/>
          <a:p>
            <a:fld id="{7831000E-8ED8-4EDB-8564-44EFE2E7FF86}" type="datetime1">
              <a:rPr lang="en-US" smtClean="0"/>
              <a:t>7/21/2026</a:t>
            </a:fld>
            <a:endParaRPr lang="en-US"/>
          </a:p>
        </p:txBody>
      </p:sp>
      <p:sp>
        <p:nvSpPr>
          <p:cNvPr id="5" name="Footer Placeholder 4">
            <a:extLst>
              <a:ext uri="{FF2B5EF4-FFF2-40B4-BE49-F238E27FC236}">
                <a16:creationId xmlns:a16="http://schemas.microsoft.com/office/drawing/2014/main" id="{0F8C7FCA-DE9A-4FF3-B7DD-FC091CC1A1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5C9A3D-B3B6-480A-A1F9-6A0670671684}"/>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958848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F5043-9AF2-4BEE-BD1F-C0D7C7D58D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34ADF3-B954-4723-9B60-660A2843FF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4D22A5-565D-4ED2-AF51-4CD4B436F2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CF429D-0CB9-4886-A27D-C500D1A4E332}"/>
              </a:ext>
            </a:extLst>
          </p:cNvPr>
          <p:cNvSpPr>
            <a:spLocks noGrp="1"/>
          </p:cNvSpPr>
          <p:nvPr>
            <p:ph type="dt" sz="half" idx="10"/>
          </p:nvPr>
        </p:nvSpPr>
        <p:spPr/>
        <p:txBody>
          <a:bodyPr/>
          <a:lstStyle/>
          <a:p>
            <a:fld id="{8AC4686E-B7CB-4800-9818-ECC79741A633}" type="datetime1">
              <a:rPr lang="en-US" smtClean="0"/>
              <a:t>7/21/2026</a:t>
            </a:fld>
            <a:endParaRPr lang="en-US"/>
          </a:p>
        </p:txBody>
      </p:sp>
      <p:sp>
        <p:nvSpPr>
          <p:cNvPr id="6" name="Footer Placeholder 5">
            <a:extLst>
              <a:ext uri="{FF2B5EF4-FFF2-40B4-BE49-F238E27FC236}">
                <a16:creationId xmlns:a16="http://schemas.microsoft.com/office/drawing/2014/main" id="{B398CA7C-7CD8-424E-9D59-3439CF782A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611B00-543E-411F-A9A8-48CB132F7538}"/>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501004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AF457-5E17-4229-8949-7739E7A584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072998-9E0C-4279-AC1C-1159108F50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EBDD1D-32F9-43E6-B5F1-495712BB3B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9A0E4E-7D8F-4E25-935C-60091720A8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04F620-72FB-4B1C-AB1D-E8D252BE2B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798B2A-99E8-4B5D-BE5F-0D3E8FB57318}"/>
              </a:ext>
            </a:extLst>
          </p:cNvPr>
          <p:cNvSpPr>
            <a:spLocks noGrp="1"/>
          </p:cNvSpPr>
          <p:nvPr>
            <p:ph type="dt" sz="half" idx="10"/>
          </p:nvPr>
        </p:nvSpPr>
        <p:spPr/>
        <p:txBody>
          <a:bodyPr/>
          <a:lstStyle/>
          <a:p>
            <a:fld id="{E40685D7-17C2-4283-899A-B40F7CCB91F4}" type="datetime1">
              <a:rPr lang="en-US" smtClean="0"/>
              <a:t>7/21/2026</a:t>
            </a:fld>
            <a:endParaRPr lang="en-US"/>
          </a:p>
        </p:txBody>
      </p:sp>
      <p:sp>
        <p:nvSpPr>
          <p:cNvPr id="8" name="Footer Placeholder 7">
            <a:extLst>
              <a:ext uri="{FF2B5EF4-FFF2-40B4-BE49-F238E27FC236}">
                <a16:creationId xmlns:a16="http://schemas.microsoft.com/office/drawing/2014/main" id="{8B3BF04C-7C3D-4474-B569-0286ADB89A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EEF8CB-B686-4AB2-A4E2-D3CA0BD92BAD}"/>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3926559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7AF04-A7DB-45B3-B10C-D4DED478C3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7FA6D1-F137-47E3-B27A-55B3B4869A42}"/>
              </a:ext>
            </a:extLst>
          </p:cNvPr>
          <p:cNvSpPr>
            <a:spLocks noGrp="1"/>
          </p:cNvSpPr>
          <p:nvPr>
            <p:ph type="dt" sz="half" idx="10"/>
          </p:nvPr>
        </p:nvSpPr>
        <p:spPr/>
        <p:txBody>
          <a:bodyPr/>
          <a:lstStyle/>
          <a:p>
            <a:fld id="{D856391B-889B-4EBA-972E-3510B0600F93}" type="datetime1">
              <a:rPr lang="en-US" smtClean="0"/>
              <a:t>7/21/2026</a:t>
            </a:fld>
            <a:endParaRPr lang="en-US"/>
          </a:p>
        </p:txBody>
      </p:sp>
      <p:sp>
        <p:nvSpPr>
          <p:cNvPr id="4" name="Footer Placeholder 3">
            <a:extLst>
              <a:ext uri="{FF2B5EF4-FFF2-40B4-BE49-F238E27FC236}">
                <a16:creationId xmlns:a16="http://schemas.microsoft.com/office/drawing/2014/main" id="{30E06873-3F70-4F6C-8011-25B0042998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97C19C-DB9F-4618-B51B-7252EE187CFA}"/>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1716140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35F89A-0683-491B-95EA-90EB96887EF2}"/>
              </a:ext>
            </a:extLst>
          </p:cNvPr>
          <p:cNvSpPr>
            <a:spLocks noGrp="1"/>
          </p:cNvSpPr>
          <p:nvPr>
            <p:ph type="dt" sz="half" idx="10"/>
          </p:nvPr>
        </p:nvSpPr>
        <p:spPr/>
        <p:txBody>
          <a:bodyPr/>
          <a:lstStyle/>
          <a:p>
            <a:fld id="{655C92C3-01C3-4788-A4B8-E63E7BD2F871}" type="datetime1">
              <a:rPr lang="en-US" smtClean="0"/>
              <a:t>7/21/2026</a:t>
            </a:fld>
            <a:endParaRPr lang="en-US"/>
          </a:p>
        </p:txBody>
      </p:sp>
      <p:sp>
        <p:nvSpPr>
          <p:cNvPr id="3" name="Footer Placeholder 2">
            <a:extLst>
              <a:ext uri="{FF2B5EF4-FFF2-40B4-BE49-F238E27FC236}">
                <a16:creationId xmlns:a16="http://schemas.microsoft.com/office/drawing/2014/main" id="{112282B0-F173-4EF6-9268-E4BDA869B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8C65CE-828D-4082-91F7-D2AB7D587178}"/>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1998449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C4C49-E768-451C-8FAF-30F9DA0608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A57835-0EFE-4BE0-971F-4C94916AFC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D5D085-3B3E-41F9-B2A9-6048FACF7A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94E556-D497-4E98-8FE5-7B016592BE2B}"/>
              </a:ext>
            </a:extLst>
          </p:cNvPr>
          <p:cNvSpPr>
            <a:spLocks noGrp="1"/>
          </p:cNvSpPr>
          <p:nvPr>
            <p:ph type="dt" sz="half" idx="10"/>
          </p:nvPr>
        </p:nvSpPr>
        <p:spPr/>
        <p:txBody>
          <a:bodyPr/>
          <a:lstStyle/>
          <a:p>
            <a:fld id="{774B3F87-8F0C-451B-B363-1BE664343AEE}" type="datetime1">
              <a:rPr lang="en-US" smtClean="0"/>
              <a:t>7/21/2026</a:t>
            </a:fld>
            <a:endParaRPr lang="en-US"/>
          </a:p>
        </p:txBody>
      </p:sp>
      <p:sp>
        <p:nvSpPr>
          <p:cNvPr id="6" name="Footer Placeholder 5">
            <a:extLst>
              <a:ext uri="{FF2B5EF4-FFF2-40B4-BE49-F238E27FC236}">
                <a16:creationId xmlns:a16="http://schemas.microsoft.com/office/drawing/2014/main" id="{5A7CAA7C-543B-4E11-A5F5-A4DEC82FF8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8EDEA9-8A68-4AE2-AD6B-49ADBAD1E20B}"/>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1746694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3C01D-725C-4BB5-BEE8-A221B99783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A6F102-305E-4819-9B9E-B3FBDEC730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A9BEC6-FDC1-43F3-B788-1D3F6BE5E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6751AB-0BBC-48F8-9E59-F724E61FE98B}"/>
              </a:ext>
            </a:extLst>
          </p:cNvPr>
          <p:cNvSpPr>
            <a:spLocks noGrp="1"/>
          </p:cNvSpPr>
          <p:nvPr>
            <p:ph type="dt" sz="half" idx="10"/>
          </p:nvPr>
        </p:nvSpPr>
        <p:spPr/>
        <p:txBody>
          <a:bodyPr/>
          <a:lstStyle/>
          <a:p>
            <a:fld id="{804CC651-D45F-4356-BCB9-9CAD31A9F923}" type="datetime1">
              <a:rPr lang="en-US" smtClean="0"/>
              <a:t>7/21/2026</a:t>
            </a:fld>
            <a:endParaRPr lang="en-US"/>
          </a:p>
        </p:txBody>
      </p:sp>
      <p:sp>
        <p:nvSpPr>
          <p:cNvPr id="6" name="Footer Placeholder 5">
            <a:extLst>
              <a:ext uri="{FF2B5EF4-FFF2-40B4-BE49-F238E27FC236}">
                <a16:creationId xmlns:a16="http://schemas.microsoft.com/office/drawing/2014/main" id="{4070299A-B7F4-40C0-A36C-44B02AC560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B30844-6847-4BF1-9C15-E3A1646665BF}"/>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690500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A2C28-FF67-498F-B798-9E10FF4B0C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E06F3B-AA34-4BC0-925F-D0A3E1939F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43CFD-015A-415B-8C2C-713AF2204169}"/>
              </a:ext>
            </a:extLst>
          </p:cNvPr>
          <p:cNvSpPr>
            <a:spLocks noGrp="1"/>
          </p:cNvSpPr>
          <p:nvPr>
            <p:ph type="dt" sz="half" idx="10"/>
          </p:nvPr>
        </p:nvSpPr>
        <p:spPr/>
        <p:txBody>
          <a:bodyPr/>
          <a:lstStyle/>
          <a:p>
            <a:fld id="{064FA66E-3B79-4353-B825-6A47068627CF}" type="datetime1">
              <a:rPr lang="en-US" smtClean="0"/>
              <a:t>7/21/2026</a:t>
            </a:fld>
            <a:endParaRPr lang="en-US"/>
          </a:p>
        </p:txBody>
      </p:sp>
      <p:sp>
        <p:nvSpPr>
          <p:cNvPr id="5" name="Footer Placeholder 4">
            <a:extLst>
              <a:ext uri="{FF2B5EF4-FFF2-40B4-BE49-F238E27FC236}">
                <a16:creationId xmlns:a16="http://schemas.microsoft.com/office/drawing/2014/main" id="{18021E14-A879-4235-B3E9-E188935DFC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8105F9-7232-4ED5-8CF6-ACFB5C0791A0}"/>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1146272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62C0E8-5FF7-4959-8A0B-B1FC55E2C1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08B109-571F-4DC5-88A1-30901F9618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2175D4-646B-4CD9-8270-8944A8A48E2B}"/>
              </a:ext>
            </a:extLst>
          </p:cNvPr>
          <p:cNvSpPr>
            <a:spLocks noGrp="1"/>
          </p:cNvSpPr>
          <p:nvPr>
            <p:ph type="dt" sz="half" idx="10"/>
          </p:nvPr>
        </p:nvSpPr>
        <p:spPr/>
        <p:txBody>
          <a:bodyPr/>
          <a:lstStyle/>
          <a:p>
            <a:fld id="{DCF53647-3F24-4061-86EC-A4EC9FD45E5C}" type="datetime1">
              <a:rPr lang="en-US" smtClean="0"/>
              <a:t>7/21/2026</a:t>
            </a:fld>
            <a:endParaRPr lang="en-US"/>
          </a:p>
        </p:txBody>
      </p:sp>
      <p:sp>
        <p:nvSpPr>
          <p:cNvPr id="5" name="Footer Placeholder 4">
            <a:extLst>
              <a:ext uri="{FF2B5EF4-FFF2-40B4-BE49-F238E27FC236}">
                <a16:creationId xmlns:a16="http://schemas.microsoft.com/office/drawing/2014/main" id="{1EBDB902-3C43-411A-B819-910C315CF0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CDB9B1-DCB1-4709-8CE4-F9094DB7AFE6}"/>
              </a:ext>
            </a:extLst>
          </p:cNvPr>
          <p:cNvSpPr>
            <a:spLocks noGrp="1"/>
          </p:cNvSpPr>
          <p:nvPr>
            <p:ph type="sldNum" sz="quarter" idx="12"/>
          </p:nvPr>
        </p:nvSpPr>
        <p:spPr/>
        <p:txBody>
          <a:bodyPr/>
          <a:lstStyle/>
          <a:p>
            <a:fld id="{7DE213D0-F4A8-4002-9EDD-2AA04CFB5054}" type="slidenum">
              <a:rPr lang="en-US" smtClean="0"/>
              <a:t>‹#›</a:t>
            </a:fld>
            <a:endParaRPr lang="en-US"/>
          </a:p>
        </p:txBody>
      </p:sp>
    </p:spTree>
    <p:extLst>
      <p:ext uri="{BB962C8B-B14F-4D97-AF65-F5344CB8AC3E}">
        <p14:creationId xmlns:p14="http://schemas.microsoft.com/office/powerpoint/2010/main" val="2454832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5D839A-ED84-40C3-B742-FCC18CF3590E}" type="datetime1">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5610272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0F31E-BFA5-41F9-BF0B-BA8E97ACCFAE}"/>
              </a:ext>
            </a:extLst>
          </p:cNvPr>
          <p:cNvSpPr>
            <a:spLocks noGrp="1"/>
          </p:cNvSpPr>
          <p:nvPr>
            <p:ph type="title"/>
          </p:nvPr>
        </p:nvSpPr>
        <p:spPr>
          <a:xfrm>
            <a:off x="795867" y="0"/>
            <a:ext cx="10617200" cy="762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7F4F48-2FAC-4D2A-8262-64764C6BA3E2}"/>
              </a:ext>
            </a:extLst>
          </p:cNvPr>
          <p:cNvSpPr>
            <a:spLocks noGrp="1"/>
          </p:cNvSpPr>
          <p:nvPr>
            <p:ph type="body" sz="half" idx="1"/>
          </p:nvPr>
        </p:nvSpPr>
        <p:spPr>
          <a:xfrm>
            <a:off x="558800" y="977900"/>
            <a:ext cx="11260667" cy="25971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384A33-4343-4696-95C6-2C6F5EA806A9}"/>
              </a:ext>
            </a:extLst>
          </p:cNvPr>
          <p:cNvSpPr>
            <a:spLocks noGrp="1"/>
          </p:cNvSpPr>
          <p:nvPr>
            <p:ph sz="half" idx="2"/>
          </p:nvPr>
        </p:nvSpPr>
        <p:spPr>
          <a:xfrm>
            <a:off x="558800" y="3727450"/>
            <a:ext cx="11260667" cy="25971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8578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A7A7BF-615B-4D90-A1F3-59F7EFBBA5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02E0F0C-C8AA-412C-B855-FF8A064BF1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BB585-CB65-4F4E-BA1A-B62B6D521D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1F3D9B-6518-4165-9E8F-8954A7A73391}" type="datetime1">
              <a:rPr lang="en-US" smtClean="0"/>
              <a:t>7/21/2026</a:t>
            </a:fld>
            <a:endParaRPr lang="en-US"/>
          </a:p>
        </p:txBody>
      </p:sp>
      <p:sp>
        <p:nvSpPr>
          <p:cNvPr id="5" name="Footer Placeholder 4">
            <a:extLst>
              <a:ext uri="{FF2B5EF4-FFF2-40B4-BE49-F238E27FC236}">
                <a16:creationId xmlns:a16="http://schemas.microsoft.com/office/drawing/2014/main" id="{D05702A6-9B99-476D-8D25-8B57B20FAA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B5BED5-2E5E-4B74-AD2A-67B9327AC9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E213D0-F4A8-4002-9EDD-2AA04CFB5054}" type="slidenum">
              <a:rPr lang="en-US" smtClean="0"/>
              <a:t>‹#›</a:t>
            </a:fld>
            <a:endParaRPr lang="en-US"/>
          </a:p>
        </p:txBody>
      </p:sp>
    </p:spTree>
    <p:extLst>
      <p:ext uri="{BB962C8B-B14F-4D97-AF65-F5344CB8AC3E}">
        <p14:creationId xmlns:p14="http://schemas.microsoft.com/office/powerpoint/2010/main" val="265981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customXml" Target="../ink/ink6.xml"/><Relationship Id="rId3" Type="http://schemas.openxmlformats.org/officeDocument/2006/relationships/image" Target="../media/image9.png"/><Relationship Id="rId7" Type="http://schemas.openxmlformats.org/officeDocument/2006/relationships/image" Target="../media/image120.png"/><Relationship Id="rId12" Type="http://schemas.openxmlformats.org/officeDocument/2006/relationships/customXml" Target="../ink/ink5.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customXml" Target="../ink/ink2.xml"/><Relationship Id="rId11" Type="http://schemas.openxmlformats.org/officeDocument/2006/relationships/image" Target="../media/image14.png"/><Relationship Id="rId5" Type="http://schemas.openxmlformats.org/officeDocument/2006/relationships/image" Target="../media/image11.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13.png"/><Relationship Id="rId1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hyperlink" Target="https://calculla.com/bond_energy" TargetMode="External"/><Relationship Id="rId2" Type="http://schemas.openxmlformats.org/officeDocument/2006/relationships/image" Target="../media/image16.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9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7" Type="http://schemas.openxmlformats.org/officeDocument/2006/relationships/image" Target="../media/image23.png"/><Relationship Id="rId2" Type="http://schemas.openxmlformats.org/officeDocument/2006/relationships/customXml" Target="../ink/ink7.xml"/><Relationship Id="rId1" Type="http://schemas.openxmlformats.org/officeDocument/2006/relationships/slideLayout" Target="../slideLayouts/slideLayout6.xml"/><Relationship Id="rId6" Type="http://schemas.openxmlformats.org/officeDocument/2006/relationships/image" Target="../media/image21.png"/><Relationship Id="rId11" Type="http://schemas.openxmlformats.org/officeDocument/2006/relationships/image" Target="../media/image27.png"/><Relationship Id="rId5" Type="http://schemas.openxmlformats.org/officeDocument/2006/relationships/image" Target="../media/image22.png"/><Relationship Id="rId10" Type="http://schemas.openxmlformats.org/officeDocument/2006/relationships/image" Target="../media/image26.png"/><Relationship Id="rId9"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customXml" Target="../ink/ink8.xml"/><Relationship Id="rId7"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2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91.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oleObject" Target="../embeddings/oleObject1.bin"/><Relationship Id="rId7"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42.wmf"/><Relationship Id="rId5" Type="http://schemas.openxmlformats.org/officeDocument/2006/relationships/oleObject" Target="../embeddings/oleObject2.bin"/><Relationship Id="rId4" Type="http://schemas.openxmlformats.org/officeDocument/2006/relationships/image" Target="../media/image41.wmf"/></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7.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6.jpeg"/></Relationships>
</file>

<file path=ppt/slides/_rels/slide3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9.png"/><Relationship Id="rId7" Type="http://schemas.openxmlformats.org/officeDocument/2006/relationships/image" Target="../media/image270.png"/><Relationship Id="rId2" Type="http://schemas.openxmlformats.org/officeDocument/2006/relationships/image" Target="../media/image48.png"/><Relationship Id="rId1" Type="http://schemas.openxmlformats.org/officeDocument/2006/relationships/slideLayout" Target="../slideLayouts/slideLayout6.xml"/><Relationship Id="rId6" Type="http://schemas.openxmlformats.org/officeDocument/2006/relationships/image" Target="../media/image43.png"/><Relationship Id="rId5" Type="http://schemas.openxmlformats.org/officeDocument/2006/relationships/image" Target="../media/image220.png"/><Relationship Id="rId4" Type="http://schemas.openxmlformats.org/officeDocument/2006/relationships/image" Target="../media/image210.png"/><Relationship Id="rId9" Type="http://schemas.openxmlformats.org/officeDocument/2006/relationships/image" Target="../media/image50.png"/></Relationships>
</file>

<file path=ppt/slides/_rels/slide31.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41.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52.jpeg"/><Relationship Id="rId4" Type="http://schemas.openxmlformats.org/officeDocument/2006/relationships/image" Target="../media/image51.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55.w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56.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hyperlink" Target="https://www.nasa.gov/content/goddard/webb-telescope-test-insulating-from-heat-and-cold/" TargetMode="External"/><Relationship Id="rId2" Type="http://schemas.openxmlformats.org/officeDocument/2006/relationships/hyperlink" Target="https://calculla.com/bond_energy" TargetMode="External"/><Relationship Id="rId1" Type="http://schemas.openxmlformats.org/officeDocument/2006/relationships/slideLayout" Target="../slideLayouts/slideLayout12.xml"/><Relationship Id="rId5" Type="http://schemas.openxmlformats.org/officeDocument/2006/relationships/hyperlink" Target="https://pediaa.com/difference-between-single-double-and-triple-bonds/" TargetMode="External"/><Relationship Id="rId4" Type="http://schemas.openxmlformats.org/officeDocument/2006/relationships/hyperlink" Target="https://doi.org/10.1142/9789814322171_000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C4FDC5AB-C18B-45C6-B763-E38C63279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94" y="-170267"/>
            <a:ext cx="12308194"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861162C-B206-4FCC-BE4C-C29852AECCEA}"/>
              </a:ext>
            </a:extLst>
          </p:cNvPr>
          <p:cNvSpPr>
            <a:spLocks noGrp="1"/>
          </p:cNvSpPr>
          <p:nvPr>
            <p:ph type="ctrTitle"/>
          </p:nvPr>
        </p:nvSpPr>
        <p:spPr>
          <a:xfrm>
            <a:off x="1626955" y="541109"/>
            <a:ext cx="9144000" cy="2387600"/>
          </a:xfrm>
        </p:spPr>
        <p:txBody>
          <a:bodyPr>
            <a:normAutofit/>
          </a:bodyPr>
          <a:lstStyle/>
          <a:p>
            <a:r>
              <a:rPr lang="en-US" b="1" dirty="0">
                <a:solidFill>
                  <a:srgbClr val="FFFF00"/>
                </a:solidFill>
              </a:rPr>
              <a:t>SPCE 5065</a:t>
            </a:r>
            <a:br>
              <a:rPr lang="en-US" b="1" dirty="0">
                <a:solidFill>
                  <a:srgbClr val="FFFF00"/>
                </a:solidFill>
              </a:rPr>
            </a:br>
            <a:r>
              <a:rPr lang="en-US" b="1" dirty="0">
                <a:solidFill>
                  <a:srgbClr val="FFFF00"/>
                </a:solidFill>
              </a:rPr>
              <a:t>VACUUM ENVIRONMENT</a:t>
            </a:r>
          </a:p>
        </p:txBody>
      </p:sp>
      <p:sp>
        <p:nvSpPr>
          <p:cNvPr id="3" name="Subtitle 2">
            <a:extLst>
              <a:ext uri="{FF2B5EF4-FFF2-40B4-BE49-F238E27FC236}">
                <a16:creationId xmlns:a16="http://schemas.microsoft.com/office/drawing/2014/main" id="{053603A8-3E04-4413-8502-8C54E2F25CEB}"/>
              </a:ext>
            </a:extLst>
          </p:cNvPr>
          <p:cNvSpPr>
            <a:spLocks noGrp="1"/>
          </p:cNvSpPr>
          <p:nvPr>
            <p:ph type="subTitle" idx="1"/>
          </p:nvPr>
        </p:nvSpPr>
        <p:spPr>
          <a:xfrm>
            <a:off x="210263" y="3206793"/>
            <a:ext cx="5403273" cy="1655762"/>
          </a:xfrm>
        </p:spPr>
        <p:txBody>
          <a:bodyPr>
            <a:normAutofit fontScale="25000" lnSpcReduction="20000"/>
          </a:bodyPr>
          <a:lstStyle/>
          <a:p>
            <a:r>
              <a:rPr lang="en-US" sz="9600" b="1" dirty="0">
                <a:solidFill>
                  <a:srgbClr val="FFFF00"/>
                </a:solidFill>
              </a:rPr>
              <a:t>Part 1:  UV Radiation and Thermal Impacts</a:t>
            </a:r>
          </a:p>
          <a:p>
            <a:pPr algn="l">
              <a:spcBef>
                <a:spcPct val="50000"/>
              </a:spcBef>
              <a:buFontTx/>
              <a:buChar char="•"/>
            </a:pPr>
            <a:r>
              <a:rPr lang="en-US" altLang="en-US" sz="8000" dirty="0">
                <a:solidFill>
                  <a:schemeClr val="bg1"/>
                </a:solidFill>
                <a:latin typeface="Arial" panose="020B0604020202020204" pitchFamily="34" charset="0"/>
              </a:rPr>
              <a:t> UV Solar Degradation </a:t>
            </a:r>
          </a:p>
          <a:p>
            <a:pPr algn="l">
              <a:spcBef>
                <a:spcPct val="50000"/>
              </a:spcBef>
              <a:buFontTx/>
              <a:buChar char="•"/>
            </a:pPr>
            <a:r>
              <a:rPr lang="en-US" altLang="en-US" sz="8000" dirty="0">
                <a:solidFill>
                  <a:schemeClr val="bg1"/>
                </a:solidFill>
                <a:latin typeface="Arial" panose="020B0604020202020204" pitchFamily="34" charset="0"/>
              </a:rPr>
              <a:t>The Thermal Environment </a:t>
            </a:r>
          </a:p>
          <a:p>
            <a:pPr lvl="1" algn="l">
              <a:spcBef>
                <a:spcPct val="50000"/>
              </a:spcBef>
              <a:buFontTx/>
              <a:buChar char="•"/>
            </a:pPr>
            <a:r>
              <a:rPr lang="en-US" altLang="en-US" sz="7600" dirty="0">
                <a:solidFill>
                  <a:schemeClr val="bg1"/>
                </a:solidFill>
                <a:latin typeface="Arial" panose="020B0604020202020204" pitchFamily="34" charset="0"/>
              </a:rPr>
              <a:t> Principles of Heat Transfer</a:t>
            </a:r>
          </a:p>
          <a:p>
            <a:pPr lvl="1" algn="l">
              <a:spcBef>
                <a:spcPct val="50000"/>
              </a:spcBef>
              <a:buFontTx/>
              <a:buChar char="•"/>
            </a:pPr>
            <a:r>
              <a:rPr lang="en-US" altLang="en-US" sz="7600" dirty="0">
                <a:solidFill>
                  <a:schemeClr val="bg1"/>
                </a:solidFill>
                <a:latin typeface="Arial" panose="020B0604020202020204" pitchFamily="34" charset="0"/>
              </a:rPr>
              <a:t> Equilibrium Temperature ranges</a:t>
            </a:r>
          </a:p>
          <a:p>
            <a:pPr lvl="1" algn="l">
              <a:spcBef>
                <a:spcPct val="50000"/>
              </a:spcBef>
              <a:buFontTx/>
              <a:buChar char="•"/>
            </a:pPr>
            <a:r>
              <a:rPr lang="en-US" altLang="en-US" sz="7600" dirty="0">
                <a:solidFill>
                  <a:schemeClr val="bg1"/>
                </a:solidFill>
                <a:latin typeface="Arial" panose="020B0604020202020204" pitchFamily="34" charset="0"/>
              </a:rPr>
              <a:t>Thermal control solutions</a:t>
            </a:r>
          </a:p>
          <a:p>
            <a:pPr algn="l">
              <a:spcBef>
                <a:spcPct val="50000"/>
              </a:spcBef>
            </a:pPr>
            <a:r>
              <a:rPr lang="en-US" sz="8000" b="1" dirty="0">
                <a:solidFill>
                  <a:schemeClr val="bg1"/>
                </a:solidFill>
                <a:latin typeface="Arial" panose="020B0604020202020204" pitchFamily="34" charset="0"/>
              </a:rPr>
              <a:t>       </a:t>
            </a:r>
            <a:r>
              <a:rPr lang="en-US" sz="9600" b="1" dirty="0">
                <a:solidFill>
                  <a:srgbClr val="FFFF00"/>
                </a:solidFill>
              </a:rPr>
              <a:t>Part 2:  Contamination &amp; Control</a:t>
            </a:r>
          </a:p>
          <a:p>
            <a:pPr algn="l">
              <a:spcBef>
                <a:spcPct val="50000"/>
              </a:spcBef>
            </a:pPr>
            <a:endParaRPr lang="en-US" sz="9600" b="1" dirty="0">
              <a:solidFill>
                <a:srgbClr val="FFFF00"/>
              </a:solidFill>
            </a:endParaRPr>
          </a:p>
          <a:p>
            <a:pPr algn="l">
              <a:spcBef>
                <a:spcPct val="50000"/>
              </a:spcBef>
            </a:pPr>
            <a:endParaRPr lang="en-US" sz="9600" b="1" dirty="0">
              <a:solidFill>
                <a:srgbClr val="FFFF00"/>
              </a:solidFill>
            </a:endParaRPr>
          </a:p>
          <a:p>
            <a:pPr lvl="8">
              <a:spcBef>
                <a:spcPct val="50000"/>
              </a:spcBef>
              <a:buFontTx/>
              <a:buChar char="•"/>
            </a:pPr>
            <a:endParaRPr lang="en-US" altLang="en-US" sz="7200" dirty="0">
              <a:solidFill>
                <a:schemeClr val="bg1"/>
              </a:solidFill>
              <a:latin typeface="Arial" panose="020B0604020202020204" pitchFamily="34" charset="0"/>
            </a:endParaRPr>
          </a:p>
          <a:p>
            <a:endParaRPr lang="en-US" b="1" dirty="0">
              <a:solidFill>
                <a:srgbClr val="FFFF00"/>
              </a:solidFill>
            </a:endParaRPr>
          </a:p>
        </p:txBody>
      </p:sp>
      <p:sp>
        <p:nvSpPr>
          <p:cNvPr id="4" name="TextBox 3">
            <a:extLst>
              <a:ext uri="{FF2B5EF4-FFF2-40B4-BE49-F238E27FC236}">
                <a16:creationId xmlns:a16="http://schemas.microsoft.com/office/drawing/2014/main" id="{248A007A-2A35-4CFD-B0E2-F7DC3DD4DFCD}"/>
              </a:ext>
            </a:extLst>
          </p:cNvPr>
          <p:cNvSpPr txBox="1"/>
          <p:nvPr/>
        </p:nvSpPr>
        <p:spPr>
          <a:xfrm>
            <a:off x="8420839" y="3482678"/>
            <a:ext cx="3118647" cy="1661993"/>
          </a:xfrm>
          <a:prstGeom prst="rect">
            <a:avLst/>
          </a:prstGeom>
          <a:noFill/>
        </p:spPr>
        <p:txBody>
          <a:bodyPr wrap="square" rtlCol="0">
            <a:spAutoFit/>
          </a:bodyPr>
          <a:lstStyle/>
          <a:p>
            <a:pPr algn="ctr"/>
            <a:r>
              <a:rPr lang="en-US" sz="2800" b="1" dirty="0">
                <a:solidFill>
                  <a:srgbClr val="7030A0"/>
                </a:solidFill>
              </a:rPr>
              <a:t>There’s nothing out there.  That’s why it’s called space</a:t>
            </a:r>
            <a:r>
              <a:rPr lang="en-US" sz="2800" dirty="0">
                <a:solidFill>
                  <a:srgbClr val="7030A0"/>
                </a:solidFill>
              </a:rPr>
              <a:t>.</a:t>
            </a:r>
          </a:p>
          <a:p>
            <a:pPr algn="ctr"/>
            <a:r>
              <a:rPr lang="en-US" dirty="0">
                <a:solidFill>
                  <a:srgbClr val="7030A0"/>
                </a:solidFill>
              </a:rPr>
              <a:t>John F. Kennedy</a:t>
            </a:r>
          </a:p>
        </p:txBody>
      </p:sp>
      <p:sp>
        <p:nvSpPr>
          <p:cNvPr id="6" name="Slide Number Placeholder 5">
            <a:extLst>
              <a:ext uri="{FF2B5EF4-FFF2-40B4-BE49-F238E27FC236}">
                <a16:creationId xmlns:a16="http://schemas.microsoft.com/office/drawing/2014/main" id="{23A2816D-DFBA-81E1-22D6-8191BE52B53F}"/>
              </a:ext>
            </a:extLst>
          </p:cNvPr>
          <p:cNvSpPr>
            <a:spLocks noGrp="1"/>
          </p:cNvSpPr>
          <p:nvPr>
            <p:ph type="sldNum" sz="quarter" idx="12"/>
          </p:nvPr>
        </p:nvSpPr>
        <p:spPr/>
        <p:txBody>
          <a:bodyPr/>
          <a:lstStyle/>
          <a:p>
            <a:fld id="{7DE213D0-F4A8-4002-9EDD-2AA04CFB5054}" type="slidenum">
              <a:rPr lang="en-US" smtClean="0"/>
              <a:t>1</a:t>
            </a:fld>
            <a:endParaRPr lang="en-US"/>
          </a:p>
        </p:txBody>
      </p:sp>
    </p:spTree>
    <p:extLst>
      <p:ext uri="{BB962C8B-B14F-4D97-AF65-F5344CB8AC3E}">
        <p14:creationId xmlns:p14="http://schemas.microsoft.com/office/powerpoint/2010/main" val="731467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2DD736E-B0C3-344C-6FDD-EE931E0F94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2672" y="136525"/>
            <a:ext cx="8318928" cy="1536779"/>
          </a:xfrm>
          <a:prstGeom prst="rect">
            <a:avLst/>
          </a:prstGeom>
        </p:spPr>
      </p:pic>
      <p:sp>
        <p:nvSpPr>
          <p:cNvPr id="4" name="Slide Number Placeholder 3">
            <a:extLst>
              <a:ext uri="{FF2B5EF4-FFF2-40B4-BE49-F238E27FC236}">
                <a16:creationId xmlns:a16="http://schemas.microsoft.com/office/drawing/2014/main" id="{EE78EEAB-21EE-489B-B288-F57857959A02}"/>
              </a:ext>
            </a:extLst>
          </p:cNvPr>
          <p:cNvSpPr>
            <a:spLocks noGrp="1"/>
          </p:cNvSpPr>
          <p:nvPr>
            <p:ph type="sldNum" sz="quarter" idx="12"/>
          </p:nvPr>
        </p:nvSpPr>
        <p:spPr/>
        <p:txBody>
          <a:bodyPr/>
          <a:lstStyle/>
          <a:p>
            <a:fld id="{7DE213D0-F4A8-4002-9EDD-2AA04CFB5054}" type="slidenum">
              <a:rPr lang="en-US" smtClean="0"/>
              <a:t>2</a:t>
            </a:fld>
            <a:endParaRPr lang="en-US"/>
          </a:p>
        </p:txBody>
      </p:sp>
      <p:pic>
        <p:nvPicPr>
          <p:cNvPr id="8" name="Picture 7">
            <a:extLst>
              <a:ext uri="{FF2B5EF4-FFF2-40B4-BE49-F238E27FC236}">
                <a16:creationId xmlns:a16="http://schemas.microsoft.com/office/drawing/2014/main" id="{C04E0400-4B6F-1394-F07A-C0B9E55874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9196" y="1673304"/>
            <a:ext cx="8979361" cy="1568531"/>
          </a:xfrm>
          <a:prstGeom prst="rect">
            <a:avLst/>
          </a:prstGeom>
        </p:spPr>
      </p:pic>
      <p:pic>
        <p:nvPicPr>
          <p:cNvPr id="10" name="Picture 9">
            <a:extLst>
              <a:ext uri="{FF2B5EF4-FFF2-40B4-BE49-F238E27FC236}">
                <a16:creationId xmlns:a16="http://schemas.microsoft.com/office/drawing/2014/main" id="{0BA09523-2314-6CCB-86A1-6BED5307EF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24331" y="3241835"/>
            <a:ext cx="6713532" cy="3537610"/>
          </a:xfrm>
          <a:prstGeom prst="rect">
            <a:avLst/>
          </a:prstGeom>
        </p:spPr>
      </p:pic>
    </p:spTree>
    <p:extLst>
      <p:ext uri="{BB962C8B-B14F-4D97-AF65-F5344CB8AC3E}">
        <p14:creationId xmlns:p14="http://schemas.microsoft.com/office/powerpoint/2010/main" val="1763653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current events image and space">
            <a:extLst>
              <a:ext uri="{FF2B5EF4-FFF2-40B4-BE49-F238E27FC236}">
                <a16:creationId xmlns:a16="http://schemas.microsoft.com/office/drawing/2014/main" id="{41BCF404-E05D-449A-AA7D-9487C21ED74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9468"/>
            <a:ext cx="7571232" cy="68385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5705547-0D64-4E8B-ABC3-B75751765CF3}"/>
              </a:ext>
            </a:extLst>
          </p:cNvPr>
          <p:cNvSpPr txBox="1"/>
          <p:nvPr/>
        </p:nvSpPr>
        <p:spPr>
          <a:xfrm>
            <a:off x="8000756" y="4062744"/>
            <a:ext cx="4031761" cy="2246769"/>
          </a:xfrm>
          <a:prstGeom prst="rect">
            <a:avLst/>
          </a:prstGeom>
          <a:noFill/>
        </p:spPr>
        <p:txBody>
          <a:bodyPr wrap="square" rtlCol="0">
            <a:spAutoFit/>
          </a:bodyPr>
          <a:lstStyle/>
          <a:p>
            <a:r>
              <a:rPr lang="en-US" sz="2000" dirty="0"/>
              <a:t>Homework problem 1 part a</a:t>
            </a:r>
          </a:p>
          <a:p>
            <a:r>
              <a:rPr lang="en-US" sz="2000" dirty="0"/>
              <a:t>Write:</a:t>
            </a:r>
          </a:p>
          <a:p>
            <a:pPr marL="342900" indent="-342900">
              <a:buAutoNum type="arabicParenR"/>
            </a:pPr>
            <a:r>
              <a:rPr lang="en-US" sz="2000" dirty="0"/>
              <a:t>Summarize the presentation</a:t>
            </a:r>
          </a:p>
          <a:p>
            <a:r>
              <a:rPr lang="en-US" sz="2000" dirty="0"/>
              <a:t>2) Describe something you learned from it</a:t>
            </a:r>
          </a:p>
          <a:p>
            <a:r>
              <a:rPr lang="en-US" sz="2000" dirty="0"/>
              <a:t>3)  Write one question you have left about the presentation</a:t>
            </a:r>
          </a:p>
        </p:txBody>
      </p:sp>
      <p:pic>
        <p:nvPicPr>
          <p:cNvPr id="1028" name="Picture 4" descr="Image result for current events image">
            <a:extLst>
              <a:ext uri="{FF2B5EF4-FFF2-40B4-BE49-F238E27FC236}">
                <a16:creationId xmlns:a16="http://schemas.microsoft.com/office/drawing/2014/main" id="{E7C27866-F914-4402-8A14-2212DCBE29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1612" y="259292"/>
            <a:ext cx="4210050" cy="20764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7CF2315-A915-D96D-0C73-96CD89C4B8C7}"/>
              </a:ext>
            </a:extLst>
          </p:cNvPr>
          <p:cNvSpPr txBox="1"/>
          <p:nvPr/>
        </p:nvSpPr>
        <p:spPr>
          <a:xfrm>
            <a:off x="8048171" y="2787540"/>
            <a:ext cx="3585029" cy="1077218"/>
          </a:xfrm>
          <a:prstGeom prst="rect">
            <a:avLst/>
          </a:prstGeom>
          <a:noFill/>
        </p:spPr>
        <p:txBody>
          <a:bodyPr wrap="square" rtlCol="0">
            <a:spAutoFit/>
          </a:bodyPr>
          <a:lstStyle/>
          <a:p>
            <a:pPr algn="ctr"/>
            <a:r>
              <a:rPr lang="en-US" sz="3200" dirty="0">
                <a:latin typeface="Magneto" panose="04030805050802020D02" pitchFamily="82" charset="0"/>
              </a:rPr>
              <a:t>Garrett Kennedy</a:t>
            </a:r>
          </a:p>
        </p:txBody>
      </p:sp>
    </p:spTree>
    <p:extLst>
      <p:ext uri="{BB962C8B-B14F-4D97-AF65-F5344CB8AC3E}">
        <p14:creationId xmlns:p14="http://schemas.microsoft.com/office/powerpoint/2010/main" val="1100958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current events image and space">
            <a:extLst>
              <a:ext uri="{FF2B5EF4-FFF2-40B4-BE49-F238E27FC236}">
                <a16:creationId xmlns:a16="http://schemas.microsoft.com/office/drawing/2014/main" id="{41BCF404-E05D-449A-AA7D-9487C21ED74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9468"/>
            <a:ext cx="7571232" cy="68385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5705547-0D64-4E8B-ABC3-B75751765CF3}"/>
              </a:ext>
            </a:extLst>
          </p:cNvPr>
          <p:cNvSpPr txBox="1"/>
          <p:nvPr/>
        </p:nvSpPr>
        <p:spPr>
          <a:xfrm>
            <a:off x="7911612" y="3778072"/>
            <a:ext cx="4031761" cy="2246769"/>
          </a:xfrm>
          <a:prstGeom prst="rect">
            <a:avLst/>
          </a:prstGeom>
          <a:noFill/>
        </p:spPr>
        <p:txBody>
          <a:bodyPr wrap="square" rtlCol="0">
            <a:spAutoFit/>
          </a:bodyPr>
          <a:lstStyle/>
          <a:p>
            <a:r>
              <a:rPr lang="en-US" sz="2000" dirty="0"/>
              <a:t>Homework Problem 1 part b</a:t>
            </a:r>
          </a:p>
          <a:p>
            <a:r>
              <a:rPr lang="en-US" sz="2000" dirty="0"/>
              <a:t>Write:</a:t>
            </a:r>
          </a:p>
          <a:p>
            <a:pPr marL="342900" indent="-342900">
              <a:buAutoNum type="arabicParenR"/>
            </a:pPr>
            <a:r>
              <a:rPr lang="en-US" sz="2000" dirty="0"/>
              <a:t>Summarize the presentation</a:t>
            </a:r>
          </a:p>
          <a:p>
            <a:r>
              <a:rPr lang="en-US" sz="2000" dirty="0"/>
              <a:t>2) Describe something you learned from it</a:t>
            </a:r>
          </a:p>
          <a:p>
            <a:r>
              <a:rPr lang="en-US" sz="2000" dirty="0"/>
              <a:t>3)  Write one question you have left about the presentation</a:t>
            </a:r>
          </a:p>
        </p:txBody>
      </p:sp>
      <p:pic>
        <p:nvPicPr>
          <p:cNvPr id="1028" name="Picture 4" descr="Image result for current events image">
            <a:extLst>
              <a:ext uri="{FF2B5EF4-FFF2-40B4-BE49-F238E27FC236}">
                <a16:creationId xmlns:a16="http://schemas.microsoft.com/office/drawing/2014/main" id="{E7C27866-F914-4402-8A14-2212DCBE29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1612" y="259292"/>
            <a:ext cx="4210050" cy="20764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7CF2315-A915-D96D-0C73-96CD89C4B8C7}"/>
              </a:ext>
            </a:extLst>
          </p:cNvPr>
          <p:cNvSpPr txBox="1"/>
          <p:nvPr/>
        </p:nvSpPr>
        <p:spPr>
          <a:xfrm>
            <a:off x="8048171" y="2787540"/>
            <a:ext cx="3585029" cy="584775"/>
          </a:xfrm>
          <a:prstGeom prst="rect">
            <a:avLst/>
          </a:prstGeom>
          <a:noFill/>
        </p:spPr>
        <p:txBody>
          <a:bodyPr wrap="square" rtlCol="0">
            <a:spAutoFit/>
          </a:bodyPr>
          <a:lstStyle/>
          <a:p>
            <a:pPr algn="ctr"/>
            <a:r>
              <a:rPr lang="en-US" sz="3200" dirty="0">
                <a:latin typeface="Magneto" panose="04030805050802020D02" pitchFamily="82" charset="0"/>
              </a:rPr>
              <a:t>Jordan Clayton</a:t>
            </a:r>
          </a:p>
        </p:txBody>
      </p:sp>
    </p:spTree>
    <p:extLst>
      <p:ext uri="{BB962C8B-B14F-4D97-AF65-F5344CB8AC3E}">
        <p14:creationId xmlns:p14="http://schemas.microsoft.com/office/powerpoint/2010/main" val="3838422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CC0F9-759D-5101-C37E-A628701EF6E5}"/>
            </a:ext>
          </a:extLst>
        </p:cNvPr>
        <p:cNvGrpSpPr/>
        <p:nvPr/>
      </p:nvGrpSpPr>
      <p:grpSpPr>
        <a:xfrm>
          <a:off x="0" y="0"/>
          <a:ext cx="0" cy="0"/>
          <a:chOff x="0" y="0"/>
          <a:chExt cx="0" cy="0"/>
        </a:xfrm>
      </p:grpSpPr>
      <p:pic>
        <p:nvPicPr>
          <p:cNvPr id="1026" name="Picture 2" descr="Image result for current events image and space">
            <a:extLst>
              <a:ext uri="{FF2B5EF4-FFF2-40B4-BE49-F238E27FC236}">
                <a16:creationId xmlns:a16="http://schemas.microsoft.com/office/drawing/2014/main" id="{84429F5D-2263-8E70-BA4D-E4C354DD2EE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9468"/>
            <a:ext cx="7571232" cy="68385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077C576-31D7-5F25-1CAC-809A561915D0}"/>
              </a:ext>
            </a:extLst>
          </p:cNvPr>
          <p:cNvSpPr txBox="1"/>
          <p:nvPr/>
        </p:nvSpPr>
        <p:spPr>
          <a:xfrm>
            <a:off x="7911612" y="3778072"/>
            <a:ext cx="4031761" cy="2246769"/>
          </a:xfrm>
          <a:prstGeom prst="rect">
            <a:avLst/>
          </a:prstGeom>
          <a:noFill/>
        </p:spPr>
        <p:txBody>
          <a:bodyPr wrap="square" rtlCol="0">
            <a:spAutoFit/>
          </a:bodyPr>
          <a:lstStyle/>
          <a:p>
            <a:r>
              <a:rPr lang="en-US" sz="2000" dirty="0"/>
              <a:t>Homework Problem 1 part c</a:t>
            </a:r>
          </a:p>
          <a:p>
            <a:r>
              <a:rPr lang="en-US" sz="2000" dirty="0"/>
              <a:t>Write:</a:t>
            </a:r>
          </a:p>
          <a:p>
            <a:pPr marL="342900" indent="-342900">
              <a:buAutoNum type="arabicParenR"/>
            </a:pPr>
            <a:r>
              <a:rPr lang="en-US" sz="2000" dirty="0"/>
              <a:t>Summarize the presentation</a:t>
            </a:r>
          </a:p>
          <a:p>
            <a:r>
              <a:rPr lang="en-US" sz="2000" dirty="0"/>
              <a:t>2) Describe something you learned from it</a:t>
            </a:r>
          </a:p>
          <a:p>
            <a:r>
              <a:rPr lang="en-US" sz="2000" dirty="0"/>
              <a:t>3)  Write one question you have left about the presentation</a:t>
            </a:r>
          </a:p>
        </p:txBody>
      </p:sp>
      <p:pic>
        <p:nvPicPr>
          <p:cNvPr id="1028" name="Picture 4" descr="Image result for current events image">
            <a:extLst>
              <a:ext uri="{FF2B5EF4-FFF2-40B4-BE49-F238E27FC236}">
                <a16:creationId xmlns:a16="http://schemas.microsoft.com/office/drawing/2014/main" id="{B1763C04-EC70-D026-4BB5-7E2B184930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1612" y="259292"/>
            <a:ext cx="4210050" cy="20764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497B0B6-F63E-097A-1015-3BB03A218562}"/>
              </a:ext>
            </a:extLst>
          </p:cNvPr>
          <p:cNvSpPr txBox="1"/>
          <p:nvPr/>
        </p:nvSpPr>
        <p:spPr>
          <a:xfrm>
            <a:off x="8048171" y="2787540"/>
            <a:ext cx="3585029" cy="584775"/>
          </a:xfrm>
          <a:prstGeom prst="rect">
            <a:avLst/>
          </a:prstGeom>
          <a:noFill/>
        </p:spPr>
        <p:txBody>
          <a:bodyPr wrap="square" rtlCol="0">
            <a:spAutoFit/>
          </a:bodyPr>
          <a:lstStyle/>
          <a:p>
            <a:pPr algn="ctr"/>
            <a:r>
              <a:rPr lang="en-US" sz="3200" dirty="0">
                <a:latin typeface="Magneto" panose="04030805050802020D02" pitchFamily="82" charset="0"/>
              </a:rPr>
              <a:t>Nick Dankel</a:t>
            </a:r>
          </a:p>
        </p:txBody>
      </p:sp>
    </p:spTree>
    <p:extLst>
      <p:ext uri="{BB962C8B-B14F-4D97-AF65-F5344CB8AC3E}">
        <p14:creationId xmlns:p14="http://schemas.microsoft.com/office/powerpoint/2010/main" val="2099282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67B33-1E04-CD53-1FB3-8D4AC73184FE}"/>
            </a:ext>
          </a:extLst>
        </p:cNvPr>
        <p:cNvGrpSpPr/>
        <p:nvPr/>
      </p:nvGrpSpPr>
      <p:grpSpPr>
        <a:xfrm>
          <a:off x="0" y="0"/>
          <a:ext cx="0" cy="0"/>
          <a:chOff x="0" y="0"/>
          <a:chExt cx="0" cy="0"/>
        </a:xfrm>
      </p:grpSpPr>
      <p:pic>
        <p:nvPicPr>
          <p:cNvPr id="1026" name="Picture 2" descr="Image result for current events image and space">
            <a:extLst>
              <a:ext uri="{FF2B5EF4-FFF2-40B4-BE49-F238E27FC236}">
                <a16:creationId xmlns:a16="http://schemas.microsoft.com/office/drawing/2014/main" id="{229D1FB3-43BF-F47F-DA5F-DE62CAB49DE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9468"/>
            <a:ext cx="7571232" cy="68385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B7FB2E7-F716-27BF-E89C-2FEF6BA62B01}"/>
              </a:ext>
            </a:extLst>
          </p:cNvPr>
          <p:cNvSpPr txBox="1"/>
          <p:nvPr/>
        </p:nvSpPr>
        <p:spPr>
          <a:xfrm>
            <a:off x="7911612" y="3778072"/>
            <a:ext cx="4031761" cy="2246769"/>
          </a:xfrm>
          <a:prstGeom prst="rect">
            <a:avLst/>
          </a:prstGeom>
          <a:noFill/>
        </p:spPr>
        <p:txBody>
          <a:bodyPr wrap="square" rtlCol="0">
            <a:spAutoFit/>
          </a:bodyPr>
          <a:lstStyle/>
          <a:p>
            <a:r>
              <a:rPr lang="en-US" sz="2000" dirty="0"/>
              <a:t>Homework Problem 1 part d</a:t>
            </a:r>
          </a:p>
          <a:p>
            <a:r>
              <a:rPr lang="en-US" sz="2000" dirty="0"/>
              <a:t>Write:</a:t>
            </a:r>
          </a:p>
          <a:p>
            <a:pPr marL="342900" indent="-342900">
              <a:buAutoNum type="arabicParenR"/>
            </a:pPr>
            <a:r>
              <a:rPr lang="en-US" sz="2000" dirty="0"/>
              <a:t>Summarize the presentation</a:t>
            </a:r>
          </a:p>
          <a:p>
            <a:r>
              <a:rPr lang="en-US" sz="2000" dirty="0"/>
              <a:t>2) Describe something you learned from it</a:t>
            </a:r>
          </a:p>
          <a:p>
            <a:r>
              <a:rPr lang="en-US" sz="2000" dirty="0"/>
              <a:t>3)  Write one question you have left about the presentation</a:t>
            </a:r>
          </a:p>
        </p:txBody>
      </p:sp>
      <p:pic>
        <p:nvPicPr>
          <p:cNvPr id="1028" name="Picture 4" descr="Image result for current events image">
            <a:extLst>
              <a:ext uri="{FF2B5EF4-FFF2-40B4-BE49-F238E27FC236}">
                <a16:creationId xmlns:a16="http://schemas.microsoft.com/office/drawing/2014/main" id="{D39B7C55-EE26-8BCC-8B3D-88FB16AB27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1612" y="259292"/>
            <a:ext cx="4210050" cy="20764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328789-E5BC-7093-C11E-4C2538DBC798}"/>
              </a:ext>
            </a:extLst>
          </p:cNvPr>
          <p:cNvSpPr txBox="1"/>
          <p:nvPr/>
        </p:nvSpPr>
        <p:spPr>
          <a:xfrm>
            <a:off x="8048171" y="2787540"/>
            <a:ext cx="3585029" cy="584775"/>
          </a:xfrm>
          <a:prstGeom prst="rect">
            <a:avLst/>
          </a:prstGeom>
          <a:noFill/>
        </p:spPr>
        <p:txBody>
          <a:bodyPr wrap="square" rtlCol="0">
            <a:spAutoFit/>
          </a:bodyPr>
          <a:lstStyle/>
          <a:p>
            <a:pPr algn="ctr"/>
            <a:r>
              <a:rPr lang="en-US" sz="3200" dirty="0">
                <a:latin typeface="Magneto" panose="04030805050802020D02" pitchFamily="82" charset="0"/>
              </a:rPr>
              <a:t>Paige Mauldin</a:t>
            </a:r>
          </a:p>
        </p:txBody>
      </p:sp>
    </p:spTree>
    <p:extLst>
      <p:ext uri="{BB962C8B-B14F-4D97-AF65-F5344CB8AC3E}">
        <p14:creationId xmlns:p14="http://schemas.microsoft.com/office/powerpoint/2010/main" val="230232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3" name="Rectangle 1946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458" name="Picture 2" descr="http://www.jpl.nasa.gov/missions/web/cassini.jpg">
            <a:extLst>
              <a:ext uri="{FF2B5EF4-FFF2-40B4-BE49-F238E27FC236}">
                <a16:creationId xmlns:a16="http://schemas.microsoft.com/office/drawing/2014/main" id="{5A373369-2B8D-4B5B-8E21-F36FA9E20A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882" b="-1"/>
          <a:stretch/>
        </p:blipFill>
        <p:spPr bwMode="auto">
          <a:xfrm>
            <a:off x="1"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19465" name="Rectangle 1946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90" name="Rectangle 2">
            <a:extLst>
              <a:ext uri="{FF2B5EF4-FFF2-40B4-BE49-F238E27FC236}">
                <a16:creationId xmlns:a16="http://schemas.microsoft.com/office/drawing/2014/main" id="{D685C853-B771-4DD5-AE32-1E4A92D2C8BC}"/>
              </a:ext>
            </a:extLst>
          </p:cNvPr>
          <p:cNvSpPr>
            <a:spLocks noGrp="1" noChangeArrowheads="1"/>
          </p:cNvSpPr>
          <p:nvPr>
            <p:ph type="title"/>
          </p:nvPr>
        </p:nvSpPr>
        <p:spPr>
          <a:xfrm>
            <a:off x="7531610" y="365125"/>
            <a:ext cx="3822189" cy="1899912"/>
          </a:xfrm>
        </p:spPr>
        <p:txBody>
          <a:bodyPr vert="horz" lIns="91440" tIns="45720" rIns="91440" bIns="45720" rtlCol="0" anchor="ctr">
            <a:normAutofit/>
          </a:bodyPr>
          <a:lstStyle/>
          <a:p>
            <a:pPr>
              <a:defRPr/>
            </a:pPr>
            <a:r>
              <a:rPr lang="en-US" altLang="en-US" sz="4000"/>
              <a:t>Operating in a Vacuum</a:t>
            </a:r>
          </a:p>
        </p:txBody>
      </p:sp>
      <p:sp>
        <p:nvSpPr>
          <p:cNvPr id="12291" name="Rectangle 3">
            <a:extLst>
              <a:ext uri="{FF2B5EF4-FFF2-40B4-BE49-F238E27FC236}">
                <a16:creationId xmlns:a16="http://schemas.microsoft.com/office/drawing/2014/main" id="{BDEA1A40-6143-48D6-B3C9-C1D1992A08B1}"/>
              </a:ext>
            </a:extLst>
          </p:cNvPr>
          <p:cNvSpPr>
            <a:spLocks noChangeArrowheads="1"/>
          </p:cNvSpPr>
          <p:nvPr/>
        </p:nvSpPr>
        <p:spPr bwMode="auto">
          <a:xfrm>
            <a:off x="7531610" y="2434201"/>
            <a:ext cx="3822189" cy="374276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lIns="91440" tIns="45720" rIns="91440" bIns="45720" rtlCol="0">
            <a:normAutofit/>
          </a:bodyPr>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indent="-228600">
              <a:lnSpc>
                <a:spcPct val="90000"/>
              </a:lnSpc>
              <a:spcBef>
                <a:spcPct val="200000"/>
              </a:spcBef>
              <a:buFont typeface="Arial" panose="020B0604020202020204" pitchFamily="34" charset="0"/>
              <a:buChar char="•"/>
              <a:defRPr/>
            </a:pPr>
            <a:r>
              <a:rPr lang="en-US" altLang="en-US" sz="2000">
                <a:latin typeface="+mn-lt"/>
              </a:rPr>
              <a:t>BUT …   it also causes problems:</a:t>
            </a:r>
          </a:p>
          <a:p>
            <a:pPr lvl="1" indent="-228600">
              <a:lnSpc>
                <a:spcPct val="90000"/>
              </a:lnSpc>
              <a:spcBef>
                <a:spcPct val="50000"/>
              </a:spcBef>
              <a:buFont typeface="Arial" panose="020B0604020202020204" pitchFamily="34" charset="0"/>
              <a:buChar char="•"/>
              <a:defRPr/>
            </a:pPr>
            <a:r>
              <a:rPr lang="en-US" altLang="en-US" sz="2000">
                <a:latin typeface="+mn-lt"/>
              </a:rPr>
              <a:t>Solar ultraviolet degradation</a:t>
            </a:r>
          </a:p>
          <a:p>
            <a:pPr lvl="1" indent="-228600">
              <a:lnSpc>
                <a:spcPct val="90000"/>
              </a:lnSpc>
              <a:spcBef>
                <a:spcPct val="50000"/>
              </a:spcBef>
              <a:buFont typeface="Arial" panose="020B0604020202020204" pitchFamily="34" charset="0"/>
              <a:buChar char="•"/>
              <a:defRPr/>
            </a:pPr>
            <a:r>
              <a:rPr lang="en-US" altLang="en-US" sz="2000">
                <a:latin typeface="+mn-lt"/>
              </a:rPr>
              <a:t>Heat transfer</a:t>
            </a:r>
          </a:p>
          <a:p>
            <a:pPr lvl="1" indent="-228600">
              <a:lnSpc>
                <a:spcPct val="90000"/>
              </a:lnSpc>
              <a:spcBef>
                <a:spcPct val="50000"/>
              </a:spcBef>
              <a:buFont typeface="Arial" panose="020B0604020202020204" pitchFamily="34" charset="0"/>
              <a:buChar char="•"/>
              <a:defRPr/>
            </a:pPr>
            <a:r>
              <a:rPr lang="en-US" altLang="en-US" sz="2000">
                <a:latin typeface="+mn-lt"/>
              </a:rPr>
              <a:t>Self-contamination (outgassing)</a:t>
            </a:r>
          </a:p>
          <a:p>
            <a:pPr lvl="1" indent="-228600">
              <a:lnSpc>
                <a:spcPct val="90000"/>
              </a:lnSpc>
              <a:spcBef>
                <a:spcPct val="50000"/>
              </a:spcBef>
              <a:buFont typeface="Arial" panose="020B0604020202020204" pitchFamily="34" charset="0"/>
              <a:buChar char="•"/>
              <a:defRPr/>
            </a:pPr>
            <a:r>
              <a:rPr lang="en-US" altLang="en-US" sz="2000">
                <a:latin typeface="+mn-lt"/>
              </a:rPr>
              <a:t>Cold welding</a:t>
            </a:r>
          </a:p>
        </p:txBody>
      </p:sp>
      <p:sp>
        <p:nvSpPr>
          <p:cNvPr id="2" name="Slide Number Placeholder 1">
            <a:extLst>
              <a:ext uri="{FF2B5EF4-FFF2-40B4-BE49-F238E27FC236}">
                <a16:creationId xmlns:a16="http://schemas.microsoft.com/office/drawing/2014/main" id="{91D9D7C7-74A5-4A34-8F8C-EBAC83A94CE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C83C362F-97FB-4C1E-B0F0-C3069DD0CDD1}" type="slidenum">
              <a:rPr lang="en-US" smtClean="0">
                <a:solidFill>
                  <a:prstClr val="black">
                    <a:tint val="75000"/>
                  </a:prstClr>
                </a:solidFill>
                <a:latin typeface="Calibri" panose="020F0502020204030204"/>
              </a:rPr>
              <a:pPr>
                <a:spcAft>
                  <a:spcPts val="600"/>
                </a:spcAft>
                <a:defRPr/>
              </a:pPr>
              <a:t>7</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0919302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403" name="Rectangle 16402">
            <a:extLst>
              <a:ext uri="{FF2B5EF4-FFF2-40B4-BE49-F238E27FC236}">
                <a16:creationId xmlns:a16="http://schemas.microsoft.com/office/drawing/2014/main" id="{CEB41C5C-0F34-4DDA-9D7C-5E717F35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384" y="303591"/>
            <a:ext cx="4334256"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6" name="Rectangle 2">
            <a:extLst>
              <a:ext uri="{FF2B5EF4-FFF2-40B4-BE49-F238E27FC236}">
                <a16:creationId xmlns:a16="http://schemas.microsoft.com/office/drawing/2014/main" id="{30D0C999-3024-4FDD-9CC2-261CDFC42486}"/>
              </a:ext>
            </a:extLst>
          </p:cNvPr>
          <p:cNvSpPr>
            <a:spLocks noGrp="1" noChangeArrowheads="1"/>
          </p:cNvSpPr>
          <p:nvPr>
            <p:ph type="title"/>
          </p:nvPr>
        </p:nvSpPr>
        <p:spPr>
          <a:xfrm>
            <a:off x="594360" y="640263"/>
            <a:ext cx="3822192" cy="1344975"/>
          </a:xfrm>
        </p:spPr>
        <p:txBody>
          <a:bodyPr vert="horz" lIns="91440" tIns="45720" rIns="91440" bIns="45720" rtlCol="0" anchor="ctr">
            <a:normAutofit/>
          </a:bodyPr>
          <a:lstStyle/>
          <a:p>
            <a:pPr>
              <a:tabLst>
                <a:tab pos="2578100" algn="l"/>
              </a:tabLst>
              <a:defRPr/>
            </a:pPr>
            <a:r>
              <a:rPr lang="en-US" altLang="en-US" sz="3100" kern="1200">
                <a:solidFill>
                  <a:schemeClr val="bg1"/>
                </a:solidFill>
                <a:latin typeface="+mj-lt"/>
                <a:ea typeface="+mj-ea"/>
                <a:cs typeface="+mj-cs"/>
              </a:rPr>
              <a:t>Vacuum Environment:  Solar UV Degradation</a:t>
            </a:r>
          </a:p>
        </p:txBody>
      </p:sp>
      <p:cxnSp>
        <p:nvCxnSpPr>
          <p:cNvPr id="16405" name="Straight Connector 16404">
            <a:extLst>
              <a:ext uri="{FF2B5EF4-FFF2-40B4-BE49-F238E27FC236}">
                <a16:creationId xmlns:a16="http://schemas.microsoft.com/office/drawing/2014/main" id="{57E1E5E6-F385-4E9C-B201-BA5BDE5CA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4088" y="2050687"/>
            <a:ext cx="3685032" cy="0"/>
          </a:xfrm>
          <a:prstGeom prst="line">
            <a:avLst/>
          </a:prstGeom>
          <a:ln w="22225">
            <a:solidFill>
              <a:srgbClr val="E7E6E6"/>
            </a:solidFill>
          </a:ln>
        </p:spPr>
        <p:style>
          <a:lnRef idx="1">
            <a:schemeClr val="accent1"/>
          </a:lnRef>
          <a:fillRef idx="0">
            <a:schemeClr val="accent1"/>
          </a:fillRef>
          <a:effectRef idx="0">
            <a:schemeClr val="accent1"/>
          </a:effectRef>
          <a:fontRef idx="minor">
            <a:schemeClr val="tx1"/>
          </a:fontRef>
        </p:style>
      </p:cxnSp>
      <p:sp>
        <p:nvSpPr>
          <p:cNvPr id="16398" name="Rectangle 14">
            <a:extLst>
              <a:ext uri="{FF2B5EF4-FFF2-40B4-BE49-F238E27FC236}">
                <a16:creationId xmlns:a16="http://schemas.microsoft.com/office/drawing/2014/main" id="{189739F7-A30B-45B9-ACB3-7908C76E6386}"/>
              </a:ext>
            </a:extLst>
          </p:cNvPr>
          <p:cNvSpPr>
            <a:spLocks noChangeArrowheads="1"/>
          </p:cNvSpPr>
          <p:nvPr/>
        </p:nvSpPr>
        <p:spPr bwMode="auto">
          <a:xfrm>
            <a:off x="593610" y="2121763"/>
            <a:ext cx="3822192" cy="377301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lIns="91440" tIns="45720" rIns="91440" bIns="45720" rtlCol="0">
            <a:normAutofit/>
          </a:bodyPr>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indent="-228600">
              <a:lnSpc>
                <a:spcPct val="90000"/>
              </a:lnSpc>
              <a:spcBef>
                <a:spcPct val="20000"/>
              </a:spcBef>
              <a:buFont typeface="Arial" panose="020B0604020202020204" pitchFamily="34" charset="0"/>
              <a:buChar char="•"/>
              <a:defRPr/>
            </a:pPr>
            <a:r>
              <a:rPr lang="en-US" altLang="en-US" sz="2000">
                <a:solidFill>
                  <a:schemeClr val="bg1"/>
                </a:solidFill>
                <a:latin typeface="+mn-lt"/>
              </a:rPr>
              <a:t>Reduced protection against solar ultraviolet rays (UV) when compared to the surface of the Earth</a:t>
            </a:r>
          </a:p>
        </p:txBody>
      </p:sp>
      <p:sp>
        <p:nvSpPr>
          <p:cNvPr id="2" name="Slide Number Placeholder 1">
            <a:extLst>
              <a:ext uri="{FF2B5EF4-FFF2-40B4-BE49-F238E27FC236}">
                <a16:creationId xmlns:a16="http://schemas.microsoft.com/office/drawing/2014/main" id="{CAC6BBE5-9DFA-48EC-9B28-50536CEBA919}"/>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C83C362F-97FB-4C1E-B0F0-C3069DD0CDD1}" type="slidenum">
              <a:rPr lang="en-US" smtClean="0"/>
              <a:pPr>
                <a:spcAft>
                  <a:spcPts val="600"/>
                </a:spcAft>
              </a:pPr>
              <a:t>8</a:t>
            </a:fld>
            <a:endParaRPr lang="en-US"/>
          </a:p>
        </p:txBody>
      </p:sp>
      <p:grpSp>
        <p:nvGrpSpPr>
          <p:cNvPr id="14339" name="Group 11">
            <a:extLst>
              <a:ext uri="{FF2B5EF4-FFF2-40B4-BE49-F238E27FC236}">
                <a16:creationId xmlns:a16="http://schemas.microsoft.com/office/drawing/2014/main" id="{52C8488B-9587-4796-AD7E-B697AF461B77}"/>
              </a:ext>
            </a:extLst>
          </p:cNvPr>
          <p:cNvGrpSpPr>
            <a:grpSpLocks/>
          </p:cNvGrpSpPr>
          <p:nvPr/>
        </p:nvGrpSpPr>
        <p:grpSpPr bwMode="auto">
          <a:xfrm>
            <a:off x="5110716" y="1047406"/>
            <a:ext cx="6596652" cy="4607738"/>
            <a:chOff x="1433" y="897"/>
            <a:chExt cx="2597" cy="1818"/>
          </a:xfrm>
        </p:grpSpPr>
        <p:pic>
          <p:nvPicPr>
            <p:cNvPr id="16389" name="Picture 5">
              <a:extLst>
                <a:ext uri="{FF2B5EF4-FFF2-40B4-BE49-F238E27FC236}">
                  <a16:creationId xmlns:a16="http://schemas.microsoft.com/office/drawing/2014/main" id="{7B2D1CA9-3C59-4A51-A277-42D3849A89DA}"/>
                </a:ext>
              </a:extLst>
            </p:cNvPr>
            <p:cNvPicPr>
              <a:picLocks noChangeArrowheads="1"/>
            </p:cNvPicPr>
            <p:nvPr/>
          </p:nvPicPr>
          <p:blipFill>
            <a:blip r:embed="rId3">
              <a:extLst>
                <a:ext uri="{28A0092B-C50C-407E-A947-70E740481C1C}">
                  <a14:useLocalDpi xmlns:a14="http://schemas.microsoft.com/office/drawing/2010/main" val="0"/>
                </a:ext>
              </a:extLst>
            </a:blip>
            <a:srcRect l="169" t="4430" r="2780" b="3140"/>
            <a:stretch>
              <a:fillRect/>
            </a:stretch>
          </p:blipFill>
          <p:spPr bwMode="auto">
            <a:xfrm>
              <a:off x="1433" y="897"/>
              <a:ext cx="2597" cy="1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6391" name="Text Box 7">
              <a:extLst>
                <a:ext uri="{FF2B5EF4-FFF2-40B4-BE49-F238E27FC236}">
                  <a16:creationId xmlns:a16="http://schemas.microsoft.com/office/drawing/2014/main" id="{D8D587FC-6AEF-447D-9A26-4BAF68A346FD}"/>
                </a:ext>
              </a:extLst>
            </p:cNvPr>
            <p:cNvSpPr txBox="1">
              <a:spLocks noChangeArrowheads="1"/>
            </p:cNvSpPr>
            <p:nvPr/>
          </p:nvSpPr>
          <p:spPr bwMode="auto">
            <a:xfrm rot="-5396335">
              <a:off x="1261" y="1663"/>
              <a:ext cx="527" cy="15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ormAutofit/>
            </a:bodyPr>
            <a:lstStyle/>
            <a:p>
              <a:pPr>
                <a:lnSpc>
                  <a:spcPct val="90000"/>
                </a:lnSpc>
                <a:spcAft>
                  <a:spcPts val="600"/>
                </a:spcAft>
                <a:defRPr/>
              </a:pPr>
              <a:r>
                <a:rPr lang="en-US" altLang="en-US" sz="2000" b="1">
                  <a:latin typeface="Arial" charset="0"/>
                </a:rPr>
                <a:t>W m</a:t>
              </a:r>
              <a:r>
                <a:rPr lang="en-US" altLang="en-US" sz="2000" b="1" baseline="30000">
                  <a:latin typeface="Arial" charset="0"/>
                </a:rPr>
                <a:t>-2</a:t>
              </a:r>
              <a:r>
                <a:rPr lang="en-US" altLang="en-US" sz="2000" b="1">
                  <a:latin typeface="Arial" charset="0"/>
                </a:rPr>
                <a:t> nm</a:t>
              </a:r>
              <a:r>
                <a:rPr lang="en-US" altLang="en-US" sz="2000" b="1" baseline="30000">
                  <a:latin typeface="Arial" charset="0"/>
                </a:rPr>
                <a:t>-1</a:t>
              </a:r>
              <a:endParaRPr lang="en-US" altLang="en-US" sz="2000" b="1">
                <a:latin typeface="Arial" charset="0"/>
              </a:endParaRPr>
            </a:p>
          </p:txBody>
        </p:sp>
        <p:sp>
          <p:nvSpPr>
            <p:cNvPr id="16392" name="Text Box 8">
              <a:extLst>
                <a:ext uri="{FF2B5EF4-FFF2-40B4-BE49-F238E27FC236}">
                  <a16:creationId xmlns:a16="http://schemas.microsoft.com/office/drawing/2014/main" id="{23367D79-C60E-48BD-A83C-3F998DE3372C}"/>
                </a:ext>
              </a:extLst>
            </p:cNvPr>
            <p:cNvSpPr txBox="1">
              <a:spLocks noChangeArrowheads="1"/>
            </p:cNvSpPr>
            <p:nvPr/>
          </p:nvSpPr>
          <p:spPr bwMode="auto">
            <a:xfrm>
              <a:off x="2510" y="2561"/>
              <a:ext cx="757" cy="15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ormAutofit/>
            </a:bodyPr>
            <a:lstStyle/>
            <a:p>
              <a:pPr>
                <a:lnSpc>
                  <a:spcPct val="90000"/>
                </a:lnSpc>
                <a:spcAft>
                  <a:spcPts val="600"/>
                </a:spcAft>
                <a:defRPr/>
              </a:pPr>
              <a:r>
                <a:rPr lang="en-US" altLang="en-US" sz="2000" b="1">
                  <a:latin typeface="Arial" charset="0"/>
                </a:rPr>
                <a:t>Wavelength (</a:t>
              </a:r>
              <a:r>
                <a:rPr lang="en-US" altLang="en-US" sz="2000" b="1">
                  <a:latin typeface="Arial" charset="0"/>
                  <a:sym typeface="Symbol" charset="2"/>
                </a:rPr>
                <a:t>m)</a:t>
              </a:r>
              <a:endParaRPr lang="en-US" altLang="en-US" sz="2000" b="1">
                <a:latin typeface="Arial" charset="0"/>
              </a:endParaRPr>
            </a:p>
          </p:txBody>
        </p:sp>
      </p:gr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F2C94895-6C2A-461C-96BC-4B5116388FA2}"/>
                  </a:ext>
                </a:extLst>
              </p14:cNvPr>
              <p14:cNvContentPartPr/>
              <p14:nvPr/>
            </p14:nvContentPartPr>
            <p14:xfrm>
              <a:off x="5021817" y="2432569"/>
              <a:ext cx="336600" cy="117360"/>
            </p14:xfrm>
          </p:contentPart>
        </mc:Choice>
        <mc:Fallback xmlns="">
          <p:pic>
            <p:nvPicPr>
              <p:cNvPr id="3" name="Ink 2">
                <a:extLst>
                  <a:ext uri="{FF2B5EF4-FFF2-40B4-BE49-F238E27FC236}">
                    <a16:creationId xmlns:a16="http://schemas.microsoft.com/office/drawing/2014/main" id="{F2C94895-6C2A-461C-96BC-4B5116388FA2}"/>
                  </a:ext>
                </a:extLst>
              </p:cNvPr>
              <p:cNvPicPr/>
              <p:nvPr/>
            </p:nvPicPr>
            <p:blipFill>
              <a:blip r:embed="rId5"/>
              <a:stretch>
                <a:fillRect/>
              </a:stretch>
            </p:blipFill>
            <p:spPr>
              <a:xfrm>
                <a:off x="5004177" y="2414569"/>
                <a:ext cx="37224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25A63B98-6189-4037-9750-B5EE4FBD1B5B}"/>
                  </a:ext>
                </a:extLst>
              </p14:cNvPr>
              <p14:cNvContentPartPr/>
              <p14:nvPr/>
            </p14:nvContentPartPr>
            <p14:xfrm>
              <a:off x="5582697" y="2461009"/>
              <a:ext cx="384480" cy="135000"/>
            </p14:xfrm>
          </p:contentPart>
        </mc:Choice>
        <mc:Fallback xmlns="">
          <p:pic>
            <p:nvPicPr>
              <p:cNvPr id="4" name="Ink 3">
                <a:extLst>
                  <a:ext uri="{FF2B5EF4-FFF2-40B4-BE49-F238E27FC236}">
                    <a16:creationId xmlns:a16="http://schemas.microsoft.com/office/drawing/2014/main" id="{25A63B98-6189-4037-9750-B5EE4FBD1B5B}"/>
                  </a:ext>
                </a:extLst>
              </p:cNvPr>
              <p:cNvPicPr/>
              <p:nvPr/>
            </p:nvPicPr>
            <p:blipFill>
              <a:blip r:embed="rId7"/>
              <a:stretch>
                <a:fillRect/>
              </a:stretch>
            </p:blipFill>
            <p:spPr>
              <a:xfrm>
                <a:off x="5564697" y="2443009"/>
                <a:ext cx="42012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6554FC4A-E77A-01FC-8521-82963062C11D}"/>
                  </a:ext>
                </a:extLst>
              </p14:cNvPr>
              <p14:cNvContentPartPr/>
              <p14:nvPr/>
            </p14:nvContentPartPr>
            <p14:xfrm>
              <a:off x="5083377" y="2677729"/>
              <a:ext cx="161280" cy="96480"/>
            </p14:xfrm>
          </p:contentPart>
        </mc:Choice>
        <mc:Fallback xmlns="">
          <p:pic>
            <p:nvPicPr>
              <p:cNvPr id="5" name="Ink 4">
                <a:extLst>
                  <a:ext uri="{FF2B5EF4-FFF2-40B4-BE49-F238E27FC236}">
                    <a16:creationId xmlns:a16="http://schemas.microsoft.com/office/drawing/2014/main" id="{6554FC4A-E77A-01FC-8521-82963062C11D}"/>
                  </a:ext>
                </a:extLst>
              </p:cNvPr>
              <p:cNvPicPr/>
              <p:nvPr/>
            </p:nvPicPr>
            <p:blipFill>
              <a:blip r:embed="rId9"/>
              <a:stretch>
                <a:fillRect/>
              </a:stretch>
            </p:blipFill>
            <p:spPr>
              <a:xfrm>
                <a:off x="5065377" y="2660089"/>
                <a:ext cx="196920" cy="132120"/>
              </a:xfrm>
              <a:prstGeom prst="rect">
                <a:avLst/>
              </a:prstGeom>
            </p:spPr>
          </p:pic>
        </mc:Fallback>
      </mc:AlternateContent>
      <p:grpSp>
        <p:nvGrpSpPr>
          <p:cNvPr id="10" name="Group 9">
            <a:extLst>
              <a:ext uri="{FF2B5EF4-FFF2-40B4-BE49-F238E27FC236}">
                <a16:creationId xmlns:a16="http://schemas.microsoft.com/office/drawing/2014/main" id="{2437FD0A-EA90-C96C-D90A-F4F33F7BBEAA}"/>
              </a:ext>
            </a:extLst>
          </p:cNvPr>
          <p:cNvGrpSpPr/>
          <p:nvPr/>
        </p:nvGrpSpPr>
        <p:grpSpPr>
          <a:xfrm>
            <a:off x="5021457" y="2510329"/>
            <a:ext cx="349200" cy="62280"/>
            <a:chOff x="5021457" y="2510329"/>
            <a:chExt cx="349200" cy="62280"/>
          </a:xfrm>
        </p:grpSpPr>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55D4D776-8AC6-A6AE-11B3-F9FB8DA640B6}"/>
                    </a:ext>
                  </a:extLst>
                </p14:cNvPr>
                <p14:cNvContentPartPr/>
                <p14:nvPr/>
              </p14:nvContentPartPr>
              <p14:xfrm>
                <a:off x="5021457" y="2572249"/>
                <a:ext cx="360" cy="360"/>
              </p14:xfrm>
            </p:contentPart>
          </mc:Choice>
          <mc:Fallback xmlns="">
            <p:pic>
              <p:nvPicPr>
                <p:cNvPr id="6" name="Ink 5">
                  <a:extLst>
                    <a:ext uri="{FF2B5EF4-FFF2-40B4-BE49-F238E27FC236}">
                      <a16:creationId xmlns:a16="http://schemas.microsoft.com/office/drawing/2014/main" id="{55D4D776-8AC6-A6AE-11B3-F9FB8DA640B6}"/>
                    </a:ext>
                  </a:extLst>
                </p:cNvPr>
                <p:cNvPicPr/>
                <p:nvPr/>
              </p:nvPicPr>
              <p:blipFill>
                <a:blip r:embed="rId11"/>
                <a:stretch>
                  <a:fillRect/>
                </a:stretch>
              </p:blipFill>
              <p:spPr>
                <a:xfrm>
                  <a:off x="4958457" y="2509609"/>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98000695-7C06-AA6A-185D-0713E0CD34C3}"/>
                    </a:ext>
                  </a:extLst>
                </p14:cNvPr>
                <p14:cNvContentPartPr/>
                <p14:nvPr/>
              </p14:nvContentPartPr>
              <p14:xfrm>
                <a:off x="5121897" y="2526169"/>
                <a:ext cx="360" cy="360"/>
              </p14:xfrm>
            </p:contentPart>
          </mc:Choice>
          <mc:Fallback xmlns="">
            <p:pic>
              <p:nvPicPr>
                <p:cNvPr id="7" name="Ink 6">
                  <a:extLst>
                    <a:ext uri="{FF2B5EF4-FFF2-40B4-BE49-F238E27FC236}">
                      <a16:creationId xmlns:a16="http://schemas.microsoft.com/office/drawing/2014/main" id="{98000695-7C06-AA6A-185D-0713E0CD34C3}"/>
                    </a:ext>
                  </a:extLst>
                </p:cNvPr>
                <p:cNvPicPr/>
                <p:nvPr/>
              </p:nvPicPr>
              <p:blipFill>
                <a:blip r:embed="rId11"/>
                <a:stretch>
                  <a:fillRect/>
                </a:stretch>
              </p:blipFill>
              <p:spPr>
                <a:xfrm>
                  <a:off x="5059257" y="2463529"/>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121AFBF1-9B67-8206-C19E-6A35E977197B}"/>
                    </a:ext>
                  </a:extLst>
                </p14:cNvPr>
                <p14:cNvContentPartPr/>
                <p14:nvPr/>
              </p14:nvContentPartPr>
              <p14:xfrm>
                <a:off x="5231337" y="2510329"/>
                <a:ext cx="139320" cy="15840"/>
              </p14:xfrm>
            </p:contentPart>
          </mc:Choice>
          <mc:Fallback xmlns="">
            <p:pic>
              <p:nvPicPr>
                <p:cNvPr id="9" name="Ink 8">
                  <a:extLst>
                    <a:ext uri="{FF2B5EF4-FFF2-40B4-BE49-F238E27FC236}">
                      <a16:creationId xmlns:a16="http://schemas.microsoft.com/office/drawing/2014/main" id="{121AFBF1-9B67-8206-C19E-6A35E977197B}"/>
                    </a:ext>
                  </a:extLst>
                </p:cNvPr>
                <p:cNvPicPr/>
                <p:nvPr/>
              </p:nvPicPr>
              <p:blipFill>
                <a:blip r:embed="rId14"/>
                <a:stretch>
                  <a:fillRect/>
                </a:stretch>
              </p:blipFill>
              <p:spPr>
                <a:xfrm>
                  <a:off x="5168337" y="2447689"/>
                  <a:ext cx="264960" cy="141480"/>
                </a:xfrm>
                <a:prstGeom prst="rect">
                  <a:avLst/>
                </a:prstGeom>
              </p:spPr>
            </p:pic>
          </mc:Fallback>
        </mc:AlternateContent>
      </p:grpSp>
    </p:spTree>
    <p:extLst>
      <p:ext uri="{BB962C8B-B14F-4D97-AF65-F5344CB8AC3E}">
        <p14:creationId xmlns:p14="http://schemas.microsoft.com/office/powerpoint/2010/main" val="419439796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EE186E-831F-4394-8115-61575C992039}"/>
              </a:ext>
            </a:extLst>
          </p:cNvPr>
          <p:cNvSpPr>
            <a:spLocks noGrp="1"/>
          </p:cNvSpPr>
          <p:nvPr>
            <p:ph type="title"/>
          </p:nvPr>
        </p:nvSpPr>
        <p:spPr>
          <a:xfrm>
            <a:off x="838200" y="631825"/>
            <a:ext cx="10515600" cy="1325563"/>
          </a:xfrm>
        </p:spPr>
        <p:txBody>
          <a:bodyPr vert="horz" lIns="91440" tIns="45720" rIns="91440" bIns="45720" rtlCol="0" anchor="ctr">
            <a:normAutofit/>
          </a:bodyPr>
          <a:lstStyle/>
          <a:p>
            <a:r>
              <a:rPr lang="en-US" altLang="en-US" kern="1200">
                <a:solidFill>
                  <a:schemeClr val="tx1"/>
                </a:solidFill>
                <a:latin typeface="+mj-lt"/>
                <a:ea typeface="+mj-ea"/>
                <a:cs typeface="+mj-cs"/>
              </a:rPr>
              <a:t>Vacuum Environment:  Solar UV Degradation</a:t>
            </a:r>
            <a:endParaRPr lang="en-US" kern="1200">
              <a:solidFill>
                <a:schemeClr val="tx1"/>
              </a:solidFill>
              <a:latin typeface="+mj-lt"/>
              <a:ea typeface="+mj-ea"/>
              <a:cs typeface="+mj-cs"/>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933FF18-5419-4B3D-BCFD-E2DF2116FE45}"/>
                  </a:ext>
                </a:extLst>
              </p:cNvPr>
              <p:cNvSpPr txBox="1"/>
              <p:nvPr/>
            </p:nvSpPr>
            <p:spPr>
              <a:xfrm>
                <a:off x="838200" y="2057400"/>
                <a:ext cx="4464481" cy="3871762"/>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400" dirty="0"/>
                  <a:t>Energy of a single photon (J)</a:t>
                </a:r>
              </a:p>
              <a:p>
                <a:pPr>
                  <a:lnSpc>
                    <a:spcPct val="90000"/>
                  </a:lnSpc>
                  <a:spcAft>
                    <a:spcPts val="600"/>
                  </a:spcAft>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rPr>
                        <m:t>𝐸</m:t>
                      </m:r>
                      <m:r>
                        <a:rPr lang="en-US" sz="2400" b="0" i="1">
                          <a:latin typeface="Cambria Math" panose="02040503050406030204" pitchFamily="18" charset="0"/>
                        </a:rPr>
                        <m:t>=</m:t>
                      </m:r>
                      <m:r>
                        <a:rPr lang="en-US" sz="2400" b="0" i="1">
                          <a:latin typeface="Cambria Math" panose="02040503050406030204" pitchFamily="18" charset="0"/>
                        </a:rPr>
                        <m:t>h𝑓</m:t>
                      </m:r>
                      <m:r>
                        <a:rPr lang="en-US" sz="2400" b="0" i="1">
                          <a:latin typeface="Cambria Math" panose="02040503050406030204" pitchFamily="18" charset="0"/>
                        </a:rPr>
                        <m:t>=</m:t>
                      </m:r>
                      <m:f>
                        <m:fPr>
                          <m:ctrlPr>
                            <a:rPr lang="en-US" sz="2400" b="0" i="1">
                              <a:latin typeface="Cambria Math" panose="02040503050406030204" pitchFamily="18" charset="0"/>
                            </a:rPr>
                          </m:ctrlPr>
                        </m:fPr>
                        <m:num>
                          <m:r>
                            <a:rPr lang="en-US" sz="2400" b="0" i="1">
                              <a:latin typeface="Cambria Math" panose="02040503050406030204" pitchFamily="18" charset="0"/>
                            </a:rPr>
                            <m:t>h𝑐</m:t>
                          </m:r>
                        </m:num>
                        <m:den>
                          <m:r>
                            <m:rPr>
                              <m:sty m:val="p"/>
                            </m:rPr>
                            <a:rPr lang="en-US" sz="2400" b="0" i="1">
                              <a:latin typeface="Cambria Math" panose="02040503050406030204" pitchFamily="18" charset="0"/>
                            </a:rPr>
                            <m:t>λ</m:t>
                          </m:r>
                        </m:den>
                      </m:f>
                    </m:oMath>
                  </m:oMathPara>
                </a14:m>
                <a:endParaRPr lang="en-US" sz="2400" b="0" dirty="0"/>
              </a:p>
              <a:p>
                <a:pPr marL="0" marR="0" indent="-228600">
                  <a:lnSpc>
                    <a:spcPct val="90000"/>
                  </a:lnSpc>
                  <a:spcBef>
                    <a:spcPts val="0"/>
                  </a:spcBef>
                  <a:spcAft>
                    <a:spcPts val="600"/>
                  </a:spcAft>
                  <a:buFont typeface="Arial" panose="020B0604020202020204" pitchFamily="34" charset="0"/>
                  <a:buChar char="•"/>
                </a:pPr>
                <a:r>
                  <a:rPr lang="en-US" sz="2400" dirty="0">
                    <a:effectLst/>
                  </a:rPr>
                  <a:t>h = Planck’s constant = 6.62607015*10</a:t>
                </a:r>
                <a:r>
                  <a:rPr lang="en-US" sz="2400" baseline="30000" dirty="0">
                    <a:effectLst/>
                  </a:rPr>
                  <a:t>-34</a:t>
                </a:r>
                <a:r>
                  <a:rPr lang="en-US" sz="2400" dirty="0">
                    <a:effectLst/>
                  </a:rPr>
                  <a:t> J-s</a:t>
                </a:r>
              </a:p>
              <a:p>
                <a:pPr marL="0" marR="0" indent="-228600">
                  <a:lnSpc>
                    <a:spcPct val="90000"/>
                  </a:lnSpc>
                  <a:spcBef>
                    <a:spcPts val="0"/>
                  </a:spcBef>
                  <a:spcAft>
                    <a:spcPts val="600"/>
                  </a:spcAft>
                  <a:buFont typeface="Arial" panose="020B0604020202020204" pitchFamily="34" charset="0"/>
                  <a:buChar char="•"/>
                </a:pPr>
                <a:r>
                  <a:rPr lang="en-US" sz="2400" dirty="0">
                    <a:effectLst/>
                  </a:rPr>
                  <a:t>c = speed of light = 3 x 10</a:t>
                </a:r>
                <a:r>
                  <a:rPr lang="en-US" sz="2400" baseline="30000" dirty="0">
                    <a:effectLst/>
                  </a:rPr>
                  <a:t>8</a:t>
                </a:r>
                <a:r>
                  <a:rPr lang="en-US" sz="2400" dirty="0">
                    <a:effectLst/>
                  </a:rPr>
                  <a:t> m/s</a:t>
                </a:r>
              </a:p>
              <a:p>
                <a:pPr marL="0" marR="0" indent="-228600">
                  <a:lnSpc>
                    <a:spcPct val="90000"/>
                  </a:lnSpc>
                  <a:spcBef>
                    <a:spcPts val="0"/>
                  </a:spcBef>
                  <a:spcAft>
                    <a:spcPts val="600"/>
                  </a:spcAft>
                  <a:buFont typeface="Arial" panose="020B0604020202020204" pitchFamily="34" charset="0"/>
                  <a:buChar char="•"/>
                </a:pPr>
                <a14:m>
                  <m:oMath xmlns:m="http://schemas.openxmlformats.org/officeDocument/2006/math">
                    <m:r>
                      <a:rPr lang="en-US" sz="2400" i="1">
                        <a:effectLst/>
                        <a:latin typeface="Cambria Math" panose="02040503050406030204" pitchFamily="18" charset="0"/>
                      </a:rPr>
                      <m:t>𝜆</m:t>
                    </m:r>
                  </m:oMath>
                </a14:m>
                <a:r>
                  <a:rPr lang="en-US" sz="2400" dirty="0">
                    <a:effectLst/>
                  </a:rPr>
                  <a:t> = wavelength (m)</a:t>
                </a:r>
              </a:p>
              <a:p>
                <a:pPr indent="-228600">
                  <a:lnSpc>
                    <a:spcPct val="90000"/>
                  </a:lnSpc>
                  <a:spcAft>
                    <a:spcPts val="600"/>
                  </a:spcAft>
                  <a:buFont typeface="Arial" panose="020B0604020202020204" pitchFamily="34" charset="0"/>
                  <a:buChar char="•"/>
                </a:pPr>
                <a:endParaRPr lang="en-US" sz="2400" dirty="0"/>
              </a:p>
            </p:txBody>
          </p:sp>
        </mc:Choice>
        <mc:Fallback xmlns="">
          <p:sp>
            <p:nvSpPr>
              <p:cNvPr id="3" name="TextBox 2">
                <a:extLst>
                  <a:ext uri="{FF2B5EF4-FFF2-40B4-BE49-F238E27FC236}">
                    <a16:creationId xmlns:a16="http://schemas.microsoft.com/office/drawing/2014/main" id="{C933FF18-5419-4B3D-BCFD-E2DF2116FE45}"/>
                  </a:ext>
                </a:extLst>
              </p:cNvPr>
              <p:cNvSpPr txBox="1">
                <a:spLocks noRot="1" noChangeAspect="1" noMove="1" noResize="1" noEditPoints="1" noAdjustHandles="1" noChangeArrowheads="1" noChangeShapeType="1" noTextEdit="1"/>
              </p:cNvSpPr>
              <p:nvPr/>
            </p:nvSpPr>
            <p:spPr>
              <a:xfrm>
                <a:off x="838200" y="2057400"/>
                <a:ext cx="4464481" cy="3871762"/>
              </a:xfrm>
              <a:prstGeom prst="rect">
                <a:avLst/>
              </a:prstGeom>
              <a:blipFill>
                <a:blip r:embed="rId2"/>
                <a:stretch>
                  <a:fillRect l="-2186" t="-22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007A3FE-2EE1-4DC7-9C16-19B8C44192F1}"/>
                  </a:ext>
                </a:extLst>
              </p:cNvPr>
              <p:cNvSpPr txBox="1"/>
              <p:nvPr/>
            </p:nvSpPr>
            <p:spPr>
              <a:xfrm>
                <a:off x="5589087" y="1584308"/>
                <a:ext cx="5994943" cy="4976812"/>
              </a:xfrm>
              <a:prstGeom prst="rect">
                <a:avLst/>
              </a:prstGeom>
              <a:noFill/>
            </p:spPr>
            <p:txBody>
              <a:bodyPr wrap="square" rtlCol="0">
                <a:spAutoFit/>
              </a:bodyPr>
              <a:lstStyle/>
              <a:p>
                <a:pPr>
                  <a:spcAft>
                    <a:spcPts val="600"/>
                  </a:spcAft>
                </a:pPr>
                <a:r>
                  <a:rPr lang="en-US" dirty="0"/>
                  <a:t>Some Chemical Bond Energies</a:t>
                </a:r>
              </a:p>
              <a:p>
                <a:pPr>
                  <a:spcAft>
                    <a:spcPts val="600"/>
                  </a:spcAft>
                </a:pPr>
                <a:r>
                  <a:rPr lang="en-US" dirty="0"/>
                  <a:t>Chemical		Bond	Bond Energy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25</m:t>
                        </m:r>
                      </m:e>
                      <m:sup>
                        <m:r>
                          <a:rPr lang="en-US" i="1" smtClean="0">
                            <a:latin typeface="Cambria Math" panose="02040503050406030204" pitchFamily="18" charset="0"/>
                            <a:ea typeface="Cambria Math" panose="02040503050406030204" pitchFamily="18" charset="0"/>
                          </a:rPr>
                          <m:t>°</m:t>
                        </m:r>
                      </m:sup>
                    </m:sSup>
                    <m:r>
                      <m:rPr>
                        <m:sty m:val="p"/>
                      </m:rPr>
                      <a:rPr lang="en-US" b="0" i="0" smtClean="0">
                        <a:latin typeface="Cambria Math" panose="02040503050406030204" pitchFamily="18" charset="0"/>
                      </a:rPr>
                      <m:t>C</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𝑒𝑉</m:t>
                        </m:r>
                      </m:e>
                    </m:d>
                  </m:oMath>
                </a14:m>
                <a:endParaRPr lang="en-US" b="0" dirty="0"/>
              </a:p>
              <a:p>
                <a:pPr>
                  <a:spcAft>
                    <a:spcPts val="600"/>
                  </a:spcAft>
                </a:pPr>
                <a:endParaRPr lang="en-US" dirty="0"/>
              </a:p>
              <a:p>
                <a:pPr>
                  <a:spcAft>
                    <a:spcPts val="600"/>
                  </a:spcAft>
                </a:pPr>
                <a:r>
                  <a:rPr lang="en-US" dirty="0"/>
                  <a:t>   C-C		Single	                   3.47</a:t>
                </a:r>
              </a:p>
              <a:p>
                <a:pPr>
                  <a:spcAft>
                    <a:spcPts val="600"/>
                  </a:spcAft>
                </a:pPr>
                <a:r>
                  <a:rPr lang="en-US" dirty="0"/>
                  <a:t>   C-N		Single		  3.17</a:t>
                </a:r>
              </a:p>
              <a:p>
                <a:pPr>
                  <a:spcAft>
                    <a:spcPts val="600"/>
                  </a:spcAft>
                </a:pPr>
                <a:r>
                  <a:rPr lang="en-US" dirty="0"/>
                  <a:t>   N-N		Single		  3.73</a:t>
                </a:r>
              </a:p>
              <a:p>
                <a:pPr>
                  <a:spcAft>
                    <a:spcPts val="600"/>
                  </a:spcAft>
                </a:pPr>
                <a:r>
                  <a:rPr lang="en-US" dirty="0"/>
                  <a:t>   O-O		Single		  1.52</a:t>
                </a:r>
              </a:p>
              <a:p>
                <a:pPr>
                  <a:spcAft>
                    <a:spcPts val="600"/>
                  </a:spcAft>
                </a:pPr>
                <a:r>
                  <a:rPr lang="en-US" dirty="0"/>
                  <a:t>   Si-Si		Single		  2.3</a:t>
                </a:r>
              </a:p>
              <a:p>
                <a:pPr>
                  <a:spcAft>
                    <a:spcPts val="600"/>
                  </a:spcAft>
                </a:pPr>
                <a:r>
                  <a:rPr lang="en-US" dirty="0"/>
                  <a:t>   C-C		Double		  6.29</a:t>
                </a:r>
              </a:p>
              <a:p>
                <a:pPr>
                  <a:spcAft>
                    <a:spcPts val="600"/>
                  </a:spcAft>
                </a:pPr>
                <a:r>
                  <a:rPr lang="en-US" dirty="0"/>
                  <a:t>   C-N		Double		  6.38</a:t>
                </a:r>
              </a:p>
              <a:p>
                <a:pPr>
                  <a:spcAft>
                    <a:spcPts val="600"/>
                  </a:spcAft>
                </a:pPr>
                <a:r>
                  <a:rPr lang="en-US" dirty="0"/>
                  <a:t>   C-C		Triple		  8.59</a:t>
                </a:r>
              </a:p>
              <a:p>
                <a:pPr>
                  <a:spcAft>
                    <a:spcPts val="600"/>
                  </a:spcAft>
                </a:pPr>
                <a:r>
                  <a:rPr lang="en-US" dirty="0"/>
                  <a:t>   C-N		Triple		  9.24</a:t>
                </a:r>
              </a:p>
              <a:p>
                <a:pPr>
                  <a:spcAft>
                    <a:spcPts val="600"/>
                  </a:spcAft>
                </a:pPr>
                <a:endParaRPr lang="en-US" dirty="0"/>
              </a:p>
              <a:p>
                <a:pPr algn="ctr">
                  <a:spcAft>
                    <a:spcPts val="600"/>
                  </a:spcAft>
                </a:pPr>
                <a:r>
                  <a:rPr lang="en-US" dirty="0">
                    <a:hlinkClick r:id="rId3"/>
                  </a:rPr>
                  <a:t>CALCULLA - Table of chemical bond energies</a:t>
                </a:r>
                <a:endParaRPr lang="en-US" dirty="0"/>
              </a:p>
            </p:txBody>
          </p:sp>
        </mc:Choice>
        <mc:Fallback xmlns="">
          <p:sp>
            <p:nvSpPr>
              <p:cNvPr id="4" name="TextBox 3">
                <a:extLst>
                  <a:ext uri="{FF2B5EF4-FFF2-40B4-BE49-F238E27FC236}">
                    <a16:creationId xmlns:a16="http://schemas.microsoft.com/office/drawing/2014/main" id="{3007A3FE-2EE1-4DC7-9C16-19B8C44192F1}"/>
                  </a:ext>
                </a:extLst>
              </p:cNvPr>
              <p:cNvSpPr txBox="1">
                <a:spLocks noRot="1" noChangeAspect="1" noMove="1" noResize="1" noEditPoints="1" noAdjustHandles="1" noChangeArrowheads="1" noChangeShapeType="1" noTextEdit="1"/>
              </p:cNvSpPr>
              <p:nvPr/>
            </p:nvSpPr>
            <p:spPr>
              <a:xfrm>
                <a:off x="5589087" y="1584308"/>
                <a:ext cx="5994943" cy="4976812"/>
              </a:xfrm>
              <a:prstGeom prst="rect">
                <a:avLst/>
              </a:prstGeom>
              <a:blipFill>
                <a:blip r:embed="rId4"/>
                <a:stretch>
                  <a:fillRect l="-916" t="-735" b="-1103"/>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12324E6B-096C-6CE7-4658-5344AEB77925}"/>
              </a:ext>
            </a:extLst>
          </p:cNvPr>
          <p:cNvPicPr>
            <a:picLocks noChangeAspect="1"/>
          </p:cNvPicPr>
          <p:nvPr/>
        </p:nvPicPr>
        <p:blipFill>
          <a:blip r:embed="rId5"/>
          <a:stretch>
            <a:fillRect/>
          </a:stretch>
        </p:blipFill>
        <p:spPr>
          <a:xfrm>
            <a:off x="449769" y="4577211"/>
            <a:ext cx="1120556" cy="1960749"/>
          </a:xfrm>
          <a:prstGeom prst="rect">
            <a:avLst/>
          </a:prstGeom>
        </p:spPr>
      </p:pic>
      <p:pic>
        <p:nvPicPr>
          <p:cNvPr id="12" name="Picture 11">
            <a:extLst>
              <a:ext uri="{FF2B5EF4-FFF2-40B4-BE49-F238E27FC236}">
                <a16:creationId xmlns:a16="http://schemas.microsoft.com/office/drawing/2014/main" id="{627574FE-527A-DA82-78E7-6DAAE8183580}"/>
              </a:ext>
            </a:extLst>
          </p:cNvPr>
          <p:cNvPicPr>
            <a:picLocks noChangeAspect="1"/>
          </p:cNvPicPr>
          <p:nvPr/>
        </p:nvPicPr>
        <p:blipFill>
          <a:blip r:embed="rId6"/>
          <a:stretch>
            <a:fillRect/>
          </a:stretch>
        </p:blipFill>
        <p:spPr>
          <a:xfrm>
            <a:off x="1888841" y="4804474"/>
            <a:ext cx="3616140" cy="1748983"/>
          </a:xfrm>
          <a:prstGeom prst="rect">
            <a:avLst/>
          </a:prstGeom>
        </p:spPr>
      </p:pic>
      <p:sp>
        <p:nvSpPr>
          <p:cNvPr id="5" name="Slide Number Placeholder 4">
            <a:extLst>
              <a:ext uri="{FF2B5EF4-FFF2-40B4-BE49-F238E27FC236}">
                <a16:creationId xmlns:a16="http://schemas.microsoft.com/office/drawing/2014/main" id="{8E9D3779-341A-073C-4F1D-67F72D826B65}"/>
              </a:ext>
            </a:extLst>
          </p:cNvPr>
          <p:cNvSpPr>
            <a:spLocks noGrp="1"/>
          </p:cNvSpPr>
          <p:nvPr>
            <p:ph type="sldNum" sz="quarter" idx="12"/>
          </p:nvPr>
        </p:nvSpPr>
        <p:spPr/>
        <p:txBody>
          <a:bodyPr/>
          <a:lstStyle/>
          <a:p>
            <a:fld id="{7DE213D0-F4A8-4002-9EDD-2AA04CFB5054}" type="slidenum">
              <a:rPr lang="en-US" smtClean="0"/>
              <a:t>9</a:t>
            </a:fld>
            <a:endParaRPr lang="en-US"/>
          </a:p>
        </p:txBody>
      </p:sp>
    </p:spTree>
    <p:extLst>
      <p:ext uri="{BB962C8B-B14F-4D97-AF65-F5344CB8AC3E}">
        <p14:creationId xmlns:p14="http://schemas.microsoft.com/office/powerpoint/2010/main" val="766153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EC6BA-4AD9-A160-2150-8C8F1D310736}"/>
              </a:ext>
            </a:extLst>
          </p:cNvPr>
          <p:cNvSpPr>
            <a:spLocks noGrp="1"/>
          </p:cNvSpPr>
          <p:nvPr>
            <p:ph type="title"/>
          </p:nvPr>
        </p:nvSpPr>
        <p:spPr/>
        <p:txBody>
          <a:bodyPr/>
          <a:lstStyle/>
          <a:p>
            <a:pPr algn="ctr"/>
            <a:r>
              <a:rPr lang="en-US" dirty="0"/>
              <a:t>EX single Carbon-Carbon Bond</a:t>
            </a:r>
          </a:p>
        </p:txBody>
      </p:sp>
      <p:sp>
        <p:nvSpPr>
          <p:cNvPr id="3" name="Slide Number Placeholder 2">
            <a:extLst>
              <a:ext uri="{FF2B5EF4-FFF2-40B4-BE49-F238E27FC236}">
                <a16:creationId xmlns:a16="http://schemas.microsoft.com/office/drawing/2014/main" id="{F084FD03-00D2-6FF5-A86A-C6FE295F3F0D}"/>
              </a:ext>
            </a:extLst>
          </p:cNvPr>
          <p:cNvSpPr>
            <a:spLocks noGrp="1"/>
          </p:cNvSpPr>
          <p:nvPr>
            <p:ph type="sldNum" sz="quarter" idx="12"/>
          </p:nvPr>
        </p:nvSpPr>
        <p:spPr/>
        <p:txBody>
          <a:bodyPr/>
          <a:lstStyle/>
          <a:p>
            <a:fld id="{7DE213D0-F4A8-4002-9EDD-2AA04CFB5054}" type="slidenum">
              <a:rPr lang="en-US" smtClean="0"/>
              <a:t>10</a:t>
            </a:fld>
            <a:endParaRPr lang="en-US"/>
          </a:p>
        </p:txBody>
      </p:sp>
    </p:spTree>
    <p:extLst>
      <p:ext uri="{BB962C8B-B14F-4D97-AF65-F5344CB8AC3E}">
        <p14:creationId xmlns:p14="http://schemas.microsoft.com/office/powerpoint/2010/main" val="983985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78305-9144-9CD5-218D-46D0F6F3A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E3DA1-FEA3-6721-3787-CB8BE8422172}"/>
              </a:ext>
            </a:extLst>
          </p:cNvPr>
          <p:cNvSpPr>
            <a:spLocks noGrp="1"/>
          </p:cNvSpPr>
          <p:nvPr>
            <p:ph type="title"/>
          </p:nvPr>
        </p:nvSpPr>
        <p:spPr/>
        <p:txBody>
          <a:bodyPr/>
          <a:lstStyle/>
          <a:p>
            <a:pPr algn="ctr"/>
            <a:r>
              <a:rPr lang="en-US" dirty="0"/>
              <a:t>EX single Oxygen-Oxygen Bond</a:t>
            </a:r>
          </a:p>
        </p:txBody>
      </p:sp>
      <p:sp>
        <p:nvSpPr>
          <p:cNvPr id="3" name="Slide Number Placeholder 2">
            <a:extLst>
              <a:ext uri="{FF2B5EF4-FFF2-40B4-BE49-F238E27FC236}">
                <a16:creationId xmlns:a16="http://schemas.microsoft.com/office/drawing/2014/main" id="{C9E9BEC0-BD80-BB89-7EB9-586B23A45C76}"/>
              </a:ext>
            </a:extLst>
          </p:cNvPr>
          <p:cNvSpPr>
            <a:spLocks noGrp="1"/>
          </p:cNvSpPr>
          <p:nvPr>
            <p:ph type="sldNum" sz="quarter" idx="12"/>
          </p:nvPr>
        </p:nvSpPr>
        <p:spPr/>
        <p:txBody>
          <a:bodyPr/>
          <a:lstStyle/>
          <a:p>
            <a:fld id="{7DE213D0-F4A8-4002-9EDD-2AA04CFB5054}" type="slidenum">
              <a:rPr lang="en-US" smtClean="0"/>
              <a:t>11</a:t>
            </a:fld>
            <a:endParaRPr lang="en-US"/>
          </a:p>
        </p:txBody>
      </p:sp>
    </p:spTree>
    <p:extLst>
      <p:ext uri="{BB962C8B-B14F-4D97-AF65-F5344CB8AC3E}">
        <p14:creationId xmlns:p14="http://schemas.microsoft.com/office/powerpoint/2010/main" val="727137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BD050-7E73-3C40-A1BF-C3DC2D02EF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01B492-CE0B-6732-652E-CDA21FDD250B}"/>
              </a:ext>
            </a:extLst>
          </p:cNvPr>
          <p:cNvSpPr>
            <a:spLocks noGrp="1"/>
          </p:cNvSpPr>
          <p:nvPr>
            <p:ph type="title"/>
          </p:nvPr>
        </p:nvSpPr>
        <p:spPr/>
        <p:txBody>
          <a:bodyPr/>
          <a:lstStyle/>
          <a:p>
            <a:pPr algn="ctr"/>
            <a:r>
              <a:rPr lang="en-US"/>
              <a:t>EX Double Carbon-Carbon Bond</a:t>
            </a:r>
            <a:endParaRPr lang="en-US" dirty="0"/>
          </a:p>
        </p:txBody>
      </p:sp>
      <p:sp>
        <p:nvSpPr>
          <p:cNvPr id="3" name="Slide Number Placeholder 2">
            <a:extLst>
              <a:ext uri="{FF2B5EF4-FFF2-40B4-BE49-F238E27FC236}">
                <a16:creationId xmlns:a16="http://schemas.microsoft.com/office/drawing/2014/main" id="{1F09B9D5-54A9-F865-C527-F3D21AA23EA8}"/>
              </a:ext>
            </a:extLst>
          </p:cNvPr>
          <p:cNvSpPr>
            <a:spLocks noGrp="1"/>
          </p:cNvSpPr>
          <p:nvPr>
            <p:ph type="sldNum" sz="quarter" idx="12"/>
          </p:nvPr>
        </p:nvSpPr>
        <p:spPr/>
        <p:txBody>
          <a:bodyPr/>
          <a:lstStyle/>
          <a:p>
            <a:fld id="{7DE213D0-F4A8-4002-9EDD-2AA04CFB5054}" type="slidenum">
              <a:rPr lang="en-US" smtClean="0"/>
              <a:t>12</a:t>
            </a:fld>
            <a:endParaRPr lang="en-US"/>
          </a:p>
        </p:txBody>
      </p:sp>
    </p:spTree>
    <p:extLst>
      <p:ext uri="{BB962C8B-B14F-4D97-AF65-F5344CB8AC3E}">
        <p14:creationId xmlns:p14="http://schemas.microsoft.com/office/powerpoint/2010/main" val="1856410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473FA9-B829-DE0F-07B8-3B81F99BDB3C}"/>
              </a:ext>
            </a:extLst>
          </p:cNvPr>
          <p:cNvPicPr>
            <a:picLocks noChangeAspect="1"/>
          </p:cNvPicPr>
          <p:nvPr/>
        </p:nvPicPr>
        <p:blipFill>
          <a:blip r:embed="rId2"/>
          <a:stretch>
            <a:fillRect/>
          </a:stretch>
        </p:blipFill>
        <p:spPr>
          <a:xfrm>
            <a:off x="1492013" y="425295"/>
            <a:ext cx="9207973" cy="6007409"/>
          </a:xfrm>
          <a:prstGeom prst="rect">
            <a:avLst/>
          </a:prstGeom>
        </p:spPr>
      </p:pic>
      <p:sp>
        <p:nvSpPr>
          <p:cNvPr id="2" name="Slide Number Placeholder 1">
            <a:extLst>
              <a:ext uri="{FF2B5EF4-FFF2-40B4-BE49-F238E27FC236}">
                <a16:creationId xmlns:a16="http://schemas.microsoft.com/office/drawing/2014/main" id="{2ED2B621-C0EF-D72A-9B88-010431DB3AC5}"/>
              </a:ext>
            </a:extLst>
          </p:cNvPr>
          <p:cNvSpPr>
            <a:spLocks noGrp="1"/>
          </p:cNvSpPr>
          <p:nvPr>
            <p:ph type="sldNum" sz="quarter" idx="12"/>
          </p:nvPr>
        </p:nvSpPr>
        <p:spPr/>
        <p:txBody>
          <a:bodyPr/>
          <a:lstStyle/>
          <a:p>
            <a:fld id="{7DE213D0-F4A8-4002-9EDD-2AA04CFB5054}" type="slidenum">
              <a:rPr lang="en-US" smtClean="0"/>
              <a:t>13</a:t>
            </a:fld>
            <a:endParaRPr lang="en-US"/>
          </a:p>
        </p:txBody>
      </p:sp>
    </p:spTree>
    <p:extLst>
      <p:ext uri="{BB962C8B-B14F-4D97-AF65-F5344CB8AC3E}">
        <p14:creationId xmlns:p14="http://schemas.microsoft.com/office/powerpoint/2010/main" val="1814232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A2E1F7-34ED-CCDD-F14E-11E37037EE1F}"/>
              </a:ext>
            </a:extLst>
          </p:cNvPr>
          <p:cNvPicPr>
            <a:picLocks noChangeAspect="1"/>
          </p:cNvPicPr>
          <p:nvPr/>
        </p:nvPicPr>
        <p:blipFill>
          <a:blip r:embed="rId2"/>
          <a:stretch>
            <a:fillRect/>
          </a:stretch>
        </p:blipFill>
        <p:spPr>
          <a:xfrm>
            <a:off x="418454" y="674737"/>
            <a:ext cx="11292352" cy="5478090"/>
          </a:xfrm>
          <a:prstGeom prst="rect">
            <a:avLst/>
          </a:prstGeom>
        </p:spPr>
      </p:pic>
      <p:sp>
        <p:nvSpPr>
          <p:cNvPr id="2" name="Slide Number Placeholder 1">
            <a:extLst>
              <a:ext uri="{FF2B5EF4-FFF2-40B4-BE49-F238E27FC236}">
                <a16:creationId xmlns:a16="http://schemas.microsoft.com/office/drawing/2014/main" id="{D223D78C-8BA8-9CBC-352C-B3D118844FDB}"/>
              </a:ext>
            </a:extLst>
          </p:cNvPr>
          <p:cNvSpPr>
            <a:spLocks noGrp="1"/>
          </p:cNvSpPr>
          <p:nvPr>
            <p:ph type="sldNum" sz="quarter" idx="12"/>
          </p:nvPr>
        </p:nvSpPr>
        <p:spPr/>
        <p:txBody>
          <a:bodyPr/>
          <a:lstStyle/>
          <a:p>
            <a:fld id="{7DE213D0-F4A8-4002-9EDD-2AA04CFB5054}" type="slidenum">
              <a:rPr lang="en-US" smtClean="0"/>
              <a:t>14</a:t>
            </a:fld>
            <a:endParaRPr lang="en-US"/>
          </a:p>
        </p:txBody>
      </p:sp>
    </p:spTree>
    <p:extLst>
      <p:ext uri="{BB962C8B-B14F-4D97-AF65-F5344CB8AC3E}">
        <p14:creationId xmlns:p14="http://schemas.microsoft.com/office/powerpoint/2010/main" val="1412253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9" name="Rectangle 15">
            <a:extLst>
              <a:ext uri="{FF2B5EF4-FFF2-40B4-BE49-F238E27FC236}">
                <a16:creationId xmlns:a16="http://schemas.microsoft.com/office/drawing/2014/main" id="{D7237D69-6A79-4410-9B0C-93C3D6EB4DAF}"/>
              </a:ext>
            </a:extLst>
          </p:cNvPr>
          <p:cNvSpPr>
            <a:spLocks noChangeArrowheads="1"/>
          </p:cNvSpPr>
          <p:nvPr/>
        </p:nvSpPr>
        <p:spPr bwMode="auto">
          <a:xfrm>
            <a:off x="122246" y="1674673"/>
            <a:ext cx="1912560" cy="350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342900" indent="-342900">
              <a:defRPr sz="2400">
                <a:solidFill>
                  <a:schemeClr val="tx1"/>
                </a:solidFill>
                <a:latin typeface="Times New Roman" charset="0"/>
              </a:defRPr>
            </a:lvl1pPr>
            <a:lvl2pPr marL="800100" indent="-342900">
              <a:defRPr sz="2400">
                <a:solidFill>
                  <a:schemeClr val="tx1"/>
                </a:solidFill>
                <a:latin typeface="Times New Roman" charset="0"/>
              </a:defRPr>
            </a:lvl2pPr>
            <a:lvl3pPr marL="1143000">
              <a:defRPr sz="2400">
                <a:solidFill>
                  <a:schemeClr val="tx1"/>
                </a:solidFill>
                <a:latin typeface="Times New Roman" charset="0"/>
              </a:defRPr>
            </a:lvl3pPr>
            <a:lvl4pPr>
              <a:defRPr sz="2400">
                <a:solidFill>
                  <a:schemeClr val="tx1"/>
                </a:solidFill>
                <a:latin typeface="Times New Roman" charset="0"/>
              </a:defRPr>
            </a:lvl4pPr>
            <a:lvl5pPr>
              <a:defRPr sz="2400">
                <a:solidFill>
                  <a:schemeClr val="tx1"/>
                </a:solidFill>
                <a:latin typeface="Times New Roman" charset="0"/>
              </a:defRPr>
            </a:lvl5pPr>
            <a:lvl6pPr eaLnBrk="0" fontAlgn="base" hangingPunct="0">
              <a:spcBef>
                <a:spcPct val="0"/>
              </a:spcBef>
              <a:spcAft>
                <a:spcPct val="0"/>
              </a:spcAft>
              <a:defRPr sz="2400">
                <a:solidFill>
                  <a:schemeClr val="tx1"/>
                </a:solidFill>
                <a:latin typeface="Times New Roman" charset="0"/>
              </a:defRPr>
            </a:lvl6pPr>
            <a:lvl7pPr eaLnBrk="0" fontAlgn="base" hangingPunct="0">
              <a:spcBef>
                <a:spcPct val="0"/>
              </a:spcBef>
              <a:spcAft>
                <a:spcPct val="0"/>
              </a:spcAft>
              <a:defRPr sz="2400">
                <a:solidFill>
                  <a:schemeClr val="tx1"/>
                </a:solidFill>
                <a:latin typeface="Times New Roman" charset="0"/>
              </a:defRPr>
            </a:lvl7pPr>
            <a:lvl8pPr eaLnBrk="0" fontAlgn="base" hangingPunct="0">
              <a:spcBef>
                <a:spcPct val="0"/>
              </a:spcBef>
              <a:spcAft>
                <a:spcPct val="0"/>
              </a:spcAft>
              <a:defRPr sz="2400">
                <a:solidFill>
                  <a:schemeClr val="tx1"/>
                </a:solidFill>
                <a:latin typeface="Times New Roman" charset="0"/>
              </a:defRPr>
            </a:lvl8pPr>
            <a:lvl9pPr eaLnBrk="0" fontAlgn="base" hangingPunct="0">
              <a:spcBef>
                <a:spcPct val="0"/>
              </a:spcBef>
              <a:spcAft>
                <a:spcPct val="0"/>
              </a:spcAft>
              <a:defRPr sz="2400">
                <a:solidFill>
                  <a:schemeClr val="tx1"/>
                </a:solidFill>
                <a:latin typeface="Times New Roman" charset="0"/>
              </a:defRPr>
            </a:lvl9pPr>
          </a:lstStyle>
          <a:p>
            <a:pPr marL="0" indent="0" algn="ctr">
              <a:spcBef>
                <a:spcPct val="50000"/>
              </a:spcBef>
              <a:defRPr/>
            </a:pPr>
            <a:r>
              <a:rPr lang="en-US" altLang="en-US" dirty="0">
                <a:latin typeface="Arial" charset="0"/>
              </a:rPr>
              <a:t>Can degrade surfaces</a:t>
            </a:r>
            <a:endParaRPr lang="en-US" altLang="en-US" sz="2000" dirty="0">
              <a:latin typeface="Arial" charset="0"/>
            </a:endParaRPr>
          </a:p>
          <a:p>
            <a:pPr marL="0" lvl="1" indent="0" algn="ctr">
              <a:spcBef>
                <a:spcPct val="50000"/>
              </a:spcBef>
              <a:defRPr/>
            </a:pPr>
            <a:r>
              <a:rPr lang="en-US" altLang="en-US" sz="2000" dirty="0" err="1">
                <a:latin typeface="Arial" charset="0"/>
              </a:rPr>
              <a:t>Betacloth</a:t>
            </a:r>
            <a:r>
              <a:rPr lang="en-US" altLang="en-US" sz="2000" dirty="0">
                <a:latin typeface="Arial" charset="0"/>
              </a:rPr>
              <a:t> liners in Shuttle payload bay visibly darkened on orbit</a:t>
            </a:r>
          </a:p>
        </p:txBody>
      </p:sp>
      <p:sp>
        <p:nvSpPr>
          <p:cNvPr id="2" name="Slide Number Placeholder 1">
            <a:extLst>
              <a:ext uri="{FF2B5EF4-FFF2-40B4-BE49-F238E27FC236}">
                <a16:creationId xmlns:a16="http://schemas.microsoft.com/office/drawing/2014/main" id="{CAC6BBE5-9DFA-48EC-9B28-50536CEBA919}"/>
              </a:ext>
            </a:extLst>
          </p:cNvPr>
          <p:cNvSpPr>
            <a:spLocks noGrp="1"/>
          </p:cNvSpPr>
          <p:nvPr>
            <p:ph type="sldNum" sz="quarter" idx="12"/>
          </p:nvPr>
        </p:nvSpPr>
        <p:spPr/>
        <p:txBody>
          <a:bodyPr/>
          <a:lstStyle/>
          <a:p>
            <a:fld id="{C83C362F-97FB-4C1E-B0F0-C3069DD0CDD1}" type="slidenum">
              <a:rPr lang="en-US" smtClean="0"/>
              <a:t>15</a:t>
            </a:fld>
            <a:endParaRPr lang="en-US"/>
          </a:p>
        </p:txBody>
      </p:sp>
      <p:pic>
        <p:nvPicPr>
          <p:cNvPr id="1026" name="Picture 2" descr="See the source image">
            <a:extLst>
              <a:ext uri="{FF2B5EF4-FFF2-40B4-BE49-F238E27FC236}">
                <a16:creationId xmlns:a16="http://schemas.microsoft.com/office/drawing/2014/main" id="{22170EEA-EF81-4291-B9BE-1A14F3BF92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1211728"/>
            <a:ext cx="6678614" cy="454589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undefined">
            <a:extLst>
              <a:ext uri="{FF2B5EF4-FFF2-40B4-BE49-F238E27FC236}">
                <a16:creationId xmlns:a16="http://schemas.microsoft.com/office/drawing/2014/main" id="{4009FB7A-DE4F-9ED3-0853-C8149128F4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624551" y="1793268"/>
            <a:ext cx="4122737" cy="3429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8588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13E8C4F0-B297-D1F2-9AF3-B492E7D04F7E}"/>
                  </a:ext>
                </a:extLst>
              </p14:cNvPr>
              <p14:cNvContentPartPr/>
              <p14:nvPr/>
            </p14:nvContentPartPr>
            <p14:xfrm>
              <a:off x="6152577" y="2951689"/>
              <a:ext cx="210960" cy="16560"/>
            </p14:xfrm>
          </p:contentPart>
        </mc:Choice>
        <mc:Fallback xmlns="">
          <p:pic>
            <p:nvPicPr>
              <p:cNvPr id="13" name="Ink 12">
                <a:extLst>
                  <a:ext uri="{FF2B5EF4-FFF2-40B4-BE49-F238E27FC236}">
                    <a16:creationId xmlns:a16="http://schemas.microsoft.com/office/drawing/2014/main" id="{13E8C4F0-B297-D1F2-9AF3-B492E7D04F7E}"/>
                  </a:ext>
                </a:extLst>
              </p:cNvPr>
              <p:cNvPicPr/>
              <p:nvPr/>
            </p:nvPicPr>
            <p:blipFill>
              <a:blip r:embed="rId5"/>
              <a:stretch>
                <a:fillRect/>
              </a:stretch>
            </p:blipFill>
            <p:spPr>
              <a:xfrm>
                <a:off x="6089577" y="2889049"/>
                <a:ext cx="336600" cy="142200"/>
              </a:xfrm>
              <a:prstGeom prst="rect">
                <a:avLst/>
              </a:prstGeom>
            </p:spPr>
          </p:pic>
        </mc:Fallback>
      </mc:AlternateContent>
      <p:pic>
        <p:nvPicPr>
          <p:cNvPr id="3" name="Picture 2">
            <a:extLst>
              <a:ext uri="{FF2B5EF4-FFF2-40B4-BE49-F238E27FC236}">
                <a16:creationId xmlns:a16="http://schemas.microsoft.com/office/drawing/2014/main" id="{1B311CA2-6F60-5D7A-17E5-FBCC49063A2B}"/>
              </a:ext>
            </a:extLst>
          </p:cNvPr>
          <p:cNvPicPr>
            <a:picLocks noChangeAspect="1"/>
          </p:cNvPicPr>
          <p:nvPr/>
        </p:nvPicPr>
        <p:blipFill>
          <a:blip r:embed="rId6"/>
          <a:stretch>
            <a:fillRect/>
          </a:stretch>
        </p:blipFill>
        <p:spPr>
          <a:xfrm>
            <a:off x="6095995" y="3428995"/>
            <a:ext cx="10" cy="10"/>
          </a:xfrm>
          <a:prstGeom prst="rect">
            <a:avLst/>
          </a:prstGeom>
        </p:spPr>
      </p:pic>
      <p:pic>
        <p:nvPicPr>
          <p:cNvPr id="6" name="Picture 5">
            <a:extLst>
              <a:ext uri="{FF2B5EF4-FFF2-40B4-BE49-F238E27FC236}">
                <a16:creationId xmlns:a16="http://schemas.microsoft.com/office/drawing/2014/main" id="{C57FAF97-4A6A-C2C6-3EE7-C4EC72C4592D}"/>
              </a:ext>
            </a:extLst>
          </p:cNvPr>
          <p:cNvPicPr>
            <a:picLocks noChangeAspect="1"/>
          </p:cNvPicPr>
          <p:nvPr/>
        </p:nvPicPr>
        <p:blipFill>
          <a:blip r:embed="rId6"/>
          <a:stretch>
            <a:fillRect/>
          </a:stretch>
        </p:blipFill>
        <p:spPr>
          <a:xfrm>
            <a:off x="6095995" y="3428995"/>
            <a:ext cx="10" cy="10"/>
          </a:xfrm>
          <a:prstGeom prst="rect">
            <a:avLst/>
          </a:prstGeom>
        </p:spPr>
      </p:pic>
      <p:sp>
        <p:nvSpPr>
          <p:cNvPr id="2" name="Slide Number Placeholder 1">
            <a:extLst>
              <a:ext uri="{FF2B5EF4-FFF2-40B4-BE49-F238E27FC236}">
                <a16:creationId xmlns:a16="http://schemas.microsoft.com/office/drawing/2014/main" id="{8967EFE2-9A4A-7926-5FD7-1EFA64BBEDC7}"/>
              </a:ext>
            </a:extLst>
          </p:cNvPr>
          <p:cNvSpPr>
            <a:spLocks noGrp="1"/>
          </p:cNvSpPr>
          <p:nvPr>
            <p:ph type="sldNum" sz="quarter" idx="12"/>
          </p:nvPr>
        </p:nvSpPr>
        <p:spPr/>
        <p:txBody>
          <a:bodyPr/>
          <a:lstStyle/>
          <a:p>
            <a:fld id="{7DE213D0-F4A8-4002-9EDD-2AA04CFB5054}" type="slidenum">
              <a:rPr lang="en-US" smtClean="0"/>
              <a:t>16</a:t>
            </a:fld>
            <a:endParaRPr lang="en-US"/>
          </a:p>
        </p:txBody>
      </p:sp>
      <p:pic>
        <p:nvPicPr>
          <p:cNvPr id="5" name="Picture 4">
            <a:extLst>
              <a:ext uri="{FF2B5EF4-FFF2-40B4-BE49-F238E27FC236}">
                <a16:creationId xmlns:a16="http://schemas.microsoft.com/office/drawing/2014/main" id="{730AF0AB-D10D-A949-2730-0C7B895D45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72452" y="2575241"/>
            <a:ext cx="6041416" cy="3171454"/>
          </a:xfrm>
          <a:prstGeom prst="rect">
            <a:avLst/>
          </a:prstGeom>
        </p:spPr>
      </p:pic>
      <p:pic>
        <p:nvPicPr>
          <p:cNvPr id="7" name="Picture 6">
            <a:extLst>
              <a:ext uri="{FF2B5EF4-FFF2-40B4-BE49-F238E27FC236}">
                <a16:creationId xmlns:a16="http://schemas.microsoft.com/office/drawing/2014/main" id="{6919BC1A-C285-5C4B-3FBA-A3E40D857B3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116" y="1760"/>
            <a:ext cx="5971394" cy="1589401"/>
          </a:xfrm>
          <a:prstGeom prst="rect">
            <a:avLst/>
          </a:prstGeom>
        </p:spPr>
      </p:pic>
      <p:pic>
        <p:nvPicPr>
          <p:cNvPr id="11" name="Picture 10">
            <a:extLst>
              <a:ext uri="{FF2B5EF4-FFF2-40B4-BE49-F238E27FC236}">
                <a16:creationId xmlns:a16="http://schemas.microsoft.com/office/drawing/2014/main" id="{9EA89B9B-C74E-43DB-709C-A93746AED39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132" y="1690063"/>
            <a:ext cx="6017863" cy="3679672"/>
          </a:xfrm>
          <a:prstGeom prst="rect">
            <a:avLst/>
          </a:prstGeom>
        </p:spPr>
      </p:pic>
      <p:pic>
        <p:nvPicPr>
          <p:cNvPr id="14" name="Picture 13">
            <a:extLst>
              <a:ext uri="{FF2B5EF4-FFF2-40B4-BE49-F238E27FC236}">
                <a16:creationId xmlns:a16="http://schemas.microsoft.com/office/drawing/2014/main" id="{08FD8CA1-847D-963C-EBEB-2770BF75B1B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38737" y="5468637"/>
            <a:ext cx="5183702" cy="556117"/>
          </a:xfrm>
          <a:prstGeom prst="rect">
            <a:avLst/>
          </a:prstGeom>
        </p:spPr>
      </p:pic>
      <p:pic>
        <p:nvPicPr>
          <p:cNvPr id="16" name="Picture 15">
            <a:extLst>
              <a:ext uri="{FF2B5EF4-FFF2-40B4-BE49-F238E27FC236}">
                <a16:creationId xmlns:a16="http://schemas.microsoft.com/office/drawing/2014/main" id="{D7E378E2-938F-EED9-C664-A442CDD6FDD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883692" y="1094976"/>
            <a:ext cx="5922057" cy="1281816"/>
          </a:xfrm>
          <a:prstGeom prst="rect">
            <a:avLst/>
          </a:prstGeom>
        </p:spPr>
      </p:pic>
    </p:spTree>
    <p:extLst>
      <p:ext uri="{BB962C8B-B14F-4D97-AF65-F5344CB8AC3E}">
        <p14:creationId xmlns:p14="http://schemas.microsoft.com/office/powerpoint/2010/main" val="1065077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3C5EF45-A362-F8F9-D590-DA2AB79DCDC2}"/>
              </a:ext>
            </a:extLst>
          </p:cNvPr>
          <p:cNvSpPr>
            <a:spLocks noGrp="1"/>
          </p:cNvSpPr>
          <p:nvPr>
            <p:ph type="sldNum" sz="quarter" idx="12"/>
          </p:nvPr>
        </p:nvSpPr>
        <p:spPr/>
        <p:txBody>
          <a:bodyPr/>
          <a:lstStyle/>
          <a:p>
            <a:fld id="{7DE213D0-F4A8-4002-9EDD-2AA04CFB5054}" type="slidenum">
              <a:rPr lang="en-US" smtClean="0"/>
              <a:t>17</a:t>
            </a:fld>
            <a:endParaRPr lang="en-US"/>
          </a:p>
        </p:txBody>
      </p:sp>
      <p:pic>
        <p:nvPicPr>
          <p:cNvPr id="9" name="Picture 8">
            <a:extLst>
              <a:ext uri="{FF2B5EF4-FFF2-40B4-BE49-F238E27FC236}">
                <a16:creationId xmlns:a16="http://schemas.microsoft.com/office/drawing/2014/main" id="{B76C9251-03A1-3DAE-7018-E654A41329FE}"/>
              </a:ext>
            </a:extLst>
          </p:cNvPr>
          <p:cNvPicPr>
            <a:picLocks noChangeAspect="1"/>
          </p:cNvPicPr>
          <p:nvPr/>
        </p:nvPicPr>
        <p:blipFill>
          <a:blip r:embed="rId2"/>
          <a:stretch>
            <a:fillRect/>
          </a:stretch>
        </p:blipFill>
        <p:spPr>
          <a:xfrm>
            <a:off x="6473746" y="1408371"/>
            <a:ext cx="5732323" cy="4302472"/>
          </a:xfrm>
          <a:prstGeom prst="rect">
            <a:avLst/>
          </a:prstGeom>
        </p:spPr>
      </p:pic>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35934BEC-DF07-EA01-7E67-3BB881980C5D}"/>
                  </a:ext>
                </a:extLst>
              </p14:cNvPr>
              <p14:cNvContentPartPr/>
              <p14:nvPr/>
            </p14:nvContentPartPr>
            <p14:xfrm>
              <a:off x="6824570" y="2967530"/>
              <a:ext cx="115560" cy="93960"/>
            </p14:xfrm>
          </p:contentPart>
        </mc:Choice>
        <mc:Fallback xmlns="">
          <p:pic>
            <p:nvPicPr>
              <p:cNvPr id="10" name="Ink 9">
                <a:extLst>
                  <a:ext uri="{FF2B5EF4-FFF2-40B4-BE49-F238E27FC236}">
                    <a16:creationId xmlns:a16="http://schemas.microsoft.com/office/drawing/2014/main" id="{35934BEC-DF07-EA01-7E67-3BB881980C5D}"/>
                  </a:ext>
                </a:extLst>
              </p:cNvPr>
              <p:cNvPicPr/>
              <p:nvPr/>
            </p:nvPicPr>
            <p:blipFill>
              <a:blip r:embed="rId5"/>
              <a:stretch>
                <a:fillRect/>
              </a:stretch>
            </p:blipFill>
            <p:spPr>
              <a:xfrm>
                <a:off x="6815570" y="2958530"/>
                <a:ext cx="133200" cy="111600"/>
              </a:xfrm>
              <a:prstGeom prst="rect">
                <a:avLst/>
              </a:prstGeom>
            </p:spPr>
          </p:pic>
        </mc:Fallback>
      </mc:AlternateContent>
      <p:pic>
        <p:nvPicPr>
          <p:cNvPr id="5" name="Picture 4">
            <a:extLst>
              <a:ext uri="{FF2B5EF4-FFF2-40B4-BE49-F238E27FC236}">
                <a16:creationId xmlns:a16="http://schemas.microsoft.com/office/drawing/2014/main" id="{364D2FA9-6D39-52CA-D2F0-69FEDC5CA0F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803" y="630165"/>
            <a:ext cx="6591602" cy="3777873"/>
          </a:xfrm>
          <a:prstGeom prst="rect">
            <a:avLst/>
          </a:prstGeom>
        </p:spPr>
      </p:pic>
      <p:pic>
        <p:nvPicPr>
          <p:cNvPr id="7" name="Picture 6">
            <a:extLst>
              <a:ext uri="{FF2B5EF4-FFF2-40B4-BE49-F238E27FC236}">
                <a16:creationId xmlns:a16="http://schemas.microsoft.com/office/drawing/2014/main" id="{15F29291-0EF6-71FC-CB41-CF8F81F20A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2358" y="4557393"/>
            <a:ext cx="5911420" cy="1935482"/>
          </a:xfrm>
          <a:prstGeom prst="rect">
            <a:avLst/>
          </a:prstGeom>
        </p:spPr>
      </p:pic>
    </p:spTree>
    <p:extLst>
      <p:ext uri="{BB962C8B-B14F-4D97-AF65-F5344CB8AC3E}">
        <p14:creationId xmlns:p14="http://schemas.microsoft.com/office/powerpoint/2010/main" val="106315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69" name="Rectangle 1436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Rectangle 2">
            <a:extLst>
              <a:ext uri="{FF2B5EF4-FFF2-40B4-BE49-F238E27FC236}">
                <a16:creationId xmlns:a16="http://schemas.microsoft.com/office/drawing/2014/main" id="{DE8C0967-53D3-44F2-9D20-6EBFC900EB8F}"/>
              </a:ext>
            </a:extLst>
          </p:cNvPr>
          <p:cNvSpPr>
            <a:spLocks noGrp="1" noChangeArrowheads="1"/>
          </p:cNvSpPr>
          <p:nvPr>
            <p:ph type="title"/>
          </p:nvPr>
        </p:nvSpPr>
        <p:spPr>
          <a:xfrm>
            <a:off x="640080" y="325369"/>
            <a:ext cx="4368602" cy="1956841"/>
          </a:xfrm>
        </p:spPr>
        <p:txBody>
          <a:bodyPr vert="horz" lIns="91440" tIns="45720" rIns="91440" bIns="45720" rtlCol="0" anchor="b">
            <a:normAutofit/>
          </a:bodyPr>
          <a:lstStyle/>
          <a:p>
            <a:pPr>
              <a:defRPr/>
            </a:pPr>
            <a:r>
              <a:rPr lang="en-US" altLang="en-US" sz="4200"/>
              <a:t>Vacuum Environment:  Heat Transfer</a:t>
            </a:r>
          </a:p>
        </p:txBody>
      </p:sp>
      <p:sp>
        <p:nvSpPr>
          <p:cNvPr id="1437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55" name="Rectangle 19">
            <a:extLst>
              <a:ext uri="{FF2B5EF4-FFF2-40B4-BE49-F238E27FC236}">
                <a16:creationId xmlns:a16="http://schemas.microsoft.com/office/drawing/2014/main" id="{099C84E9-6F83-4106-8743-E48F9C4CCF41}"/>
              </a:ext>
            </a:extLst>
          </p:cNvPr>
          <p:cNvSpPr>
            <a:spLocks noChangeArrowheads="1"/>
          </p:cNvSpPr>
          <p:nvPr/>
        </p:nvSpPr>
        <p:spPr bwMode="auto">
          <a:xfrm>
            <a:off x="640080" y="2872899"/>
            <a:ext cx="4243589" cy="332066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lIns="91440" tIns="45720" rIns="91440" bIns="45720" rtlCol="0">
            <a:normAutofit/>
          </a:bodyPr>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indent="-228600">
              <a:lnSpc>
                <a:spcPct val="90000"/>
              </a:lnSpc>
              <a:spcBef>
                <a:spcPct val="50000"/>
              </a:spcBef>
              <a:buFont typeface="Arial" panose="020B0604020202020204" pitchFamily="34" charset="0"/>
              <a:buChar char="•"/>
              <a:defRPr/>
            </a:pPr>
            <a:r>
              <a:rPr lang="en-US" altLang="en-US" sz="2200" dirty="0">
                <a:latin typeface="+mn-lt"/>
              </a:rPr>
              <a:t>Severe thermal cycle because of solar eclipses </a:t>
            </a:r>
          </a:p>
          <a:p>
            <a:pPr indent="-228600">
              <a:lnSpc>
                <a:spcPct val="90000"/>
              </a:lnSpc>
              <a:spcBef>
                <a:spcPct val="50000"/>
              </a:spcBef>
              <a:buFont typeface="Arial" panose="020B0604020202020204" pitchFamily="34" charset="0"/>
              <a:buChar char="•"/>
              <a:defRPr/>
            </a:pPr>
            <a:r>
              <a:rPr lang="en-US" altLang="en-US" sz="2200" dirty="0">
                <a:latin typeface="+mn-lt"/>
              </a:rPr>
              <a:t>Internal power generation increases temperature</a:t>
            </a:r>
          </a:p>
          <a:p>
            <a:pPr indent="-228600">
              <a:lnSpc>
                <a:spcPct val="90000"/>
              </a:lnSpc>
              <a:spcBef>
                <a:spcPct val="50000"/>
              </a:spcBef>
              <a:buFont typeface="Arial" panose="020B0604020202020204" pitchFamily="34" charset="0"/>
              <a:buChar char="•"/>
              <a:defRPr/>
            </a:pPr>
            <a:endParaRPr lang="en-US" altLang="en-US" sz="2200" dirty="0">
              <a:latin typeface="+mn-lt"/>
            </a:endParaRPr>
          </a:p>
          <a:p>
            <a:pPr indent="-228600">
              <a:lnSpc>
                <a:spcPct val="90000"/>
              </a:lnSpc>
              <a:spcBef>
                <a:spcPct val="50000"/>
              </a:spcBef>
              <a:buFont typeface="Arial" panose="020B0604020202020204" pitchFamily="34" charset="0"/>
              <a:buChar char="•"/>
              <a:defRPr/>
            </a:pPr>
            <a:endParaRPr lang="en-US" altLang="en-US" sz="2200" dirty="0">
              <a:latin typeface="+mn-lt"/>
            </a:endParaRPr>
          </a:p>
          <a:p>
            <a:pPr indent="-228600">
              <a:lnSpc>
                <a:spcPct val="90000"/>
              </a:lnSpc>
              <a:spcBef>
                <a:spcPct val="50000"/>
              </a:spcBef>
              <a:buFont typeface="Arial" panose="020B0604020202020204" pitchFamily="34" charset="0"/>
              <a:buChar char="•"/>
              <a:defRPr/>
            </a:pPr>
            <a:endParaRPr lang="en-US" altLang="en-US" sz="2200" dirty="0">
              <a:latin typeface="+mn-lt"/>
            </a:endParaRPr>
          </a:p>
        </p:txBody>
      </p:sp>
      <p:pic>
        <p:nvPicPr>
          <p:cNvPr id="3074" name="Picture 2">
            <a:extLst>
              <a:ext uri="{FF2B5EF4-FFF2-40B4-BE49-F238E27FC236}">
                <a16:creationId xmlns:a16="http://schemas.microsoft.com/office/drawing/2014/main" id="{516353C8-0D70-C743-CFCD-6D528A627B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028" r="21054" b="-3"/>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3B35AE37-6D79-958C-B6B4-2C79784564A2}"/>
              </a:ext>
            </a:extLst>
          </p:cNvPr>
          <p:cNvSpPr>
            <a:spLocks noGrp="1"/>
          </p:cNvSpPr>
          <p:nvPr>
            <p:ph type="sldNum" sz="quarter" idx="12"/>
          </p:nvPr>
        </p:nvSpPr>
        <p:spPr/>
        <p:txBody>
          <a:bodyPr/>
          <a:lstStyle/>
          <a:p>
            <a:fld id="{7DE213D0-F4A8-4002-9EDD-2AA04CFB5054}" type="slidenum">
              <a:rPr lang="en-US" smtClean="0"/>
              <a:t>18</a:t>
            </a:fld>
            <a:endParaRPr lang="en-US"/>
          </a:p>
        </p:txBody>
      </p:sp>
    </p:spTree>
    <p:extLst>
      <p:ext uri="{BB962C8B-B14F-4D97-AF65-F5344CB8AC3E}">
        <p14:creationId xmlns:p14="http://schemas.microsoft.com/office/powerpoint/2010/main" val="116695022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1DFDE5-7E08-4290-43A6-D1B1A46AAF3C}"/>
            </a:ext>
          </a:extLst>
        </p:cNvPr>
        <p:cNvGrpSpPr/>
        <p:nvPr/>
      </p:nvGrpSpPr>
      <p:grpSpPr>
        <a:xfrm>
          <a:off x="0" y="0"/>
          <a:ext cx="0" cy="0"/>
          <a:chOff x="0" y="0"/>
          <a:chExt cx="0" cy="0"/>
        </a:xfrm>
      </p:grpSpPr>
      <p:sp useBgFill="1">
        <p:nvSpPr>
          <p:cNvPr id="14369" name="Rectangle 14368">
            <a:extLst>
              <a:ext uri="{FF2B5EF4-FFF2-40B4-BE49-F238E27FC236}">
                <a16:creationId xmlns:a16="http://schemas.microsoft.com/office/drawing/2014/main" id="{76B61861-E76A-50B7-5885-FFDD260D07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Rectangle 2">
            <a:extLst>
              <a:ext uri="{FF2B5EF4-FFF2-40B4-BE49-F238E27FC236}">
                <a16:creationId xmlns:a16="http://schemas.microsoft.com/office/drawing/2014/main" id="{07B6994A-C4ED-2271-85CB-DEDC9F217091}"/>
              </a:ext>
            </a:extLst>
          </p:cNvPr>
          <p:cNvSpPr>
            <a:spLocks noGrp="1" noChangeArrowheads="1"/>
          </p:cNvSpPr>
          <p:nvPr>
            <p:ph type="title"/>
          </p:nvPr>
        </p:nvSpPr>
        <p:spPr>
          <a:xfrm>
            <a:off x="640080" y="325369"/>
            <a:ext cx="4368602" cy="1956841"/>
          </a:xfrm>
        </p:spPr>
        <p:txBody>
          <a:bodyPr vert="horz" lIns="91440" tIns="45720" rIns="91440" bIns="45720" rtlCol="0" anchor="b">
            <a:normAutofit/>
          </a:bodyPr>
          <a:lstStyle/>
          <a:p>
            <a:pPr>
              <a:defRPr/>
            </a:pPr>
            <a:r>
              <a:rPr lang="en-US" altLang="en-US" sz="4200"/>
              <a:t>Vacuum Environment:  Heat Transfer</a:t>
            </a:r>
          </a:p>
        </p:txBody>
      </p:sp>
      <p:sp>
        <p:nvSpPr>
          <p:cNvPr id="14371" name="sketchy line">
            <a:extLst>
              <a:ext uri="{FF2B5EF4-FFF2-40B4-BE49-F238E27FC236}">
                <a16:creationId xmlns:a16="http://schemas.microsoft.com/office/drawing/2014/main" id="{C242A741-B994-C481-8799-BAF18C2F7F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55" name="Rectangle 19">
            <a:extLst>
              <a:ext uri="{FF2B5EF4-FFF2-40B4-BE49-F238E27FC236}">
                <a16:creationId xmlns:a16="http://schemas.microsoft.com/office/drawing/2014/main" id="{B7CA2F68-443D-8D4E-217B-AE200FDEF136}"/>
              </a:ext>
            </a:extLst>
          </p:cNvPr>
          <p:cNvSpPr>
            <a:spLocks noChangeArrowheads="1"/>
          </p:cNvSpPr>
          <p:nvPr/>
        </p:nvSpPr>
        <p:spPr bwMode="auto">
          <a:xfrm>
            <a:off x="640080" y="2872899"/>
            <a:ext cx="4243589" cy="332066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lIns="91440" tIns="45720" rIns="91440" bIns="45720" rtlCol="0">
            <a:normAutofit/>
          </a:bodyPr>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indent="-228600">
              <a:lnSpc>
                <a:spcPct val="90000"/>
              </a:lnSpc>
              <a:spcBef>
                <a:spcPct val="50000"/>
              </a:spcBef>
              <a:buFont typeface="Arial" panose="020B0604020202020204" pitchFamily="34" charset="0"/>
              <a:buChar char="•"/>
              <a:defRPr/>
            </a:pPr>
            <a:r>
              <a:rPr lang="en-US" altLang="en-US" sz="2200" dirty="0">
                <a:latin typeface="+mn-lt"/>
              </a:rPr>
              <a:t>Severe thermal cycle because of solar eclipses </a:t>
            </a:r>
          </a:p>
          <a:p>
            <a:pPr indent="-228600">
              <a:lnSpc>
                <a:spcPct val="90000"/>
              </a:lnSpc>
              <a:spcBef>
                <a:spcPct val="50000"/>
              </a:spcBef>
              <a:buFont typeface="Arial" panose="020B0604020202020204" pitchFamily="34" charset="0"/>
              <a:buChar char="•"/>
              <a:defRPr/>
            </a:pPr>
            <a:r>
              <a:rPr lang="en-US" altLang="en-US" sz="2200" dirty="0">
                <a:latin typeface="+mn-lt"/>
              </a:rPr>
              <a:t>Internal power generation increases temperature</a:t>
            </a:r>
          </a:p>
          <a:p>
            <a:pPr indent="-228600">
              <a:lnSpc>
                <a:spcPct val="90000"/>
              </a:lnSpc>
              <a:spcBef>
                <a:spcPct val="50000"/>
              </a:spcBef>
              <a:buFont typeface="Arial" panose="020B0604020202020204" pitchFamily="34" charset="0"/>
              <a:buChar char="•"/>
              <a:defRPr/>
            </a:pPr>
            <a:endParaRPr lang="en-US" altLang="en-US" sz="2200" dirty="0">
              <a:latin typeface="+mn-lt"/>
            </a:endParaRPr>
          </a:p>
          <a:p>
            <a:pPr indent="-228600">
              <a:lnSpc>
                <a:spcPct val="90000"/>
              </a:lnSpc>
              <a:spcBef>
                <a:spcPct val="50000"/>
              </a:spcBef>
              <a:buFont typeface="Arial" panose="020B0604020202020204" pitchFamily="34" charset="0"/>
              <a:buChar char="•"/>
              <a:defRPr/>
            </a:pPr>
            <a:endParaRPr lang="en-US" altLang="en-US" sz="2200" dirty="0">
              <a:latin typeface="+mn-lt"/>
            </a:endParaRPr>
          </a:p>
          <a:p>
            <a:pPr indent="-228600">
              <a:lnSpc>
                <a:spcPct val="90000"/>
              </a:lnSpc>
              <a:spcBef>
                <a:spcPct val="50000"/>
              </a:spcBef>
              <a:buFont typeface="Arial" panose="020B0604020202020204" pitchFamily="34" charset="0"/>
              <a:buChar char="•"/>
              <a:defRPr/>
            </a:pPr>
            <a:endParaRPr lang="en-US" altLang="en-US" sz="2200" dirty="0">
              <a:latin typeface="+mn-lt"/>
            </a:endParaRPr>
          </a:p>
        </p:txBody>
      </p:sp>
      <p:sp>
        <p:nvSpPr>
          <p:cNvPr id="2" name="Slide Number Placeholder 1">
            <a:extLst>
              <a:ext uri="{FF2B5EF4-FFF2-40B4-BE49-F238E27FC236}">
                <a16:creationId xmlns:a16="http://schemas.microsoft.com/office/drawing/2014/main" id="{6C9A46C5-102D-9C9D-1160-2BF87EF0D7AE}"/>
              </a:ext>
            </a:extLst>
          </p:cNvPr>
          <p:cNvSpPr>
            <a:spLocks noGrp="1"/>
          </p:cNvSpPr>
          <p:nvPr>
            <p:ph type="sldNum" sz="quarter" idx="12"/>
          </p:nvPr>
        </p:nvSpPr>
        <p:spPr/>
        <p:txBody>
          <a:bodyPr/>
          <a:lstStyle/>
          <a:p>
            <a:fld id="{7DE213D0-F4A8-4002-9EDD-2AA04CFB5054}" type="slidenum">
              <a:rPr lang="en-US" smtClean="0"/>
              <a:t>19</a:t>
            </a:fld>
            <a:endParaRPr lang="en-US"/>
          </a:p>
        </p:txBody>
      </p:sp>
    </p:spTree>
    <p:extLst>
      <p:ext uri="{BB962C8B-B14F-4D97-AF65-F5344CB8AC3E}">
        <p14:creationId xmlns:p14="http://schemas.microsoft.com/office/powerpoint/2010/main" val="342073534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a:extLst>
              <a:ext uri="{FF2B5EF4-FFF2-40B4-BE49-F238E27FC236}">
                <a16:creationId xmlns:a16="http://schemas.microsoft.com/office/drawing/2014/main" id="{2AA5CEAB-5A68-46EE-A7DA-47676FD3A88A}"/>
              </a:ext>
            </a:extLst>
          </p:cNvPr>
          <p:cNvSpPr>
            <a:spLocks noGrp="1" noChangeArrowheads="1"/>
          </p:cNvSpPr>
          <p:nvPr>
            <p:ph type="title"/>
          </p:nvPr>
        </p:nvSpPr>
        <p:spPr>
          <a:xfrm>
            <a:off x="838200" y="-288116"/>
            <a:ext cx="10515600" cy="1325563"/>
          </a:xfrm>
          <a:noFill/>
          <a:ln/>
        </p:spPr>
        <p:txBody>
          <a:bodyPr/>
          <a:lstStyle/>
          <a:p>
            <a:pPr algn="ctr"/>
            <a:r>
              <a:rPr lang="en-US" altLang="en-US" dirty="0"/>
              <a:t>The Thermal Radiation Environment</a:t>
            </a:r>
          </a:p>
        </p:txBody>
      </p:sp>
      <p:sp>
        <p:nvSpPr>
          <p:cNvPr id="18463" name="Text Box 1055">
            <a:extLst>
              <a:ext uri="{FF2B5EF4-FFF2-40B4-BE49-F238E27FC236}">
                <a16:creationId xmlns:a16="http://schemas.microsoft.com/office/drawing/2014/main" id="{5D5178B9-2177-4316-A84C-3053FE091D17}"/>
              </a:ext>
            </a:extLst>
          </p:cNvPr>
          <p:cNvSpPr txBox="1">
            <a:spLocks noChangeArrowheads="1"/>
          </p:cNvSpPr>
          <p:nvPr/>
        </p:nvSpPr>
        <p:spPr bwMode="auto">
          <a:xfrm>
            <a:off x="3987615" y="5745164"/>
            <a:ext cx="4246932" cy="615553"/>
          </a:xfrm>
          <a:prstGeom prst="rect">
            <a:avLst/>
          </a:prstGeom>
          <a:solidFill>
            <a:schemeClr val="bg1"/>
          </a:solidFill>
          <a:ln w="28575">
            <a:solidFill>
              <a:srgbClr val="CC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82880" rIns="182880" bIns="182880">
            <a:spAutoFit/>
          </a:bodyPr>
          <a:lstStyle/>
          <a:p>
            <a:pPr algn="ctr"/>
            <a:r>
              <a:rPr lang="en-US" altLang="en-US" sz="1600" b="1"/>
              <a:t>In equilibrium, energy input  =  energy output</a:t>
            </a:r>
          </a:p>
        </p:txBody>
      </p:sp>
      <p:sp>
        <p:nvSpPr>
          <p:cNvPr id="18464" name="Rectangle 1056">
            <a:extLst>
              <a:ext uri="{FF2B5EF4-FFF2-40B4-BE49-F238E27FC236}">
                <a16:creationId xmlns:a16="http://schemas.microsoft.com/office/drawing/2014/main" id="{07837E63-D903-44D5-B03B-E53A23E60930}"/>
              </a:ext>
            </a:extLst>
          </p:cNvPr>
          <p:cNvSpPr>
            <a:spLocks noChangeArrowheads="1"/>
          </p:cNvSpPr>
          <p:nvPr/>
        </p:nvSpPr>
        <p:spPr bwMode="auto">
          <a:xfrm>
            <a:off x="9355138" y="6261101"/>
            <a:ext cx="1236662"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r">
              <a:spcBef>
                <a:spcPct val="50000"/>
              </a:spcBef>
            </a:pPr>
            <a:r>
              <a:rPr lang="en-US" altLang="en-US" sz="1000"/>
              <a:t>US, Fig. 13-33</a:t>
            </a:r>
          </a:p>
        </p:txBody>
      </p:sp>
      <p:sp>
        <p:nvSpPr>
          <p:cNvPr id="2" name="Slide Number Placeholder 1">
            <a:extLst>
              <a:ext uri="{FF2B5EF4-FFF2-40B4-BE49-F238E27FC236}">
                <a16:creationId xmlns:a16="http://schemas.microsoft.com/office/drawing/2014/main" id="{E2221815-19B9-4126-8516-C7E032BC2A9D}"/>
              </a:ext>
            </a:extLst>
          </p:cNvPr>
          <p:cNvSpPr>
            <a:spLocks noGrp="1"/>
          </p:cNvSpPr>
          <p:nvPr>
            <p:ph type="sldNum" sz="quarter" idx="12"/>
          </p:nvPr>
        </p:nvSpPr>
        <p:spPr/>
        <p:txBody>
          <a:bodyPr/>
          <a:lstStyle/>
          <a:p>
            <a:fld id="{D57F1E4F-1CFF-5643-939E-217C01CDF565}" type="slidenum">
              <a:rPr lang="en-US" smtClean="0"/>
              <a:pPr/>
              <a:t>20</a:t>
            </a:fld>
            <a:endParaRPr lang="en-US" dirty="0"/>
          </a:p>
        </p:txBody>
      </p:sp>
      <p:pic>
        <p:nvPicPr>
          <p:cNvPr id="6" name="Picture 5">
            <a:extLst>
              <a:ext uri="{FF2B5EF4-FFF2-40B4-BE49-F238E27FC236}">
                <a16:creationId xmlns:a16="http://schemas.microsoft.com/office/drawing/2014/main" id="{C34A7B46-FF6C-4310-920A-72D43EFB4C1B}"/>
              </a:ext>
            </a:extLst>
          </p:cNvPr>
          <p:cNvPicPr>
            <a:picLocks noChangeAspect="1"/>
          </p:cNvPicPr>
          <p:nvPr/>
        </p:nvPicPr>
        <p:blipFill>
          <a:blip r:embed="rId3"/>
          <a:stretch>
            <a:fillRect/>
          </a:stretch>
        </p:blipFill>
        <p:spPr>
          <a:xfrm>
            <a:off x="2053732" y="608513"/>
            <a:ext cx="8288686" cy="5136651"/>
          </a:xfrm>
          <a:prstGeom prst="rect">
            <a:avLst/>
          </a:prstGeom>
        </p:spPr>
      </p:pic>
    </p:spTree>
    <p:extLst>
      <p:ext uri="{BB962C8B-B14F-4D97-AF65-F5344CB8AC3E}">
        <p14:creationId xmlns:p14="http://schemas.microsoft.com/office/powerpoint/2010/main" val="389438933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3F9B50-3933-24D3-236A-4F5920E55252}"/>
              </a:ext>
            </a:extLst>
          </p:cNvPr>
          <p:cNvSpPr>
            <a:spLocks noGrp="1"/>
          </p:cNvSpPr>
          <p:nvPr>
            <p:ph type="sldNum" sz="quarter" idx="12"/>
          </p:nvPr>
        </p:nvSpPr>
        <p:spPr/>
        <p:txBody>
          <a:bodyPr/>
          <a:lstStyle/>
          <a:p>
            <a:fld id="{7DE213D0-F4A8-4002-9EDD-2AA04CFB5054}" type="slidenum">
              <a:rPr lang="en-US" smtClean="0"/>
              <a:t>21</a:t>
            </a:fld>
            <a:endParaRPr lang="en-US"/>
          </a:p>
        </p:txBody>
      </p:sp>
      <p:pic>
        <p:nvPicPr>
          <p:cNvPr id="4" name="Picture 3" descr="8.2: Earth's Energy Balance - Biology LibreTexts">
            <a:extLst>
              <a:ext uri="{FF2B5EF4-FFF2-40B4-BE49-F238E27FC236}">
                <a16:creationId xmlns:a16="http://schemas.microsoft.com/office/drawing/2014/main" id="{D9BBC4D8-41D6-1FE9-B885-A20D40EBCCD5}"/>
              </a:ext>
            </a:extLst>
          </p:cNvPr>
          <p:cNvPicPr>
            <a:picLocks noChangeAspect="1"/>
          </p:cNvPicPr>
          <p:nvPr/>
        </p:nvPicPr>
        <p:blipFill>
          <a:blip r:embed="rId2"/>
          <a:stretch>
            <a:fillRect/>
          </a:stretch>
        </p:blipFill>
        <p:spPr>
          <a:xfrm>
            <a:off x="1524788" y="798747"/>
            <a:ext cx="9142423" cy="3026642"/>
          </a:xfrm>
          <a:prstGeom prst="rect">
            <a:avLst/>
          </a:prstGeom>
        </p:spPr>
      </p:pic>
    </p:spTree>
    <p:extLst>
      <p:ext uri="{BB962C8B-B14F-4D97-AF65-F5344CB8AC3E}">
        <p14:creationId xmlns:p14="http://schemas.microsoft.com/office/powerpoint/2010/main" val="2940805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BF6AE-DD0E-0785-A5E3-5F88A658AB27}"/>
              </a:ext>
            </a:extLst>
          </p:cNvPr>
          <p:cNvSpPr>
            <a:spLocks noGrp="1"/>
          </p:cNvSpPr>
          <p:nvPr>
            <p:ph type="title"/>
          </p:nvPr>
        </p:nvSpPr>
        <p:spPr/>
        <p:txBody>
          <a:bodyPr/>
          <a:lstStyle/>
          <a:p>
            <a:pPr algn="ctr"/>
            <a:r>
              <a:rPr lang="en-US" dirty="0"/>
              <a:t>CHALLENGES</a:t>
            </a:r>
          </a:p>
        </p:txBody>
      </p:sp>
      <p:sp>
        <p:nvSpPr>
          <p:cNvPr id="3" name="Slide Number Placeholder 2">
            <a:extLst>
              <a:ext uri="{FF2B5EF4-FFF2-40B4-BE49-F238E27FC236}">
                <a16:creationId xmlns:a16="http://schemas.microsoft.com/office/drawing/2014/main" id="{4F7C8760-4647-CECB-9945-DA1681BB5589}"/>
              </a:ext>
            </a:extLst>
          </p:cNvPr>
          <p:cNvSpPr>
            <a:spLocks noGrp="1"/>
          </p:cNvSpPr>
          <p:nvPr>
            <p:ph type="sldNum" sz="quarter" idx="12"/>
          </p:nvPr>
        </p:nvSpPr>
        <p:spPr/>
        <p:txBody>
          <a:bodyPr/>
          <a:lstStyle/>
          <a:p>
            <a:fld id="{7DE213D0-F4A8-4002-9EDD-2AA04CFB5054}" type="slidenum">
              <a:rPr lang="en-US" smtClean="0"/>
              <a:t>22</a:t>
            </a:fld>
            <a:endParaRPr lang="en-US"/>
          </a:p>
        </p:txBody>
      </p:sp>
    </p:spTree>
    <p:extLst>
      <p:ext uri="{BB962C8B-B14F-4D97-AF65-F5344CB8AC3E}">
        <p14:creationId xmlns:p14="http://schemas.microsoft.com/office/powerpoint/2010/main" val="493395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7" name="Rectangle 9">
            <a:extLst>
              <a:ext uri="{FF2B5EF4-FFF2-40B4-BE49-F238E27FC236}">
                <a16:creationId xmlns:a16="http://schemas.microsoft.com/office/drawing/2014/main" id="{03216AA2-79ED-461B-9D3C-2CE847789AF4}"/>
              </a:ext>
            </a:extLst>
          </p:cNvPr>
          <p:cNvSpPr>
            <a:spLocks noGrp="1" noChangeArrowheads="1"/>
          </p:cNvSpPr>
          <p:nvPr>
            <p:ph type="body" idx="1"/>
          </p:nvPr>
        </p:nvSpPr>
        <p:spPr>
          <a:xfrm>
            <a:off x="670662" y="1086206"/>
            <a:ext cx="8692888" cy="2989644"/>
          </a:xfrm>
        </p:spPr>
        <p:txBody>
          <a:bodyPr>
            <a:normAutofit/>
          </a:bodyPr>
          <a:lstStyle/>
          <a:p>
            <a:pPr marL="0" indent="0">
              <a:buNone/>
              <a:tabLst>
                <a:tab pos="1028700" algn="l"/>
                <a:tab pos="1206500" algn="l"/>
                <a:tab pos="4521200" algn="l"/>
                <a:tab pos="4800600" algn="l"/>
                <a:tab pos="4978400" algn="l"/>
              </a:tabLst>
            </a:pPr>
            <a:r>
              <a:rPr lang="en-US" altLang="en-US" sz="2000" dirty="0"/>
              <a:t>Heat transfer can be separated into three major areas:</a:t>
            </a:r>
          </a:p>
          <a:p>
            <a:pPr marL="631825" lvl="1">
              <a:spcBef>
                <a:spcPct val="40000"/>
              </a:spcBef>
              <a:tabLst>
                <a:tab pos="1028700" algn="l"/>
                <a:tab pos="1206500" algn="l"/>
                <a:tab pos="4521200" algn="l"/>
                <a:tab pos="4800600" algn="l"/>
                <a:tab pos="4978400" algn="l"/>
              </a:tabLst>
            </a:pPr>
            <a:r>
              <a:rPr lang="en-US" altLang="en-US" sz="1800" b="1" i="1" dirty="0"/>
              <a:t>Convection – </a:t>
            </a:r>
            <a:r>
              <a:rPr lang="en-US" altLang="en-US" sz="1800" dirty="0"/>
              <a:t>thermal </a:t>
            </a:r>
            <a:r>
              <a:rPr lang="en-US" altLang="en-US" sz="1800" dirty="0">
                <a:solidFill>
                  <a:schemeClr val="accent2"/>
                </a:solidFill>
              </a:rPr>
              <a:t>energy transfer between a flowing fluid and a solid surface</a:t>
            </a:r>
          </a:p>
          <a:p>
            <a:pPr marL="631825" lvl="1">
              <a:spcBef>
                <a:spcPct val="70000"/>
              </a:spcBef>
              <a:tabLst>
                <a:tab pos="1028700" algn="l"/>
                <a:tab pos="1206500" algn="l"/>
                <a:tab pos="4521200" algn="l"/>
                <a:tab pos="4800600" algn="l"/>
                <a:tab pos="4978400" algn="l"/>
              </a:tabLst>
            </a:pPr>
            <a:r>
              <a:rPr lang="en-US" altLang="en-US" sz="1800" b="1" i="1" dirty="0"/>
              <a:t>Conduction – </a:t>
            </a:r>
            <a:r>
              <a:rPr lang="en-US" altLang="en-US" sz="1800" dirty="0"/>
              <a:t>thermal </a:t>
            </a:r>
            <a:r>
              <a:rPr lang="en-US" altLang="en-US" sz="1800" dirty="0">
                <a:solidFill>
                  <a:schemeClr val="accent2"/>
                </a:solidFill>
              </a:rPr>
              <a:t>energy transfer through matter</a:t>
            </a:r>
            <a:r>
              <a:rPr lang="en-US" altLang="en-US" sz="1800" dirty="0"/>
              <a:t> in the absence of fluid motion</a:t>
            </a:r>
          </a:p>
          <a:p>
            <a:pPr marL="631825" lvl="1">
              <a:spcBef>
                <a:spcPct val="70000"/>
              </a:spcBef>
              <a:tabLst>
                <a:tab pos="1028700" algn="l"/>
                <a:tab pos="1206500" algn="l"/>
                <a:tab pos="4521200" algn="l"/>
                <a:tab pos="4800600" algn="l"/>
                <a:tab pos="4978400" algn="l"/>
              </a:tabLst>
            </a:pPr>
            <a:r>
              <a:rPr lang="en-US" altLang="en-US" sz="1800" b="1" i="1" dirty="0"/>
              <a:t>Radiation</a:t>
            </a:r>
          </a:p>
          <a:p>
            <a:pPr marL="2054225" lvl="3" indent="0">
              <a:spcBef>
                <a:spcPct val="0"/>
              </a:spcBef>
              <a:spcAft>
                <a:spcPct val="40000"/>
              </a:spcAft>
              <a:buNone/>
              <a:tabLst>
                <a:tab pos="1028700" algn="l"/>
                <a:tab pos="1206500" algn="l"/>
                <a:tab pos="4521200" algn="l"/>
                <a:tab pos="4800600" algn="l"/>
                <a:tab pos="4978400" algn="l"/>
              </a:tabLst>
            </a:pPr>
            <a:r>
              <a:rPr lang="en-US" altLang="en-US" sz="1800" dirty="0"/>
              <a:t>	</a:t>
            </a:r>
          </a:p>
        </p:txBody>
      </p:sp>
      <p:sp>
        <p:nvSpPr>
          <p:cNvPr id="12296" name="Rectangle 8">
            <a:extLst>
              <a:ext uri="{FF2B5EF4-FFF2-40B4-BE49-F238E27FC236}">
                <a16:creationId xmlns:a16="http://schemas.microsoft.com/office/drawing/2014/main" id="{EB6716A2-65DF-4922-B73F-B80A7C37E899}"/>
              </a:ext>
            </a:extLst>
          </p:cNvPr>
          <p:cNvSpPr>
            <a:spLocks noGrp="1" noChangeArrowheads="1"/>
          </p:cNvSpPr>
          <p:nvPr>
            <p:ph type="title"/>
          </p:nvPr>
        </p:nvSpPr>
        <p:spPr>
          <a:xfrm>
            <a:off x="670662" y="-169609"/>
            <a:ext cx="6741701" cy="1456267"/>
          </a:xfrm>
        </p:spPr>
        <p:txBody>
          <a:bodyPr/>
          <a:lstStyle/>
          <a:p>
            <a:r>
              <a:rPr lang="en-US" altLang="en-US"/>
              <a:t>Principles of Heat Transfer</a:t>
            </a:r>
            <a:endParaRPr lang="en-US" altLang="en-US" dirty="0"/>
          </a:p>
        </p:txBody>
      </p:sp>
      <p:sp>
        <p:nvSpPr>
          <p:cNvPr id="5" name="Rectangle 19">
            <a:extLst>
              <a:ext uri="{FF2B5EF4-FFF2-40B4-BE49-F238E27FC236}">
                <a16:creationId xmlns:a16="http://schemas.microsoft.com/office/drawing/2014/main" id="{EBA8C1B4-7AAC-4F24-A65F-2CDCB0375588}"/>
              </a:ext>
            </a:extLst>
          </p:cNvPr>
          <p:cNvSpPr>
            <a:spLocks noChangeArrowheads="1"/>
          </p:cNvSpPr>
          <p:nvPr/>
        </p:nvSpPr>
        <p:spPr bwMode="auto">
          <a:xfrm>
            <a:off x="3754958" y="4418538"/>
            <a:ext cx="5373277" cy="230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a:spcBef>
                <a:spcPct val="50000"/>
              </a:spcBef>
              <a:buFontTx/>
              <a:buChar char="•"/>
              <a:defRPr/>
            </a:pPr>
            <a:endParaRPr lang="en-US" altLang="en-US" dirty="0">
              <a:solidFill>
                <a:schemeClr val="accent2"/>
              </a:solidFill>
              <a:latin typeface="Arial" charset="0"/>
            </a:endParaRPr>
          </a:p>
          <a:p>
            <a:pPr>
              <a:spcBef>
                <a:spcPct val="50000"/>
              </a:spcBef>
              <a:buFontTx/>
              <a:buChar char="•"/>
              <a:defRPr/>
            </a:pPr>
            <a:endParaRPr lang="en-US" altLang="en-US" dirty="0">
              <a:solidFill>
                <a:schemeClr val="accent2"/>
              </a:solidFill>
              <a:latin typeface="Arial" charset="0"/>
            </a:endParaRPr>
          </a:p>
          <a:p>
            <a:pPr>
              <a:spcBef>
                <a:spcPct val="50000"/>
              </a:spcBef>
              <a:buFontTx/>
              <a:buChar char="•"/>
              <a:defRPr/>
            </a:pPr>
            <a:endParaRPr lang="en-US" altLang="en-US" dirty="0">
              <a:solidFill>
                <a:schemeClr val="accent2"/>
              </a:solidFill>
              <a:latin typeface="Arial" charset="0"/>
            </a:endParaRPr>
          </a:p>
        </p:txBody>
      </p:sp>
      <p:pic>
        <p:nvPicPr>
          <p:cNvPr id="7" name="Picture 6">
            <a:extLst>
              <a:ext uri="{FF2B5EF4-FFF2-40B4-BE49-F238E27FC236}">
                <a16:creationId xmlns:a16="http://schemas.microsoft.com/office/drawing/2014/main" id="{A0AC159B-FF8D-4EC0-AD07-EC38313240DF}"/>
              </a:ext>
            </a:extLst>
          </p:cNvPr>
          <p:cNvPicPr>
            <a:picLocks noChangeAspect="1"/>
          </p:cNvPicPr>
          <p:nvPr/>
        </p:nvPicPr>
        <p:blipFill>
          <a:blip r:embed="rId3"/>
          <a:stretch>
            <a:fillRect/>
          </a:stretch>
        </p:blipFill>
        <p:spPr>
          <a:xfrm>
            <a:off x="5017106" y="3067347"/>
            <a:ext cx="6296062" cy="3790653"/>
          </a:xfrm>
          <a:prstGeom prst="rect">
            <a:avLst/>
          </a:prstGeom>
        </p:spPr>
      </p:pic>
      <p:sp>
        <p:nvSpPr>
          <p:cNvPr id="2" name="Slide Number Placeholder 1">
            <a:extLst>
              <a:ext uri="{FF2B5EF4-FFF2-40B4-BE49-F238E27FC236}">
                <a16:creationId xmlns:a16="http://schemas.microsoft.com/office/drawing/2014/main" id="{F843D438-77DB-4470-B6D6-6B989EAE2C57}"/>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
        <p:nvSpPr>
          <p:cNvPr id="6" name="TextBox 5">
            <a:extLst>
              <a:ext uri="{FF2B5EF4-FFF2-40B4-BE49-F238E27FC236}">
                <a16:creationId xmlns:a16="http://schemas.microsoft.com/office/drawing/2014/main" id="{240DA102-F6FA-4C27-BCA1-6837EB48C387}"/>
              </a:ext>
            </a:extLst>
          </p:cNvPr>
          <p:cNvSpPr txBox="1"/>
          <p:nvPr/>
        </p:nvSpPr>
        <p:spPr>
          <a:xfrm>
            <a:off x="528103" y="2885005"/>
            <a:ext cx="3354430" cy="923330"/>
          </a:xfrm>
          <a:prstGeom prst="rect">
            <a:avLst/>
          </a:prstGeom>
          <a:noFill/>
        </p:spPr>
        <p:txBody>
          <a:bodyPr wrap="square" rtlCol="0">
            <a:spAutoFit/>
          </a:bodyPr>
          <a:lstStyle/>
          <a:p>
            <a:pPr algn="ctr"/>
            <a:r>
              <a:rPr lang="en-US" dirty="0"/>
              <a:t>Operating Temperature range</a:t>
            </a:r>
          </a:p>
          <a:p>
            <a:pPr algn="ctr"/>
            <a:r>
              <a:rPr lang="en-US" dirty="0"/>
              <a:t>vs</a:t>
            </a:r>
          </a:p>
          <a:p>
            <a:pPr algn="ctr"/>
            <a:r>
              <a:rPr lang="en-US" dirty="0"/>
              <a:t>Survival temperature range</a:t>
            </a:r>
          </a:p>
        </p:txBody>
      </p:sp>
      <p:pic>
        <p:nvPicPr>
          <p:cNvPr id="4098" name="Picture 2">
            <a:extLst>
              <a:ext uri="{FF2B5EF4-FFF2-40B4-BE49-F238E27FC236}">
                <a16:creationId xmlns:a16="http://schemas.microsoft.com/office/drawing/2014/main" id="{B6FF76AC-DCB1-4803-2C13-7E056590A6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610" y="4075850"/>
            <a:ext cx="3985874" cy="2657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65619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075E8374-5EB4-47BA-AB7E-A1705D9E75F2}"/>
              </a:ext>
            </a:extLst>
          </p:cNvPr>
          <p:cNvSpPr>
            <a:spLocks noGrp="1" noChangeArrowheads="1"/>
          </p:cNvSpPr>
          <p:nvPr>
            <p:ph type="title"/>
          </p:nvPr>
        </p:nvSpPr>
        <p:spPr>
          <a:xfrm>
            <a:off x="769937" y="-237841"/>
            <a:ext cx="10131425" cy="1456267"/>
          </a:xfrm>
          <a:noFill/>
          <a:ln/>
        </p:spPr>
        <p:txBody>
          <a:bodyPr/>
          <a:lstStyle/>
          <a:p>
            <a:r>
              <a:rPr lang="en-US" altLang="en-US" dirty="0"/>
              <a:t>Basics of Thermal Control</a:t>
            </a:r>
          </a:p>
        </p:txBody>
      </p:sp>
      <p:sp>
        <p:nvSpPr>
          <p:cNvPr id="20483" name="Rectangle 3">
            <a:extLst>
              <a:ext uri="{FF2B5EF4-FFF2-40B4-BE49-F238E27FC236}">
                <a16:creationId xmlns:a16="http://schemas.microsoft.com/office/drawing/2014/main" id="{8F239FE4-C776-47AA-A325-0E8E4E8E3625}"/>
              </a:ext>
            </a:extLst>
          </p:cNvPr>
          <p:cNvSpPr>
            <a:spLocks noGrp="1" noChangeArrowheads="1"/>
          </p:cNvSpPr>
          <p:nvPr>
            <p:ph type="body" idx="1"/>
          </p:nvPr>
        </p:nvSpPr>
        <p:spPr>
          <a:xfrm>
            <a:off x="1803400" y="927100"/>
            <a:ext cx="5334000" cy="2882900"/>
          </a:xfrm>
          <a:noFill/>
          <a:ln/>
        </p:spPr>
        <p:txBody>
          <a:bodyPr>
            <a:normAutofit/>
          </a:bodyPr>
          <a:lstStyle/>
          <a:p>
            <a:pPr>
              <a:spcBef>
                <a:spcPct val="30000"/>
              </a:spcBef>
            </a:pPr>
            <a:r>
              <a:rPr lang="en-US" altLang="en-US" sz="2000"/>
              <a:t>Any surface irradiated by electromagnetic radiation either</a:t>
            </a:r>
          </a:p>
          <a:p>
            <a:pPr marL="685800" lvl="1" indent="-228600">
              <a:spcBef>
                <a:spcPct val="50000"/>
              </a:spcBef>
            </a:pPr>
            <a:r>
              <a:rPr lang="en-US" altLang="en-US" sz="1800"/>
              <a:t>Transmits it, </a:t>
            </a:r>
            <a:r>
              <a:rPr lang="en-US" altLang="en-US" sz="1800">
                <a:latin typeface="Symbol" panose="05050102010706020507" pitchFamily="18" charset="2"/>
              </a:rPr>
              <a:t>t (</a:t>
            </a:r>
            <a:r>
              <a:rPr lang="en-US" altLang="en-US" sz="1800"/>
              <a:t>transmissivity)</a:t>
            </a:r>
          </a:p>
          <a:p>
            <a:pPr marL="685800" lvl="1" indent="-228600">
              <a:spcBef>
                <a:spcPct val="50000"/>
              </a:spcBef>
            </a:pPr>
            <a:r>
              <a:rPr lang="en-US" altLang="en-US" sz="1800"/>
              <a:t>Absorbs it,</a:t>
            </a:r>
            <a:r>
              <a:rPr lang="en-US" altLang="en-US" sz="1800">
                <a:latin typeface="CG Times (W1)" pitchFamily="18" charset="0"/>
              </a:rPr>
              <a:t> </a:t>
            </a:r>
            <a:r>
              <a:rPr lang="en-US" altLang="en-US" sz="1800">
                <a:latin typeface="Symbol" panose="05050102010706020507" pitchFamily="18" charset="2"/>
              </a:rPr>
              <a:t>a (</a:t>
            </a:r>
            <a:r>
              <a:rPr lang="en-US" altLang="en-US" sz="1800"/>
              <a:t>absorptivity)</a:t>
            </a:r>
            <a:endParaRPr lang="en-US" altLang="en-US" sz="1800">
              <a:latin typeface="Symbol" panose="05050102010706020507" pitchFamily="18" charset="2"/>
            </a:endParaRPr>
          </a:p>
          <a:p>
            <a:pPr marL="685800" lvl="1" indent="-228600">
              <a:spcBef>
                <a:spcPct val="50000"/>
              </a:spcBef>
            </a:pPr>
            <a:r>
              <a:rPr lang="en-US" altLang="en-US" sz="1800"/>
              <a:t>Reflects it,</a:t>
            </a:r>
            <a:r>
              <a:rPr lang="en-US" altLang="en-US" sz="1800">
                <a:latin typeface="CG Times (W1)" pitchFamily="18" charset="0"/>
              </a:rPr>
              <a:t> </a:t>
            </a:r>
            <a:r>
              <a:rPr lang="en-US" altLang="en-US" sz="1800">
                <a:latin typeface="Symbol" panose="05050102010706020507" pitchFamily="18" charset="2"/>
              </a:rPr>
              <a:t>r (</a:t>
            </a:r>
            <a:r>
              <a:rPr lang="en-US" altLang="en-US" sz="1800"/>
              <a:t>reflectivity)</a:t>
            </a:r>
            <a:endParaRPr lang="en-US" altLang="en-US" sz="1800">
              <a:latin typeface="Symbol" panose="05050102010706020507" pitchFamily="18" charset="2"/>
            </a:endParaRPr>
          </a:p>
          <a:p>
            <a:pPr>
              <a:spcBef>
                <a:spcPct val="80000"/>
              </a:spcBef>
              <a:buNone/>
            </a:pPr>
            <a:r>
              <a:rPr lang="en-US" altLang="en-US" sz="2000">
                <a:latin typeface="Symbol" panose="05050102010706020507" pitchFamily="18" charset="2"/>
              </a:rPr>
              <a:t>		     t</a:t>
            </a:r>
            <a:r>
              <a:rPr lang="en-US" altLang="en-US"/>
              <a:t> + </a:t>
            </a:r>
            <a:r>
              <a:rPr lang="en-US" altLang="en-US" sz="2000">
                <a:latin typeface="Symbol" panose="05050102010706020507" pitchFamily="18" charset="2"/>
              </a:rPr>
              <a:t>r</a:t>
            </a:r>
            <a:r>
              <a:rPr lang="en-US" altLang="en-US"/>
              <a:t> + </a:t>
            </a:r>
            <a:r>
              <a:rPr lang="en-US" altLang="en-US" sz="2000">
                <a:latin typeface="Symbol" panose="05050102010706020507" pitchFamily="18" charset="2"/>
              </a:rPr>
              <a:t>a</a:t>
            </a:r>
            <a:r>
              <a:rPr lang="en-US" altLang="en-US"/>
              <a:t> = 1</a:t>
            </a:r>
            <a:endParaRPr lang="en-US" altLang="en-US" b="1"/>
          </a:p>
          <a:p>
            <a:pPr>
              <a:lnSpc>
                <a:spcPct val="80000"/>
              </a:lnSpc>
              <a:spcBef>
                <a:spcPct val="30000"/>
              </a:spcBef>
              <a:buNone/>
            </a:pPr>
            <a:endParaRPr lang="en-US" altLang="en-US" sz="2000"/>
          </a:p>
        </p:txBody>
      </p:sp>
      <p:sp>
        <p:nvSpPr>
          <p:cNvPr id="20519" name="Rectangle 39">
            <a:extLst>
              <a:ext uri="{FF2B5EF4-FFF2-40B4-BE49-F238E27FC236}">
                <a16:creationId xmlns:a16="http://schemas.microsoft.com/office/drawing/2014/main" id="{9D2D844C-DEAB-411E-8CBB-49BD31BD6040}"/>
              </a:ext>
            </a:extLst>
          </p:cNvPr>
          <p:cNvSpPr>
            <a:spLocks noChangeArrowheads="1"/>
          </p:cNvSpPr>
          <p:nvPr/>
        </p:nvSpPr>
        <p:spPr bwMode="auto">
          <a:xfrm>
            <a:off x="1803401" y="3830638"/>
            <a:ext cx="8321675" cy="255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228600" indent="-2286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buFontTx/>
              <a:buChar char="•"/>
            </a:pPr>
            <a:r>
              <a:rPr lang="en-US" altLang="en-US" sz="2000" dirty="0">
                <a:latin typeface="Arial" panose="020B0604020202020204" pitchFamily="34" charset="0"/>
              </a:rPr>
              <a:t>All matter radiates energy according to the Stefan-Boltzmann equation:</a:t>
            </a:r>
          </a:p>
          <a:p>
            <a:pPr>
              <a:spcBef>
                <a:spcPct val="500000"/>
              </a:spcBef>
              <a:buFontTx/>
              <a:buChar char="•"/>
            </a:pPr>
            <a:r>
              <a:rPr lang="en-US" altLang="en-US" sz="2000" dirty="0">
                <a:latin typeface="Arial" panose="020B0604020202020204" pitchFamily="34" charset="0"/>
              </a:rPr>
              <a:t>For thermal equilibrium, </a:t>
            </a:r>
            <a:r>
              <a:rPr lang="en-US" altLang="en-US" sz="2000" dirty="0">
                <a:solidFill>
                  <a:schemeClr val="accent2"/>
                </a:solidFill>
                <a:latin typeface="Arial" panose="020B0604020202020204" pitchFamily="34" charset="0"/>
              </a:rPr>
              <a:t>energy in must equal energy out</a:t>
            </a:r>
          </a:p>
        </p:txBody>
      </p:sp>
      <p:sp>
        <p:nvSpPr>
          <p:cNvPr id="20521" name="Rectangle 41">
            <a:extLst>
              <a:ext uri="{FF2B5EF4-FFF2-40B4-BE49-F238E27FC236}">
                <a16:creationId xmlns:a16="http://schemas.microsoft.com/office/drawing/2014/main" id="{55F88B12-1CB3-4508-8302-C800D66EBF3E}"/>
              </a:ext>
            </a:extLst>
          </p:cNvPr>
          <p:cNvSpPr>
            <a:spLocks noChangeArrowheads="1"/>
          </p:cNvSpPr>
          <p:nvPr/>
        </p:nvSpPr>
        <p:spPr bwMode="auto">
          <a:xfrm>
            <a:off x="9475788" y="4452939"/>
            <a:ext cx="1192212"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en-US" sz="1000"/>
              <a:t>SMAD, Eq 11.11</a:t>
            </a:r>
          </a:p>
        </p:txBody>
      </p:sp>
      <p:sp>
        <p:nvSpPr>
          <p:cNvPr id="20522" name="Text Box 42">
            <a:extLst>
              <a:ext uri="{FF2B5EF4-FFF2-40B4-BE49-F238E27FC236}">
                <a16:creationId xmlns:a16="http://schemas.microsoft.com/office/drawing/2014/main" id="{5FFB2A77-043E-4DAE-8F3D-7691FCEB2C59}"/>
              </a:ext>
            </a:extLst>
          </p:cNvPr>
          <p:cNvSpPr txBox="1">
            <a:spLocks noChangeArrowheads="1"/>
          </p:cNvSpPr>
          <p:nvPr/>
        </p:nvSpPr>
        <p:spPr bwMode="auto">
          <a:xfrm>
            <a:off x="3371849" y="4956177"/>
            <a:ext cx="8858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200" dirty="0"/>
              <a:t>Heat (W)</a:t>
            </a:r>
          </a:p>
        </p:txBody>
      </p:sp>
      <p:sp>
        <p:nvSpPr>
          <p:cNvPr id="20523" name="Text Box 43">
            <a:extLst>
              <a:ext uri="{FF2B5EF4-FFF2-40B4-BE49-F238E27FC236}">
                <a16:creationId xmlns:a16="http://schemas.microsoft.com/office/drawing/2014/main" id="{B5456D5B-2B80-4D7B-8B35-E2BE4FAFC074}"/>
              </a:ext>
            </a:extLst>
          </p:cNvPr>
          <p:cNvSpPr txBox="1">
            <a:spLocks noChangeArrowheads="1"/>
          </p:cNvSpPr>
          <p:nvPr/>
        </p:nvSpPr>
        <p:spPr bwMode="auto">
          <a:xfrm>
            <a:off x="6169025" y="5240339"/>
            <a:ext cx="42195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200" dirty="0"/>
              <a:t>Stefan-Boltzmann constant, 5.67 x 10</a:t>
            </a:r>
            <a:r>
              <a:rPr lang="en-US" altLang="en-US" sz="1200" baseline="30000" dirty="0"/>
              <a:t>-8</a:t>
            </a:r>
            <a:r>
              <a:rPr lang="en-US" altLang="en-US" sz="1200" dirty="0"/>
              <a:t> W m</a:t>
            </a:r>
            <a:r>
              <a:rPr lang="en-US" altLang="en-US" sz="1200" baseline="30000" dirty="0"/>
              <a:t>–2</a:t>
            </a:r>
            <a:r>
              <a:rPr lang="en-US" altLang="en-US" sz="1200" dirty="0"/>
              <a:t> K</a:t>
            </a:r>
            <a:r>
              <a:rPr lang="en-US" altLang="en-US" sz="1200" baseline="30000" dirty="0"/>
              <a:t>–4</a:t>
            </a:r>
          </a:p>
          <a:p>
            <a:endParaRPr lang="en-US" altLang="en-US" sz="1200" dirty="0"/>
          </a:p>
        </p:txBody>
      </p:sp>
      <p:sp>
        <p:nvSpPr>
          <p:cNvPr id="20524" name="Text Box 44">
            <a:extLst>
              <a:ext uri="{FF2B5EF4-FFF2-40B4-BE49-F238E27FC236}">
                <a16:creationId xmlns:a16="http://schemas.microsoft.com/office/drawing/2014/main" id="{DEA30764-8C31-4D5C-9105-1B867A822C31}"/>
              </a:ext>
            </a:extLst>
          </p:cNvPr>
          <p:cNvSpPr txBox="1">
            <a:spLocks noChangeArrowheads="1"/>
          </p:cNvSpPr>
          <p:nvPr/>
        </p:nvSpPr>
        <p:spPr bwMode="auto">
          <a:xfrm>
            <a:off x="4797426" y="5278439"/>
            <a:ext cx="8018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t>emissivity</a:t>
            </a:r>
          </a:p>
        </p:txBody>
      </p:sp>
      <p:sp>
        <p:nvSpPr>
          <p:cNvPr id="20525" name="Text Box 45">
            <a:extLst>
              <a:ext uri="{FF2B5EF4-FFF2-40B4-BE49-F238E27FC236}">
                <a16:creationId xmlns:a16="http://schemas.microsoft.com/office/drawing/2014/main" id="{E4C2525C-ADB1-46F2-955A-148C071631D4}"/>
              </a:ext>
            </a:extLst>
          </p:cNvPr>
          <p:cNvSpPr txBox="1">
            <a:spLocks noChangeArrowheads="1"/>
          </p:cNvSpPr>
          <p:nvPr/>
        </p:nvSpPr>
        <p:spPr bwMode="auto">
          <a:xfrm>
            <a:off x="7489826" y="4427539"/>
            <a:ext cx="15461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t>absolute temperature</a:t>
            </a:r>
          </a:p>
        </p:txBody>
      </p:sp>
      <p:sp>
        <p:nvSpPr>
          <p:cNvPr id="20526" name="Line 46">
            <a:extLst>
              <a:ext uri="{FF2B5EF4-FFF2-40B4-BE49-F238E27FC236}">
                <a16:creationId xmlns:a16="http://schemas.microsoft.com/office/drawing/2014/main" id="{33E89D57-3705-4F55-901C-A2899A93AD40}"/>
              </a:ext>
            </a:extLst>
          </p:cNvPr>
          <p:cNvSpPr>
            <a:spLocks noChangeShapeType="1"/>
          </p:cNvSpPr>
          <p:nvPr/>
        </p:nvSpPr>
        <p:spPr bwMode="auto">
          <a:xfrm flipV="1">
            <a:off x="3937000" y="4673600"/>
            <a:ext cx="787400" cy="3048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27" name="Line 47">
            <a:extLst>
              <a:ext uri="{FF2B5EF4-FFF2-40B4-BE49-F238E27FC236}">
                <a16:creationId xmlns:a16="http://schemas.microsoft.com/office/drawing/2014/main" id="{1EE0C83B-B3B2-40B3-8DFB-EC062A89F69F}"/>
              </a:ext>
            </a:extLst>
          </p:cNvPr>
          <p:cNvSpPr>
            <a:spLocks noChangeShapeType="1"/>
          </p:cNvSpPr>
          <p:nvPr/>
        </p:nvSpPr>
        <p:spPr bwMode="auto">
          <a:xfrm flipV="1">
            <a:off x="5194300" y="4737100"/>
            <a:ext cx="546100" cy="4953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28" name="Line 48">
            <a:extLst>
              <a:ext uri="{FF2B5EF4-FFF2-40B4-BE49-F238E27FC236}">
                <a16:creationId xmlns:a16="http://schemas.microsoft.com/office/drawing/2014/main" id="{5FDB6280-F3D1-4EBF-8012-3FD854AA343F}"/>
              </a:ext>
            </a:extLst>
          </p:cNvPr>
          <p:cNvSpPr>
            <a:spLocks noChangeShapeType="1"/>
          </p:cNvSpPr>
          <p:nvPr/>
        </p:nvSpPr>
        <p:spPr bwMode="auto">
          <a:xfrm flipH="1" flipV="1">
            <a:off x="6057900" y="4787900"/>
            <a:ext cx="228600" cy="4572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29" name="Line 49">
            <a:extLst>
              <a:ext uri="{FF2B5EF4-FFF2-40B4-BE49-F238E27FC236}">
                <a16:creationId xmlns:a16="http://schemas.microsoft.com/office/drawing/2014/main" id="{85F9E739-910A-462C-825B-19B789F6BB74}"/>
              </a:ext>
            </a:extLst>
          </p:cNvPr>
          <p:cNvSpPr>
            <a:spLocks noChangeShapeType="1"/>
          </p:cNvSpPr>
          <p:nvPr/>
        </p:nvSpPr>
        <p:spPr bwMode="auto">
          <a:xfrm flipH="1">
            <a:off x="6985000" y="4572000"/>
            <a:ext cx="52070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31" name="Text Box 51">
            <a:extLst>
              <a:ext uri="{FF2B5EF4-FFF2-40B4-BE49-F238E27FC236}">
                <a16:creationId xmlns:a16="http://schemas.microsoft.com/office/drawing/2014/main" id="{EE0E5452-0DBE-473D-A2B3-DC31CBF0BEFB}"/>
              </a:ext>
            </a:extLst>
          </p:cNvPr>
          <p:cNvSpPr txBox="1">
            <a:spLocks noChangeArrowheads="1"/>
          </p:cNvSpPr>
          <p:nvPr/>
        </p:nvSpPr>
        <p:spPr bwMode="auto">
          <a:xfrm>
            <a:off x="7286625" y="4859339"/>
            <a:ext cx="9490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t>surface area</a:t>
            </a:r>
          </a:p>
        </p:txBody>
      </p:sp>
      <p:sp>
        <p:nvSpPr>
          <p:cNvPr id="20532" name="Line 52">
            <a:extLst>
              <a:ext uri="{FF2B5EF4-FFF2-40B4-BE49-F238E27FC236}">
                <a16:creationId xmlns:a16="http://schemas.microsoft.com/office/drawing/2014/main" id="{D2F0BC02-C277-4596-940D-C33B5F637254}"/>
              </a:ext>
            </a:extLst>
          </p:cNvPr>
          <p:cNvSpPr>
            <a:spLocks noChangeShapeType="1"/>
          </p:cNvSpPr>
          <p:nvPr/>
        </p:nvSpPr>
        <p:spPr bwMode="auto">
          <a:xfrm flipH="1" flipV="1">
            <a:off x="6515100" y="4749800"/>
            <a:ext cx="812800" cy="2286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33" name="Rectangle 53">
            <a:extLst>
              <a:ext uri="{FF2B5EF4-FFF2-40B4-BE49-F238E27FC236}">
                <a16:creationId xmlns:a16="http://schemas.microsoft.com/office/drawing/2014/main" id="{FCEBE971-0C04-432D-B18F-1F0029EDA955}"/>
              </a:ext>
            </a:extLst>
          </p:cNvPr>
          <p:cNvSpPr>
            <a:spLocks noChangeArrowheads="1"/>
          </p:cNvSpPr>
          <p:nvPr/>
        </p:nvSpPr>
        <p:spPr bwMode="auto">
          <a:xfrm>
            <a:off x="9247188" y="3333751"/>
            <a:ext cx="1268412"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r">
              <a:spcBef>
                <a:spcPct val="50000"/>
              </a:spcBef>
            </a:pPr>
            <a:r>
              <a:rPr lang="en-US" altLang="en-US" sz="1000"/>
              <a:t>US, Fig. 13-37</a:t>
            </a:r>
          </a:p>
        </p:txBody>
      </p:sp>
      <p:pic>
        <p:nvPicPr>
          <p:cNvPr id="20534" name="Picture 54" descr="F:\TSTI Courses\DSM - ESE\Course Slides\Fig13-37.jpg">
            <a:extLst>
              <a:ext uri="{FF2B5EF4-FFF2-40B4-BE49-F238E27FC236}">
                <a16:creationId xmlns:a16="http://schemas.microsoft.com/office/drawing/2014/main" id="{AEC04405-9911-4EDA-92FE-09F8AE3A57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1676" y="1376364"/>
            <a:ext cx="3357563" cy="198278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142E1A1-0242-4424-B1FC-A929988768EA}"/>
                  </a:ext>
                </a:extLst>
              </p:cNvPr>
              <p:cNvSpPr txBox="1"/>
              <p:nvPr/>
            </p:nvSpPr>
            <p:spPr>
              <a:xfrm>
                <a:off x="4784935" y="4302780"/>
                <a:ext cx="2324932" cy="5395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𝑄</m:t>
                      </m:r>
                      <m:r>
                        <a:rPr lang="en-US" sz="2800" b="0" i="1" smtClean="0">
                          <a:latin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𝜀</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𝜎</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𝐴</m:t>
                      </m:r>
                      <m:r>
                        <a:rPr lang="en-US" sz="2800" b="0" i="1" smtClean="0">
                          <a:latin typeface="Cambria Math" panose="02040503050406030204" pitchFamily="18" charset="0"/>
                          <a:ea typeface="Cambria Math" panose="02040503050406030204" pitchFamily="18" charset="0"/>
                        </a:rPr>
                        <m:t> </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𝑇</m:t>
                          </m:r>
                        </m:e>
                        <m:sup>
                          <m:r>
                            <a:rPr lang="en-US" sz="2800" b="0" i="1" smtClean="0">
                              <a:latin typeface="Cambria Math" panose="02040503050406030204" pitchFamily="18" charset="0"/>
                              <a:ea typeface="Cambria Math" panose="02040503050406030204" pitchFamily="18" charset="0"/>
                            </a:rPr>
                            <m:t>4</m:t>
                          </m:r>
                        </m:sup>
                      </m:sSup>
                    </m:oMath>
                  </m:oMathPara>
                </a14:m>
                <a:endParaRPr lang="en-US" sz="2800" dirty="0"/>
              </a:p>
            </p:txBody>
          </p:sp>
        </mc:Choice>
        <mc:Fallback xmlns="">
          <p:sp>
            <p:nvSpPr>
              <p:cNvPr id="2" name="TextBox 1">
                <a:extLst>
                  <a:ext uri="{FF2B5EF4-FFF2-40B4-BE49-F238E27FC236}">
                    <a16:creationId xmlns:a16="http://schemas.microsoft.com/office/drawing/2014/main" id="{2142E1A1-0242-4424-B1FC-A929988768EA}"/>
                  </a:ext>
                </a:extLst>
              </p:cNvPr>
              <p:cNvSpPr txBox="1">
                <a:spLocks noRot="1" noChangeAspect="1" noMove="1" noResize="1" noEditPoints="1" noAdjustHandles="1" noChangeArrowheads="1" noChangeShapeType="1" noTextEdit="1"/>
              </p:cNvSpPr>
              <p:nvPr/>
            </p:nvSpPr>
            <p:spPr>
              <a:xfrm>
                <a:off x="4784935" y="4302780"/>
                <a:ext cx="2324932" cy="539571"/>
              </a:xfrm>
              <a:prstGeom prst="rect">
                <a:avLst/>
              </a:prstGeom>
              <a:blipFill>
                <a:blip r:embed="rId4"/>
                <a:stretch>
                  <a:fillRect/>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3B9FCC5F-F01D-4DA7-954E-CB1BCB7270A8}"/>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Tree>
    <p:extLst>
      <p:ext uri="{BB962C8B-B14F-4D97-AF65-F5344CB8AC3E}">
        <p14:creationId xmlns:p14="http://schemas.microsoft.com/office/powerpoint/2010/main" val="38157863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61" name="Rectangle 56360">
            <a:extLst>
              <a:ext uri="{FF2B5EF4-FFF2-40B4-BE49-F238E27FC236}">
                <a16:creationId xmlns:a16="http://schemas.microsoft.com/office/drawing/2014/main" id="{CEB41C5C-0F34-4DDA-9D7C-5E717F35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384" y="303591"/>
            <a:ext cx="5735590"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22" name="Rectangle 2">
            <a:extLst>
              <a:ext uri="{FF2B5EF4-FFF2-40B4-BE49-F238E27FC236}">
                <a16:creationId xmlns:a16="http://schemas.microsoft.com/office/drawing/2014/main" id="{963BC2B6-0B6B-49DB-9263-25BD029E8453}"/>
              </a:ext>
            </a:extLst>
          </p:cNvPr>
          <p:cNvSpPr>
            <a:spLocks noGrp="1" noChangeArrowheads="1"/>
          </p:cNvSpPr>
          <p:nvPr>
            <p:ph type="title"/>
          </p:nvPr>
        </p:nvSpPr>
        <p:spPr>
          <a:xfrm>
            <a:off x="594360" y="640263"/>
            <a:ext cx="5239512" cy="1344975"/>
          </a:xfrm>
        </p:spPr>
        <p:txBody>
          <a:bodyPr vert="horz" lIns="91440" tIns="45720" rIns="91440" bIns="45720" rtlCol="0" anchor="ctr">
            <a:normAutofit/>
          </a:bodyPr>
          <a:lstStyle/>
          <a:p>
            <a:r>
              <a:rPr lang="en-US" altLang="en-US" sz="4000" kern="1200">
                <a:solidFill>
                  <a:schemeClr val="bg1"/>
                </a:solidFill>
                <a:latin typeface="+mj-lt"/>
                <a:ea typeface="+mj-ea"/>
                <a:cs typeface="+mj-cs"/>
              </a:rPr>
              <a:t>Emissivity and Absorptivity</a:t>
            </a:r>
          </a:p>
        </p:txBody>
      </p:sp>
      <p:cxnSp>
        <p:nvCxnSpPr>
          <p:cNvPr id="56363" name="Straight Connector 56362">
            <a:extLst>
              <a:ext uri="{FF2B5EF4-FFF2-40B4-BE49-F238E27FC236}">
                <a16:creationId xmlns:a16="http://schemas.microsoft.com/office/drawing/2014/main" id="{57E1E5E6-F385-4E9C-B201-BA5BDE5CA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7023" y="2050687"/>
            <a:ext cx="4562441" cy="0"/>
          </a:xfrm>
          <a:prstGeom prst="line">
            <a:avLst/>
          </a:prstGeom>
          <a:ln w="22225">
            <a:solidFill>
              <a:srgbClr val="E7E6E6"/>
            </a:solidFill>
          </a:ln>
        </p:spPr>
        <p:style>
          <a:lnRef idx="1">
            <a:schemeClr val="accent1"/>
          </a:lnRef>
          <a:fillRef idx="0">
            <a:schemeClr val="accent1"/>
          </a:fillRef>
          <a:effectRef idx="0">
            <a:schemeClr val="accent1"/>
          </a:effectRef>
          <a:fontRef idx="minor">
            <a:schemeClr val="tx1"/>
          </a:fontRef>
        </p:style>
      </p:cxnSp>
      <p:sp>
        <p:nvSpPr>
          <p:cNvPr id="56351" name="Rectangle 31">
            <a:extLst>
              <a:ext uri="{FF2B5EF4-FFF2-40B4-BE49-F238E27FC236}">
                <a16:creationId xmlns:a16="http://schemas.microsoft.com/office/drawing/2014/main" id="{2DE08290-1FA5-452E-99EC-4770A811D34C}"/>
              </a:ext>
            </a:extLst>
          </p:cNvPr>
          <p:cNvSpPr>
            <a:spLocks noChangeArrowheads="1"/>
          </p:cNvSpPr>
          <p:nvPr/>
        </p:nvSpPr>
        <p:spPr bwMode="auto">
          <a:xfrm>
            <a:off x="593610" y="2121763"/>
            <a:ext cx="5235490" cy="377301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ormAutofit/>
          </a:bodyPr>
          <a:lstStyle>
            <a:lvl1pPr marL="228600" indent="-2286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50000"/>
              </a:spcBef>
              <a:buFont typeface="Arial" panose="020B0604020202020204" pitchFamily="34" charset="0"/>
              <a:buChar char="•"/>
            </a:pPr>
            <a:r>
              <a:rPr lang="en-US" altLang="en-US" sz="2000" dirty="0">
                <a:solidFill>
                  <a:schemeClr val="bg1"/>
                </a:solidFill>
                <a:latin typeface="+mn-lt"/>
              </a:rPr>
              <a:t>For a “blackbody”, </a:t>
            </a:r>
            <a:r>
              <a:rPr lang="el-GR" altLang="en-US" sz="2000" dirty="0">
                <a:solidFill>
                  <a:schemeClr val="bg1"/>
                </a:solidFill>
                <a:latin typeface="+mn-lt"/>
              </a:rPr>
              <a:t>α</a:t>
            </a:r>
            <a:r>
              <a:rPr lang="en-US" altLang="en-US" sz="2000" dirty="0">
                <a:solidFill>
                  <a:schemeClr val="bg1"/>
                </a:solidFill>
                <a:latin typeface="+mn-lt"/>
              </a:rPr>
              <a:t> = 1 and    = 1 (a perfect absorber and emitter) </a:t>
            </a:r>
          </a:p>
          <a:p>
            <a:pPr marL="0">
              <a:lnSpc>
                <a:spcPct val="90000"/>
              </a:lnSpc>
              <a:spcBef>
                <a:spcPct val="100000"/>
              </a:spcBef>
              <a:buFont typeface="Arial" panose="020B0604020202020204" pitchFamily="34" charset="0"/>
              <a:buChar char="•"/>
            </a:pPr>
            <a:endParaRPr lang="en-US" altLang="en-US" sz="2000" b="1" dirty="0">
              <a:solidFill>
                <a:schemeClr val="bg1"/>
              </a:solidFill>
              <a:latin typeface="+mn-lt"/>
            </a:endParaRPr>
          </a:p>
        </p:txBody>
      </p:sp>
      <p:pic>
        <p:nvPicPr>
          <p:cNvPr id="1026" name="Picture 2" descr="See the source image">
            <a:extLst>
              <a:ext uri="{FF2B5EF4-FFF2-40B4-BE49-F238E27FC236}">
                <a16:creationId xmlns:a16="http://schemas.microsoft.com/office/drawing/2014/main" id="{34E15FD7-07BF-421A-B183-BF1090AEB08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80632" y="1723537"/>
            <a:ext cx="5126736" cy="3255477"/>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DBD3AE01-9373-4E20-96E3-B3345BA518BD}"/>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D57F1E4F-1CFF-5643-939E-217C01CDF565}" type="slidenum">
              <a:rPr lang="en-US" smtClean="0"/>
              <a:pPr>
                <a:spcAft>
                  <a:spcPts val="600"/>
                </a:spcAft>
              </a:pPr>
              <a:t>25</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4DE8291-F65C-1D1A-C10D-611D4A6EBC0A}"/>
                  </a:ext>
                </a:extLst>
              </p:cNvPr>
              <p:cNvSpPr txBox="1"/>
              <p:nvPr/>
            </p:nvSpPr>
            <p:spPr>
              <a:xfrm>
                <a:off x="3833933" y="2158186"/>
                <a:ext cx="16600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ea typeface="Cambria Math" panose="02040503050406030204" pitchFamily="18" charset="0"/>
                        </a:rPr>
                        <m:t>𝜀</m:t>
                      </m:r>
                    </m:oMath>
                  </m:oMathPara>
                </a14:m>
                <a:endParaRPr lang="en-US" dirty="0">
                  <a:solidFill>
                    <a:schemeClr val="bg1"/>
                  </a:solidFill>
                </a:endParaRPr>
              </a:p>
            </p:txBody>
          </p:sp>
        </mc:Choice>
        <mc:Fallback xmlns="">
          <p:sp>
            <p:nvSpPr>
              <p:cNvPr id="3" name="TextBox 2">
                <a:extLst>
                  <a:ext uri="{FF2B5EF4-FFF2-40B4-BE49-F238E27FC236}">
                    <a16:creationId xmlns:a16="http://schemas.microsoft.com/office/drawing/2014/main" id="{64DE8291-F65C-1D1A-C10D-611D4A6EBC0A}"/>
                  </a:ext>
                </a:extLst>
              </p:cNvPr>
              <p:cNvSpPr txBox="1">
                <a:spLocks noRot="1" noChangeAspect="1" noMove="1" noResize="1" noEditPoints="1" noAdjustHandles="1" noChangeArrowheads="1" noChangeShapeType="1" noTextEdit="1"/>
              </p:cNvSpPr>
              <p:nvPr/>
            </p:nvSpPr>
            <p:spPr>
              <a:xfrm>
                <a:off x="3833933" y="2158186"/>
                <a:ext cx="166006" cy="276999"/>
              </a:xfrm>
              <a:prstGeom prst="rect">
                <a:avLst/>
              </a:prstGeom>
              <a:blipFill>
                <a:blip r:embed="rId4"/>
                <a:stretch>
                  <a:fillRect l="-22222" r="-14815"/>
                </a:stretch>
              </a:blipFill>
            </p:spPr>
            <p:txBody>
              <a:bodyPr/>
              <a:lstStyle/>
              <a:p>
                <a:r>
                  <a:rPr lang="en-US">
                    <a:noFill/>
                  </a:rPr>
                  <a:t> </a:t>
                </a:r>
              </a:p>
            </p:txBody>
          </p:sp>
        </mc:Fallback>
      </mc:AlternateContent>
    </p:spTree>
    <p:extLst>
      <p:ext uri="{BB962C8B-B14F-4D97-AF65-F5344CB8AC3E}">
        <p14:creationId xmlns:p14="http://schemas.microsoft.com/office/powerpoint/2010/main" val="647810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963BC2B6-0B6B-49DB-9263-25BD029E8453}"/>
              </a:ext>
            </a:extLst>
          </p:cNvPr>
          <p:cNvSpPr>
            <a:spLocks noGrp="1" noChangeArrowheads="1"/>
          </p:cNvSpPr>
          <p:nvPr>
            <p:ph type="title"/>
          </p:nvPr>
        </p:nvSpPr>
        <p:spPr>
          <a:xfrm>
            <a:off x="814387" y="-256645"/>
            <a:ext cx="10131425" cy="1456267"/>
          </a:xfrm>
          <a:noFill/>
          <a:ln/>
        </p:spPr>
        <p:txBody>
          <a:bodyPr/>
          <a:lstStyle/>
          <a:p>
            <a:r>
              <a:rPr lang="en-US" altLang="en-US" dirty="0"/>
              <a:t>Emissivity and Absorptivity</a:t>
            </a:r>
          </a:p>
        </p:txBody>
      </p:sp>
      <p:sp>
        <p:nvSpPr>
          <p:cNvPr id="56323" name="Rectangle 3">
            <a:extLst>
              <a:ext uri="{FF2B5EF4-FFF2-40B4-BE49-F238E27FC236}">
                <a16:creationId xmlns:a16="http://schemas.microsoft.com/office/drawing/2014/main" id="{F8D58473-5F23-4B5A-A529-A1D4A6665670}"/>
              </a:ext>
            </a:extLst>
          </p:cNvPr>
          <p:cNvSpPr>
            <a:spLocks noChangeArrowheads="1"/>
          </p:cNvSpPr>
          <p:nvPr/>
        </p:nvSpPr>
        <p:spPr bwMode="auto">
          <a:xfrm>
            <a:off x="2919414" y="5962650"/>
            <a:ext cx="6416675" cy="400752"/>
          </a:xfrm>
          <a:prstGeom prst="rect">
            <a:avLst/>
          </a:prstGeom>
          <a:noFill/>
          <a:ln w="25400">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en-US" sz="2000" b="1"/>
              <a:t>This property allows us to balance thermal loads!</a:t>
            </a:r>
            <a:r>
              <a:rPr lang="en-US" altLang="en-US" sz="2000" b="1" i="1"/>
              <a:t> </a:t>
            </a:r>
          </a:p>
        </p:txBody>
      </p:sp>
      <p:sp>
        <p:nvSpPr>
          <p:cNvPr id="56351" name="Rectangle 31">
            <a:extLst>
              <a:ext uri="{FF2B5EF4-FFF2-40B4-BE49-F238E27FC236}">
                <a16:creationId xmlns:a16="http://schemas.microsoft.com/office/drawing/2014/main" id="{2DE08290-1FA5-452E-99EC-4770A811D34C}"/>
              </a:ext>
            </a:extLst>
          </p:cNvPr>
          <p:cNvSpPr>
            <a:spLocks noChangeArrowheads="1"/>
          </p:cNvSpPr>
          <p:nvPr/>
        </p:nvSpPr>
        <p:spPr bwMode="auto">
          <a:xfrm>
            <a:off x="1752600" y="898526"/>
            <a:ext cx="88011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100000"/>
              </a:spcBef>
              <a:buFontTx/>
              <a:buChar char="•"/>
            </a:pPr>
            <a:r>
              <a:rPr lang="en-US" altLang="en-US" sz="2000" dirty="0">
                <a:latin typeface="Arial" panose="020B0604020202020204" pitchFamily="34" charset="0"/>
              </a:rPr>
              <a:t>For real surface coatings, </a:t>
            </a:r>
            <a:r>
              <a:rPr lang="en-US" altLang="en-US" sz="2000" dirty="0">
                <a:solidFill>
                  <a:schemeClr val="accent2"/>
                </a:solidFill>
                <a:latin typeface="Arial" panose="020B0604020202020204" pitchFamily="34" charset="0"/>
              </a:rPr>
              <a:t>emissivity </a:t>
            </a:r>
            <a:r>
              <a:rPr lang="en-US" altLang="en-US" sz="2000" dirty="0">
                <a:latin typeface="Arial" panose="020B0604020202020204" pitchFamily="34" charset="0"/>
              </a:rPr>
              <a:t>and</a:t>
            </a:r>
            <a:r>
              <a:rPr lang="en-US" altLang="en-US" sz="2000" dirty="0">
                <a:solidFill>
                  <a:schemeClr val="accent2"/>
                </a:solidFill>
                <a:latin typeface="Arial" panose="020B0604020202020204" pitchFamily="34" charset="0"/>
              </a:rPr>
              <a:t> absorptivity vary with wavelength:</a:t>
            </a:r>
            <a:endParaRPr lang="en-US" altLang="en-US" sz="2000" b="1" dirty="0">
              <a:solidFill>
                <a:schemeClr val="accent2"/>
              </a:solidFill>
              <a:latin typeface="Arial" panose="020B0604020202020204" pitchFamily="34" charset="0"/>
            </a:endParaRPr>
          </a:p>
        </p:txBody>
      </p:sp>
      <p:grpSp>
        <p:nvGrpSpPr>
          <p:cNvPr id="56357" name="Group 37">
            <a:extLst>
              <a:ext uri="{FF2B5EF4-FFF2-40B4-BE49-F238E27FC236}">
                <a16:creationId xmlns:a16="http://schemas.microsoft.com/office/drawing/2014/main" id="{14C953F3-9EFB-4639-867B-BA941B928427}"/>
              </a:ext>
            </a:extLst>
          </p:cNvPr>
          <p:cNvGrpSpPr>
            <a:grpSpLocks/>
          </p:cNvGrpSpPr>
          <p:nvPr/>
        </p:nvGrpSpPr>
        <p:grpSpPr bwMode="auto">
          <a:xfrm>
            <a:off x="998987" y="1729915"/>
            <a:ext cx="7918450" cy="3830638"/>
            <a:chOff x="772" y="1254"/>
            <a:chExt cx="4988" cy="2413"/>
          </a:xfrm>
          <a:solidFill>
            <a:srgbClr val="00B050"/>
          </a:solidFill>
        </p:grpSpPr>
        <p:sp>
          <p:nvSpPr>
            <p:cNvPr id="56358" name="Rectangle 38">
              <a:extLst>
                <a:ext uri="{FF2B5EF4-FFF2-40B4-BE49-F238E27FC236}">
                  <a16:creationId xmlns:a16="http://schemas.microsoft.com/office/drawing/2014/main" id="{92EE7AFF-86B5-400E-A224-8569E7551202}"/>
                </a:ext>
              </a:extLst>
            </p:cNvPr>
            <p:cNvSpPr>
              <a:spLocks noChangeArrowheads="1"/>
            </p:cNvSpPr>
            <p:nvPr/>
          </p:nvSpPr>
          <p:spPr bwMode="auto">
            <a:xfrm>
              <a:off x="4261" y="3293"/>
              <a:ext cx="1499" cy="34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altLang="en-US" sz="1000"/>
                <a:t>Siegel &amp; Howell</a:t>
              </a:r>
            </a:p>
            <a:p>
              <a:r>
                <a:rPr lang="en-US" altLang="en-US" sz="1000"/>
                <a:t>Thermal Radiation Heat Transfer, Vol I</a:t>
              </a:r>
            </a:p>
            <a:p>
              <a:r>
                <a:rPr lang="en-US" altLang="en-US" sz="1000"/>
                <a:t>Lewis Research Center, 1968</a:t>
              </a:r>
            </a:p>
          </p:txBody>
        </p:sp>
        <p:grpSp>
          <p:nvGrpSpPr>
            <p:cNvPr id="56359" name="Group 39">
              <a:extLst>
                <a:ext uri="{FF2B5EF4-FFF2-40B4-BE49-F238E27FC236}">
                  <a16:creationId xmlns:a16="http://schemas.microsoft.com/office/drawing/2014/main" id="{94690C50-6E2A-499A-9770-82923901C20F}"/>
                </a:ext>
              </a:extLst>
            </p:cNvPr>
            <p:cNvGrpSpPr>
              <a:grpSpLocks/>
            </p:cNvGrpSpPr>
            <p:nvPr/>
          </p:nvGrpSpPr>
          <p:grpSpPr bwMode="auto">
            <a:xfrm>
              <a:off x="772" y="1254"/>
              <a:ext cx="3576" cy="2413"/>
              <a:chOff x="844" y="1246"/>
              <a:chExt cx="3576" cy="2413"/>
            </a:xfrm>
            <a:grpFill/>
          </p:grpSpPr>
          <p:pic>
            <p:nvPicPr>
              <p:cNvPr id="56360" name="Picture 40" descr="G:\temp4.PNG">
                <a:extLst>
                  <a:ext uri="{FF2B5EF4-FFF2-40B4-BE49-F238E27FC236}">
                    <a16:creationId xmlns:a16="http://schemas.microsoft.com/office/drawing/2014/main" id="{08E875B6-91F8-495F-B1D3-7CD8811F17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3" y="1407"/>
                <a:ext cx="2937" cy="1870"/>
              </a:xfrm>
              <a:prstGeom prst="rect">
                <a:avLst/>
              </a:prstGeom>
              <a:grpFill/>
            </p:spPr>
          </p:pic>
          <p:sp>
            <p:nvSpPr>
              <p:cNvPr id="56361" name="Text Box 41">
                <a:extLst>
                  <a:ext uri="{FF2B5EF4-FFF2-40B4-BE49-F238E27FC236}">
                    <a16:creationId xmlns:a16="http://schemas.microsoft.com/office/drawing/2014/main" id="{F04816FD-9FC2-48C1-95D3-EF56029AD194}"/>
                  </a:ext>
                </a:extLst>
              </p:cNvPr>
              <p:cNvSpPr txBox="1">
                <a:spLocks noChangeArrowheads="1"/>
              </p:cNvSpPr>
              <p:nvPr/>
            </p:nvSpPr>
            <p:spPr bwMode="auto">
              <a:xfrm>
                <a:off x="2192" y="3446"/>
                <a:ext cx="1293" cy="213"/>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Wavelength (microns)</a:t>
                </a:r>
              </a:p>
            </p:txBody>
          </p:sp>
          <p:sp>
            <p:nvSpPr>
              <p:cNvPr id="56362" name="Text Box 42">
                <a:extLst>
                  <a:ext uri="{FF2B5EF4-FFF2-40B4-BE49-F238E27FC236}">
                    <a16:creationId xmlns:a16="http://schemas.microsoft.com/office/drawing/2014/main" id="{A0D1C524-ED4F-428A-8F56-BFD9E927AEDA}"/>
                  </a:ext>
                </a:extLst>
              </p:cNvPr>
              <p:cNvSpPr txBox="1">
                <a:spLocks noChangeArrowheads="1"/>
              </p:cNvSpPr>
              <p:nvPr/>
            </p:nvSpPr>
            <p:spPr bwMode="auto">
              <a:xfrm>
                <a:off x="844" y="2197"/>
                <a:ext cx="233" cy="407"/>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dirty="0">
                    <a:sym typeface="Symbol" panose="05050102010706020507" pitchFamily="18" charset="2"/>
                  </a:rPr>
                  <a:t></a:t>
                </a:r>
                <a:r>
                  <a:rPr lang="en-US" altLang="en-US" b="1" baseline="-25000" dirty="0">
                    <a:sym typeface="Symbol" panose="05050102010706020507" pitchFamily="18" charset="2"/>
                  </a:rPr>
                  <a:t></a:t>
                </a:r>
              </a:p>
              <a:p>
                <a:endParaRPr lang="en-US" altLang="en-US" b="1" dirty="0">
                  <a:sym typeface="Symbol" panose="05050102010706020507" pitchFamily="18" charset="2"/>
                </a:endParaRPr>
              </a:p>
            </p:txBody>
          </p:sp>
          <p:sp>
            <p:nvSpPr>
              <p:cNvPr id="56363" name="Text Box 43">
                <a:extLst>
                  <a:ext uri="{FF2B5EF4-FFF2-40B4-BE49-F238E27FC236}">
                    <a16:creationId xmlns:a16="http://schemas.microsoft.com/office/drawing/2014/main" id="{74317B2A-7BE8-4F16-89C7-C46D43E1F93A}"/>
                  </a:ext>
                </a:extLst>
              </p:cNvPr>
              <p:cNvSpPr txBox="1">
                <a:spLocks noChangeArrowheads="1"/>
              </p:cNvSpPr>
              <p:nvPr/>
            </p:nvSpPr>
            <p:spPr bwMode="auto">
              <a:xfrm>
                <a:off x="2680" y="2358"/>
                <a:ext cx="837" cy="213"/>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IR Wave Band</a:t>
                </a:r>
              </a:p>
            </p:txBody>
          </p:sp>
          <p:sp>
            <p:nvSpPr>
              <p:cNvPr id="56364" name="Text Box 44">
                <a:extLst>
                  <a:ext uri="{FF2B5EF4-FFF2-40B4-BE49-F238E27FC236}">
                    <a16:creationId xmlns:a16="http://schemas.microsoft.com/office/drawing/2014/main" id="{44902F5F-6824-4E21-8479-4E0CCEE2EDB1}"/>
                  </a:ext>
                </a:extLst>
              </p:cNvPr>
              <p:cNvSpPr txBox="1">
                <a:spLocks noChangeArrowheads="1"/>
              </p:cNvSpPr>
              <p:nvPr/>
            </p:nvSpPr>
            <p:spPr bwMode="auto">
              <a:xfrm>
                <a:off x="1608" y="1246"/>
                <a:ext cx="999" cy="213"/>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Solar Wave Band</a:t>
                </a:r>
              </a:p>
            </p:txBody>
          </p:sp>
          <p:sp>
            <p:nvSpPr>
              <p:cNvPr id="56365" name="Text Box 45">
                <a:extLst>
                  <a:ext uri="{FF2B5EF4-FFF2-40B4-BE49-F238E27FC236}">
                    <a16:creationId xmlns:a16="http://schemas.microsoft.com/office/drawing/2014/main" id="{0E2DFB55-2FE2-431D-A7C1-D70C0BC8A6A0}"/>
                  </a:ext>
                </a:extLst>
              </p:cNvPr>
              <p:cNvSpPr txBox="1">
                <a:spLocks noChangeArrowheads="1"/>
              </p:cNvSpPr>
              <p:nvPr/>
            </p:nvSpPr>
            <p:spPr bwMode="auto">
              <a:xfrm>
                <a:off x="3280" y="1518"/>
                <a:ext cx="729" cy="213"/>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White Paint</a:t>
                </a:r>
              </a:p>
            </p:txBody>
          </p:sp>
          <p:sp>
            <p:nvSpPr>
              <p:cNvPr id="56366" name="Text Box 46">
                <a:extLst>
                  <a:ext uri="{FF2B5EF4-FFF2-40B4-BE49-F238E27FC236}">
                    <a16:creationId xmlns:a16="http://schemas.microsoft.com/office/drawing/2014/main" id="{6D9410F4-D8D3-4445-AB58-ED0D6002C0C1}"/>
                  </a:ext>
                </a:extLst>
              </p:cNvPr>
              <p:cNvSpPr txBox="1">
                <a:spLocks noChangeArrowheads="1"/>
              </p:cNvSpPr>
              <p:nvPr/>
            </p:nvSpPr>
            <p:spPr bwMode="auto">
              <a:xfrm>
                <a:off x="1288" y="3142"/>
                <a:ext cx="181"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27432" bIns="0">
                <a:spAutoFit/>
              </a:bodyPr>
              <a:lstStyle/>
              <a:p>
                <a:r>
                  <a:rPr lang="en-US" altLang="en-US" sz="1600"/>
                  <a:t>0.2</a:t>
                </a:r>
              </a:p>
            </p:txBody>
          </p:sp>
          <p:sp>
            <p:nvSpPr>
              <p:cNvPr id="56367" name="Text Box 47">
                <a:extLst>
                  <a:ext uri="{FF2B5EF4-FFF2-40B4-BE49-F238E27FC236}">
                    <a16:creationId xmlns:a16="http://schemas.microsoft.com/office/drawing/2014/main" id="{2EAB0CB1-3E24-4D8E-A567-66A5E65285B2}"/>
                  </a:ext>
                </a:extLst>
              </p:cNvPr>
              <p:cNvSpPr txBox="1">
                <a:spLocks noChangeArrowheads="1"/>
              </p:cNvSpPr>
              <p:nvPr/>
            </p:nvSpPr>
            <p:spPr bwMode="auto">
              <a:xfrm>
                <a:off x="1288" y="2670"/>
                <a:ext cx="181"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27432" bIns="0">
                <a:spAutoFit/>
              </a:bodyPr>
              <a:lstStyle/>
              <a:p>
                <a:r>
                  <a:rPr lang="en-US" altLang="en-US" sz="1600"/>
                  <a:t>0.4</a:t>
                </a:r>
              </a:p>
            </p:txBody>
          </p:sp>
          <p:sp>
            <p:nvSpPr>
              <p:cNvPr id="56368" name="Text Box 48">
                <a:extLst>
                  <a:ext uri="{FF2B5EF4-FFF2-40B4-BE49-F238E27FC236}">
                    <a16:creationId xmlns:a16="http://schemas.microsoft.com/office/drawing/2014/main" id="{EF0DBC9C-7CC1-477F-99F7-CFE17847F678}"/>
                  </a:ext>
                </a:extLst>
              </p:cNvPr>
              <p:cNvSpPr txBox="1">
                <a:spLocks noChangeArrowheads="1"/>
              </p:cNvSpPr>
              <p:nvPr/>
            </p:nvSpPr>
            <p:spPr bwMode="auto">
              <a:xfrm>
                <a:off x="1288" y="2246"/>
                <a:ext cx="181"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27432" bIns="0">
                <a:spAutoFit/>
              </a:bodyPr>
              <a:lstStyle/>
              <a:p>
                <a:r>
                  <a:rPr lang="en-US" altLang="en-US" sz="1600"/>
                  <a:t>0.6</a:t>
                </a:r>
              </a:p>
            </p:txBody>
          </p:sp>
          <p:sp>
            <p:nvSpPr>
              <p:cNvPr id="56369" name="Text Box 49">
                <a:extLst>
                  <a:ext uri="{FF2B5EF4-FFF2-40B4-BE49-F238E27FC236}">
                    <a16:creationId xmlns:a16="http://schemas.microsoft.com/office/drawing/2014/main" id="{58D3154E-33DB-4031-B623-1AEE8175524F}"/>
                  </a:ext>
                </a:extLst>
              </p:cNvPr>
              <p:cNvSpPr txBox="1">
                <a:spLocks noChangeArrowheads="1"/>
              </p:cNvSpPr>
              <p:nvPr/>
            </p:nvSpPr>
            <p:spPr bwMode="auto">
              <a:xfrm>
                <a:off x="1288" y="1814"/>
                <a:ext cx="181"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27432" bIns="0">
                <a:spAutoFit/>
              </a:bodyPr>
              <a:lstStyle/>
              <a:p>
                <a:r>
                  <a:rPr lang="en-US" altLang="en-US" sz="1600"/>
                  <a:t>0.8</a:t>
                </a:r>
              </a:p>
            </p:txBody>
          </p:sp>
          <p:sp>
            <p:nvSpPr>
              <p:cNvPr id="56370" name="Text Box 50">
                <a:extLst>
                  <a:ext uri="{FF2B5EF4-FFF2-40B4-BE49-F238E27FC236}">
                    <a16:creationId xmlns:a16="http://schemas.microsoft.com/office/drawing/2014/main" id="{F7AD7C45-9CF5-405F-BE30-EDBEBA950661}"/>
                  </a:ext>
                </a:extLst>
              </p:cNvPr>
              <p:cNvSpPr txBox="1">
                <a:spLocks noChangeArrowheads="1"/>
              </p:cNvSpPr>
              <p:nvPr/>
            </p:nvSpPr>
            <p:spPr bwMode="auto">
              <a:xfrm>
                <a:off x="1288" y="1398"/>
                <a:ext cx="181"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27432" bIns="0">
                <a:spAutoFit/>
              </a:bodyPr>
              <a:lstStyle/>
              <a:p>
                <a:r>
                  <a:rPr lang="en-US" altLang="en-US" sz="1600"/>
                  <a:t>1.0</a:t>
                </a:r>
              </a:p>
            </p:txBody>
          </p:sp>
          <p:sp>
            <p:nvSpPr>
              <p:cNvPr id="56371" name="Text Box 51">
                <a:extLst>
                  <a:ext uri="{FF2B5EF4-FFF2-40B4-BE49-F238E27FC236}">
                    <a16:creationId xmlns:a16="http://schemas.microsoft.com/office/drawing/2014/main" id="{11ABCD07-6221-42CD-AB40-CE0587F09796}"/>
                  </a:ext>
                </a:extLst>
              </p:cNvPr>
              <p:cNvSpPr txBox="1">
                <a:spLocks noChangeArrowheads="1"/>
              </p:cNvSpPr>
              <p:nvPr/>
            </p:nvSpPr>
            <p:spPr bwMode="auto">
              <a:xfrm>
                <a:off x="1768" y="3270"/>
                <a:ext cx="95"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45720" bIns="0">
                <a:spAutoFit/>
              </a:bodyPr>
              <a:lstStyle/>
              <a:p>
                <a:r>
                  <a:rPr lang="en-US" altLang="en-US" sz="1600"/>
                  <a:t>2</a:t>
                </a:r>
              </a:p>
            </p:txBody>
          </p:sp>
          <p:sp>
            <p:nvSpPr>
              <p:cNvPr id="56372" name="Text Box 52">
                <a:extLst>
                  <a:ext uri="{FF2B5EF4-FFF2-40B4-BE49-F238E27FC236}">
                    <a16:creationId xmlns:a16="http://schemas.microsoft.com/office/drawing/2014/main" id="{C88C3D52-B723-49C3-AD69-48A05D5E557A}"/>
                  </a:ext>
                </a:extLst>
              </p:cNvPr>
              <p:cNvSpPr txBox="1">
                <a:spLocks noChangeArrowheads="1"/>
              </p:cNvSpPr>
              <p:nvPr/>
            </p:nvSpPr>
            <p:spPr bwMode="auto">
              <a:xfrm>
                <a:off x="2016" y="3270"/>
                <a:ext cx="95"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45720" bIns="0">
                <a:spAutoFit/>
              </a:bodyPr>
              <a:lstStyle/>
              <a:p>
                <a:r>
                  <a:rPr lang="en-US" altLang="en-US" sz="1600"/>
                  <a:t>4</a:t>
                </a:r>
              </a:p>
            </p:txBody>
          </p:sp>
          <p:sp>
            <p:nvSpPr>
              <p:cNvPr id="56373" name="Text Box 53">
                <a:extLst>
                  <a:ext uri="{FF2B5EF4-FFF2-40B4-BE49-F238E27FC236}">
                    <a16:creationId xmlns:a16="http://schemas.microsoft.com/office/drawing/2014/main" id="{B374AEA3-8B7D-4D14-9222-55DB36F83930}"/>
                  </a:ext>
                </a:extLst>
              </p:cNvPr>
              <p:cNvSpPr txBox="1">
                <a:spLocks noChangeArrowheads="1"/>
              </p:cNvSpPr>
              <p:nvPr/>
            </p:nvSpPr>
            <p:spPr bwMode="auto">
              <a:xfrm>
                <a:off x="2312" y="3270"/>
                <a:ext cx="95"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45720" bIns="0">
                <a:spAutoFit/>
              </a:bodyPr>
              <a:lstStyle/>
              <a:p>
                <a:r>
                  <a:rPr lang="en-US" altLang="en-US" sz="1600"/>
                  <a:t>6</a:t>
                </a:r>
              </a:p>
            </p:txBody>
          </p:sp>
          <p:sp>
            <p:nvSpPr>
              <p:cNvPr id="56374" name="Text Box 54">
                <a:extLst>
                  <a:ext uri="{FF2B5EF4-FFF2-40B4-BE49-F238E27FC236}">
                    <a16:creationId xmlns:a16="http://schemas.microsoft.com/office/drawing/2014/main" id="{9AF2ED5C-9963-4C83-85B2-6E8E5E1E7350}"/>
                  </a:ext>
                </a:extLst>
              </p:cNvPr>
              <p:cNvSpPr txBox="1">
                <a:spLocks noChangeArrowheads="1"/>
              </p:cNvSpPr>
              <p:nvPr/>
            </p:nvSpPr>
            <p:spPr bwMode="auto">
              <a:xfrm>
                <a:off x="2544" y="3270"/>
                <a:ext cx="124"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0" rIns="45720" bIns="0">
                <a:spAutoFit/>
              </a:bodyPr>
              <a:lstStyle/>
              <a:p>
                <a:r>
                  <a:rPr lang="en-US" altLang="en-US" sz="1600"/>
                  <a:t>8</a:t>
                </a:r>
              </a:p>
            </p:txBody>
          </p:sp>
          <p:sp>
            <p:nvSpPr>
              <p:cNvPr id="56375" name="Text Box 55">
                <a:extLst>
                  <a:ext uri="{FF2B5EF4-FFF2-40B4-BE49-F238E27FC236}">
                    <a16:creationId xmlns:a16="http://schemas.microsoft.com/office/drawing/2014/main" id="{332CFEEB-F63C-4939-9749-5109B21279DB}"/>
                  </a:ext>
                </a:extLst>
              </p:cNvPr>
              <p:cNvSpPr txBox="1">
                <a:spLocks noChangeArrowheads="1"/>
              </p:cNvSpPr>
              <p:nvPr/>
            </p:nvSpPr>
            <p:spPr bwMode="auto">
              <a:xfrm>
                <a:off x="2816" y="3270"/>
                <a:ext cx="160"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45720" bIns="0">
                <a:spAutoFit/>
              </a:bodyPr>
              <a:lstStyle/>
              <a:p>
                <a:r>
                  <a:rPr lang="en-US" altLang="en-US" sz="1600"/>
                  <a:t>10</a:t>
                </a:r>
              </a:p>
            </p:txBody>
          </p:sp>
          <p:sp>
            <p:nvSpPr>
              <p:cNvPr id="56376" name="Text Box 56">
                <a:extLst>
                  <a:ext uri="{FF2B5EF4-FFF2-40B4-BE49-F238E27FC236}">
                    <a16:creationId xmlns:a16="http://schemas.microsoft.com/office/drawing/2014/main" id="{F7F5039F-FFBE-4BD7-8375-3AD2214E2CA6}"/>
                  </a:ext>
                </a:extLst>
              </p:cNvPr>
              <p:cNvSpPr txBox="1">
                <a:spLocks noChangeArrowheads="1"/>
              </p:cNvSpPr>
              <p:nvPr/>
            </p:nvSpPr>
            <p:spPr bwMode="auto">
              <a:xfrm>
                <a:off x="3096" y="3270"/>
                <a:ext cx="160"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45720" bIns="0">
                <a:spAutoFit/>
              </a:bodyPr>
              <a:lstStyle/>
              <a:p>
                <a:r>
                  <a:rPr lang="en-US" altLang="en-US" sz="1600"/>
                  <a:t>12</a:t>
                </a:r>
              </a:p>
            </p:txBody>
          </p:sp>
          <p:sp>
            <p:nvSpPr>
              <p:cNvPr id="56377" name="Text Box 57">
                <a:extLst>
                  <a:ext uri="{FF2B5EF4-FFF2-40B4-BE49-F238E27FC236}">
                    <a16:creationId xmlns:a16="http://schemas.microsoft.com/office/drawing/2014/main" id="{FDEA2A25-4847-4549-B4E6-EB084D266614}"/>
                  </a:ext>
                </a:extLst>
              </p:cNvPr>
              <p:cNvSpPr txBox="1">
                <a:spLocks noChangeArrowheads="1"/>
              </p:cNvSpPr>
              <p:nvPr/>
            </p:nvSpPr>
            <p:spPr bwMode="auto">
              <a:xfrm>
                <a:off x="3368" y="3270"/>
                <a:ext cx="160"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45720" bIns="0">
                <a:spAutoFit/>
              </a:bodyPr>
              <a:lstStyle/>
              <a:p>
                <a:r>
                  <a:rPr lang="en-US" altLang="en-US" sz="1600"/>
                  <a:t>14</a:t>
                </a:r>
              </a:p>
            </p:txBody>
          </p:sp>
          <p:sp>
            <p:nvSpPr>
              <p:cNvPr id="56378" name="Text Box 58">
                <a:extLst>
                  <a:ext uri="{FF2B5EF4-FFF2-40B4-BE49-F238E27FC236}">
                    <a16:creationId xmlns:a16="http://schemas.microsoft.com/office/drawing/2014/main" id="{AE9B97B9-7AAB-46BD-ADCE-77581D51DE13}"/>
                  </a:ext>
                </a:extLst>
              </p:cNvPr>
              <p:cNvSpPr txBox="1">
                <a:spLocks noChangeArrowheads="1"/>
              </p:cNvSpPr>
              <p:nvPr/>
            </p:nvSpPr>
            <p:spPr bwMode="auto">
              <a:xfrm>
                <a:off x="3656" y="3270"/>
                <a:ext cx="160"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45720" bIns="0">
                <a:spAutoFit/>
              </a:bodyPr>
              <a:lstStyle/>
              <a:p>
                <a:r>
                  <a:rPr lang="en-US" altLang="en-US" sz="1600"/>
                  <a:t>16</a:t>
                </a:r>
              </a:p>
            </p:txBody>
          </p:sp>
          <p:sp>
            <p:nvSpPr>
              <p:cNvPr id="56379" name="Text Box 59">
                <a:extLst>
                  <a:ext uri="{FF2B5EF4-FFF2-40B4-BE49-F238E27FC236}">
                    <a16:creationId xmlns:a16="http://schemas.microsoft.com/office/drawing/2014/main" id="{CE135897-7FBB-48A3-9A92-D508D8544933}"/>
                  </a:ext>
                </a:extLst>
              </p:cNvPr>
              <p:cNvSpPr txBox="1">
                <a:spLocks noChangeArrowheads="1"/>
              </p:cNvSpPr>
              <p:nvPr/>
            </p:nvSpPr>
            <p:spPr bwMode="auto">
              <a:xfrm>
                <a:off x="3912" y="3270"/>
                <a:ext cx="160"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45720" bIns="0">
                <a:spAutoFit/>
              </a:bodyPr>
              <a:lstStyle/>
              <a:p>
                <a:r>
                  <a:rPr lang="en-US" altLang="en-US" sz="1600"/>
                  <a:t>18</a:t>
                </a:r>
              </a:p>
            </p:txBody>
          </p:sp>
          <p:sp>
            <p:nvSpPr>
              <p:cNvPr id="56380" name="Text Box 60">
                <a:extLst>
                  <a:ext uri="{FF2B5EF4-FFF2-40B4-BE49-F238E27FC236}">
                    <a16:creationId xmlns:a16="http://schemas.microsoft.com/office/drawing/2014/main" id="{38D518F1-7721-4773-9156-59B337850530}"/>
                  </a:ext>
                </a:extLst>
              </p:cNvPr>
              <p:cNvSpPr txBox="1">
                <a:spLocks noChangeArrowheads="1"/>
              </p:cNvSpPr>
              <p:nvPr/>
            </p:nvSpPr>
            <p:spPr bwMode="auto">
              <a:xfrm>
                <a:off x="4184" y="3270"/>
                <a:ext cx="160"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45720" bIns="0">
                <a:spAutoFit/>
              </a:bodyPr>
              <a:lstStyle/>
              <a:p>
                <a:r>
                  <a:rPr lang="en-US" altLang="en-US" sz="1600"/>
                  <a:t>20</a:t>
                </a:r>
              </a:p>
            </p:txBody>
          </p:sp>
          <p:sp>
            <p:nvSpPr>
              <p:cNvPr id="56381" name="Text Box 61">
                <a:extLst>
                  <a:ext uri="{FF2B5EF4-FFF2-40B4-BE49-F238E27FC236}">
                    <a16:creationId xmlns:a16="http://schemas.microsoft.com/office/drawing/2014/main" id="{0516B185-345D-4D6F-96C9-CCE0DB2A0557}"/>
                  </a:ext>
                </a:extLst>
              </p:cNvPr>
              <p:cNvSpPr txBox="1">
                <a:spLocks noChangeArrowheads="1"/>
              </p:cNvSpPr>
              <p:nvPr/>
            </p:nvSpPr>
            <p:spPr bwMode="auto">
              <a:xfrm>
                <a:off x="1528" y="3270"/>
                <a:ext cx="95" cy="155"/>
              </a:xfrm>
              <a:prstGeom prst="rect">
                <a:avLst/>
              </a:prstGeom>
              <a:gr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45720" bIns="0">
                <a:spAutoFit/>
              </a:bodyPr>
              <a:lstStyle/>
              <a:p>
                <a:r>
                  <a:rPr lang="en-US" altLang="en-US" sz="1600"/>
                  <a:t>0</a:t>
                </a:r>
              </a:p>
            </p:txBody>
          </p:sp>
        </p:grpSp>
      </p:grpSp>
      <p:sp>
        <p:nvSpPr>
          <p:cNvPr id="2" name="Slide Number Placeholder 1">
            <a:extLst>
              <a:ext uri="{FF2B5EF4-FFF2-40B4-BE49-F238E27FC236}">
                <a16:creationId xmlns:a16="http://schemas.microsoft.com/office/drawing/2014/main" id="{DBD3AE01-9373-4E20-96E3-B3345BA518BD}"/>
              </a:ext>
            </a:extLst>
          </p:cNvPr>
          <p:cNvSpPr>
            <a:spLocks noGrp="1"/>
          </p:cNvSpPr>
          <p:nvPr>
            <p:ph type="sldNum" sz="quarter" idx="12"/>
          </p:nvPr>
        </p:nvSpPr>
        <p:spPr/>
        <p:txBody>
          <a:bodyPr/>
          <a:lstStyle/>
          <a:p>
            <a:fld id="{D57F1E4F-1CFF-5643-939E-217C01CDF565}" type="slidenum">
              <a:rPr lang="en-US" smtClean="0"/>
              <a:pPr/>
              <a:t>26</a:t>
            </a:fld>
            <a:endParaRPr lang="en-US" dirty="0"/>
          </a:p>
        </p:txBody>
      </p:sp>
      <p:pic>
        <p:nvPicPr>
          <p:cNvPr id="31" name="Picture 30">
            <a:extLst>
              <a:ext uri="{FF2B5EF4-FFF2-40B4-BE49-F238E27FC236}">
                <a16:creationId xmlns:a16="http://schemas.microsoft.com/office/drawing/2014/main" id="{822FEF78-AD37-4E44-9947-B7108179A69E}"/>
              </a:ext>
            </a:extLst>
          </p:cNvPr>
          <p:cNvPicPr>
            <a:picLocks noChangeAspect="1"/>
          </p:cNvPicPr>
          <p:nvPr/>
        </p:nvPicPr>
        <p:blipFill>
          <a:blip r:embed="rId4"/>
          <a:stretch>
            <a:fillRect/>
          </a:stretch>
        </p:blipFill>
        <p:spPr>
          <a:xfrm>
            <a:off x="7345364" y="2869740"/>
            <a:ext cx="3981450" cy="895350"/>
          </a:xfrm>
          <a:prstGeom prst="rect">
            <a:avLst/>
          </a:prstGeom>
        </p:spPr>
      </p:pic>
    </p:spTree>
    <p:extLst>
      <p:ext uri="{BB962C8B-B14F-4D97-AF65-F5344CB8AC3E}">
        <p14:creationId xmlns:p14="http://schemas.microsoft.com/office/powerpoint/2010/main" val="2391585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6" name="Rectangle 1035">
            <a:extLst>
              <a:ext uri="{FF2B5EF4-FFF2-40B4-BE49-F238E27FC236}">
                <a16:creationId xmlns:a16="http://schemas.microsoft.com/office/drawing/2014/main" id="{94087E04-C99E-4195-8EBA-1BD4C4511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038" name="Group 1037">
            <a:extLst>
              <a:ext uri="{FF2B5EF4-FFF2-40B4-BE49-F238E27FC236}">
                <a16:creationId xmlns:a16="http://schemas.microsoft.com/office/drawing/2014/main" id="{3BB791AC-7337-46DA-B66B-FDB89A4937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6858001"/>
            <a:chOff x="7467600" y="0"/>
            <a:chExt cx="4724400" cy="6858000"/>
          </a:xfrm>
        </p:grpSpPr>
        <p:sp>
          <p:nvSpPr>
            <p:cNvPr id="1039" name="Rectangle 1038">
              <a:extLst>
                <a:ext uri="{FF2B5EF4-FFF2-40B4-BE49-F238E27FC236}">
                  <a16:creationId xmlns:a16="http://schemas.microsoft.com/office/drawing/2014/main" id="{833FF6E8-7D52-4189-A347-8A63C30CA0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0" name="Rectangle 1039">
              <a:extLst>
                <a:ext uri="{FF2B5EF4-FFF2-40B4-BE49-F238E27FC236}">
                  <a16:creationId xmlns:a16="http://schemas.microsoft.com/office/drawing/2014/main" id="{7B1C304A-C36A-4CD1-8AB4-EA545D38E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042" name="Freeform: Shape 1041">
            <a:extLst>
              <a:ext uri="{FF2B5EF4-FFF2-40B4-BE49-F238E27FC236}">
                <a16:creationId xmlns:a16="http://schemas.microsoft.com/office/drawing/2014/main" id="{2FEFA492-1F90-4DD2-B51D-E6471B05E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custGeom>
            <a:avLst/>
            <a:gdLst>
              <a:gd name="connsiteX0" fmla="*/ 369702 w 12192002"/>
              <a:gd name="connsiteY0" fmla="*/ 6712169 h 6858000"/>
              <a:gd name="connsiteX1" fmla="*/ 366575 w 12192002"/>
              <a:gd name="connsiteY1" fmla="*/ 6715556 h 6858000"/>
              <a:gd name="connsiteX2" fmla="*/ 371637 w 12192002"/>
              <a:gd name="connsiteY2" fmla="*/ 6713954 h 6858000"/>
              <a:gd name="connsiteX3" fmla="*/ 7392322 w 12192002"/>
              <a:gd name="connsiteY3" fmla="*/ 6658238 h 6858000"/>
              <a:gd name="connsiteX4" fmla="*/ 7611337 w 12192002"/>
              <a:gd name="connsiteY4" fmla="*/ 6732821 h 6858000"/>
              <a:gd name="connsiteX5" fmla="*/ 7955762 w 12192002"/>
              <a:gd name="connsiteY5" fmla="*/ 6842006 h 6858000"/>
              <a:gd name="connsiteX6" fmla="*/ 7512455 w 12192002"/>
              <a:gd name="connsiteY6" fmla="*/ 6674734 h 6858000"/>
              <a:gd name="connsiteX7" fmla="*/ 9928143 w 12192002"/>
              <a:gd name="connsiteY7" fmla="*/ 6515312 h 6858000"/>
              <a:gd name="connsiteX8" fmla="*/ 9753801 w 12192002"/>
              <a:gd name="connsiteY8" fmla="*/ 6525103 h 6858000"/>
              <a:gd name="connsiteX9" fmla="*/ 9578027 w 12192002"/>
              <a:gd name="connsiteY9" fmla="*/ 6532104 h 6858000"/>
              <a:gd name="connsiteX10" fmla="*/ 9424342 w 12192002"/>
              <a:gd name="connsiteY10" fmla="*/ 6528403 h 6858000"/>
              <a:gd name="connsiteX11" fmla="*/ 9001907 w 12192002"/>
              <a:gd name="connsiteY11" fmla="*/ 6560369 h 6858000"/>
              <a:gd name="connsiteX12" fmla="*/ 8922138 w 12192002"/>
              <a:gd name="connsiteY12" fmla="*/ 6591702 h 6858000"/>
              <a:gd name="connsiteX13" fmla="*/ 9087550 w 12192002"/>
              <a:gd name="connsiteY13" fmla="*/ 6599765 h 6858000"/>
              <a:gd name="connsiteX14" fmla="*/ 9512475 w 12192002"/>
              <a:gd name="connsiteY14" fmla="*/ 6563693 h 6858000"/>
              <a:gd name="connsiteX15" fmla="*/ 9928143 w 12192002"/>
              <a:gd name="connsiteY15" fmla="*/ 6515312 h 6858000"/>
              <a:gd name="connsiteX16" fmla="*/ 9351220 w 12192002"/>
              <a:gd name="connsiteY16" fmla="*/ 6459370 h 6858000"/>
              <a:gd name="connsiteX17" fmla="*/ 8999756 w 12192002"/>
              <a:gd name="connsiteY17" fmla="*/ 6529929 h 6858000"/>
              <a:gd name="connsiteX18" fmla="*/ 9425830 w 12192002"/>
              <a:gd name="connsiteY18" fmla="*/ 6498517 h 6858000"/>
              <a:gd name="connsiteX19" fmla="*/ 9578307 w 12192002"/>
              <a:gd name="connsiteY19" fmla="*/ 6502035 h 6858000"/>
              <a:gd name="connsiteX20" fmla="*/ 9752771 w 12192002"/>
              <a:gd name="connsiteY20" fmla="*/ 6495471 h 6858000"/>
              <a:gd name="connsiteX21" fmla="*/ 9852779 w 12192002"/>
              <a:gd name="connsiteY21" fmla="*/ 6489665 h 6858000"/>
              <a:gd name="connsiteX22" fmla="*/ 9694862 w 12192002"/>
              <a:gd name="connsiteY22" fmla="*/ 6473140 h 6858000"/>
              <a:gd name="connsiteX23" fmla="*/ 9351220 w 12192002"/>
              <a:gd name="connsiteY23" fmla="*/ 6459370 h 6858000"/>
              <a:gd name="connsiteX24" fmla="*/ 1019354 w 12192002"/>
              <a:gd name="connsiteY24" fmla="*/ 6315006 h 6858000"/>
              <a:gd name="connsiteX25" fmla="*/ 441046 w 12192002"/>
              <a:gd name="connsiteY25" fmla="*/ 6691153 h 6858000"/>
              <a:gd name="connsiteX26" fmla="*/ 1019354 w 12192002"/>
              <a:gd name="connsiteY26" fmla="*/ 6315006 h 6858000"/>
              <a:gd name="connsiteX27" fmla="*/ 991680 w 12192002"/>
              <a:gd name="connsiteY27" fmla="*/ 6298413 h 6858000"/>
              <a:gd name="connsiteX28" fmla="*/ 409060 w 12192002"/>
              <a:gd name="connsiteY28" fmla="*/ 6671470 h 6858000"/>
              <a:gd name="connsiteX29" fmla="*/ 991680 w 12192002"/>
              <a:gd name="connsiteY29" fmla="*/ 6298413 h 6858000"/>
              <a:gd name="connsiteX30" fmla="*/ 7254615 w 12192002"/>
              <a:gd name="connsiteY30" fmla="*/ 5911918 h 6858000"/>
              <a:gd name="connsiteX31" fmla="*/ 7312589 w 12192002"/>
              <a:gd name="connsiteY31" fmla="*/ 5982309 h 6858000"/>
              <a:gd name="connsiteX32" fmla="*/ 7580896 w 12192002"/>
              <a:gd name="connsiteY32" fmla="*/ 6402069 h 6858000"/>
              <a:gd name="connsiteX33" fmla="*/ 7990862 w 12192002"/>
              <a:gd name="connsiteY33" fmla="*/ 6807025 h 6858000"/>
              <a:gd name="connsiteX34" fmla="*/ 7871964 w 12192002"/>
              <a:gd name="connsiteY34" fmla="*/ 6649139 h 6858000"/>
              <a:gd name="connsiteX35" fmla="*/ 7859674 w 12192002"/>
              <a:gd name="connsiteY35" fmla="*/ 6636358 h 6858000"/>
              <a:gd name="connsiteX36" fmla="*/ 7545050 w 12192002"/>
              <a:gd name="connsiteY36" fmla="*/ 6260110 h 6858000"/>
              <a:gd name="connsiteX37" fmla="*/ 7254615 w 12192002"/>
              <a:gd name="connsiteY37" fmla="*/ 5911918 h 6858000"/>
              <a:gd name="connsiteX38" fmla="*/ 9078855 w 12192002"/>
              <a:gd name="connsiteY38" fmla="*/ 5884754 h 6858000"/>
              <a:gd name="connsiteX39" fmla="*/ 8825188 w 12192002"/>
              <a:gd name="connsiteY39" fmla="*/ 6496752 h 6858000"/>
              <a:gd name="connsiteX40" fmla="*/ 9078855 w 12192002"/>
              <a:gd name="connsiteY40" fmla="*/ 5884754 h 6858000"/>
              <a:gd name="connsiteX41" fmla="*/ 9113805 w 12192002"/>
              <a:gd name="connsiteY41" fmla="*/ 5883072 h 6858000"/>
              <a:gd name="connsiteX42" fmla="*/ 8855200 w 12192002"/>
              <a:gd name="connsiteY42" fmla="*/ 6494950 h 6858000"/>
              <a:gd name="connsiteX43" fmla="*/ 9113805 w 12192002"/>
              <a:gd name="connsiteY43" fmla="*/ 5883072 h 6858000"/>
              <a:gd name="connsiteX44" fmla="*/ 9123940 w 12192002"/>
              <a:gd name="connsiteY44" fmla="*/ 5825040 h 6858000"/>
              <a:gd name="connsiteX45" fmla="*/ 9120846 w 12192002"/>
              <a:gd name="connsiteY45" fmla="*/ 5829053 h 6858000"/>
              <a:gd name="connsiteX46" fmla="*/ 9123267 w 12192002"/>
              <a:gd name="connsiteY46" fmla="*/ 5829425 h 6858000"/>
              <a:gd name="connsiteX47" fmla="*/ 103333 w 12192002"/>
              <a:gd name="connsiteY47" fmla="*/ 5699602 h 6858000"/>
              <a:gd name="connsiteX48" fmla="*/ 233938 w 12192002"/>
              <a:gd name="connsiteY48" fmla="*/ 5809416 h 6858000"/>
              <a:gd name="connsiteX49" fmla="*/ 883580 w 12192002"/>
              <a:gd name="connsiteY49" fmla="*/ 6180710 h 6858000"/>
              <a:gd name="connsiteX50" fmla="*/ 487337 w 12192002"/>
              <a:gd name="connsiteY50" fmla="*/ 5950182 h 6858000"/>
              <a:gd name="connsiteX51" fmla="*/ 354051 w 12192002"/>
              <a:gd name="connsiteY51" fmla="*/ 5854912 h 6858000"/>
              <a:gd name="connsiteX52" fmla="*/ 195436 w 12192002"/>
              <a:gd name="connsiteY52" fmla="*/ 5755068 h 6858000"/>
              <a:gd name="connsiteX53" fmla="*/ 5539432 w 12192002"/>
              <a:gd name="connsiteY53" fmla="*/ 5642928 h 6858000"/>
              <a:gd name="connsiteX54" fmla="*/ 5555462 w 12192002"/>
              <a:gd name="connsiteY54" fmla="*/ 5694454 h 6858000"/>
              <a:gd name="connsiteX55" fmla="*/ 5828270 w 12192002"/>
              <a:gd name="connsiteY55" fmla="*/ 6320663 h 6858000"/>
              <a:gd name="connsiteX56" fmla="*/ 5947416 w 12192002"/>
              <a:gd name="connsiteY56" fmla="*/ 6574846 h 6858000"/>
              <a:gd name="connsiteX57" fmla="*/ 5539432 w 12192002"/>
              <a:gd name="connsiteY57" fmla="*/ 5642928 h 6858000"/>
              <a:gd name="connsiteX58" fmla="*/ 51253 w 12192002"/>
              <a:gd name="connsiteY58" fmla="*/ 5631825 h 6858000"/>
              <a:gd name="connsiteX59" fmla="*/ 211622 w 12192002"/>
              <a:gd name="connsiteY59" fmla="*/ 5728803 h 6858000"/>
              <a:gd name="connsiteX60" fmla="*/ 371652 w 12192002"/>
              <a:gd name="connsiteY60" fmla="*/ 5829062 h 6858000"/>
              <a:gd name="connsiteX61" fmla="*/ 505903 w 12192002"/>
              <a:gd name="connsiteY61" fmla="*/ 5925221 h 6858000"/>
              <a:gd name="connsiteX62" fmla="*/ 899240 w 12192002"/>
              <a:gd name="connsiteY62" fmla="*/ 6153068 h 6858000"/>
              <a:gd name="connsiteX63" fmla="*/ 988114 w 12192002"/>
              <a:gd name="connsiteY63" fmla="*/ 6174204 h 6858000"/>
              <a:gd name="connsiteX64" fmla="*/ 845971 w 12192002"/>
              <a:gd name="connsiteY64" fmla="*/ 6067177 h 6858000"/>
              <a:gd name="connsiteX65" fmla="*/ 448057 w 12192002"/>
              <a:gd name="connsiteY65" fmla="*/ 5841376 h 6858000"/>
              <a:gd name="connsiteX66" fmla="*/ 51253 w 12192002"/>
              <a:gd name="connsiteY66" fmla="*/ 5631825 h 6858000"/>
              <a:gd name="connsiteX67" fmla="*/ 2606687 w 12192002"/>
              <a:gd name="connsiteY67" fmla="*/ 5630718 h 6858000"/>
              <a:gd name="connsiteX68" fmla="*/ 2645658 w 12192002"/>
              <a:gd name="connsiteY68" fmla="*/ 6640259 h 6858000"/>
              <a:gd name="connsiteX69" fmla="*/ 2606687 w 12192002"/>
              <a:gd name="connsiteY69" fmla="*/ 5630718 h 6858000"/>
              <a:gd name="connsiteX70" fmla="*/ 10097724 w 12192002"/>
              <a:gd name="connsiteY70" fmla="*/ 5591852 h 6858000"/>
              <a:gd name="connsiteX71" fmla="*/ 9645248 w 12192002"/>
              <a:gd name="connsiteY71" fmla="*/ 5630119 h 6858000"/>
              <a:gd name="connsiteX72" fmla="*/ 9543858 w 12192002"/>
              <a:gd name="connsiteY72" fmla="*/ 5650510 h 6858000"/>
              <a:gd name="connsiteX73" fmla="*/ 9681648 w 12192002"/>
              <a:gd name="connsiteY73" fmla="*/ 5629828 h 6858000"/>
              <a:gd name="connsiteX74" fmla="*/ 10557846 w 12192002"/>
              <a:gd name="connsiteY74" fmla="*/ 5601337 h 6858000"/>
              <a:gd name="connsiteX75" fmla="*/ 10301704 w 12192002"/>
              <a:gd name="connsiteY75" fmla="*/ 5598847 h 6858000"/>
              <a:gd name="connsiteX76" fmla="*/ 10250553 w 12192002"/>
              <a:gd name="connsiteY76" fmla="*/ 5595539 h 6858000"/>
              <a:gd name="connsiteX77" fmla="*/ 10097724 w 12192002"/>
              <a:gd name="connsiteY77" fmla="*/ 5591852 h 6858000"/>
              <a:gd name="connsiteX78" fmla="*/ 3642057 w 12192002"/>
              <a:gd name="connsiteY78" fmla="*/ 5573487 h 6858000"/>
              <a:gd name="connsiteX79" fmla="*/ 3632981 w 12192002"/>
              <a:gd name="connsiteY79" fmla="*/ 5579437 h 6858000"/>
              <a:gd name="connsiteX80" fmla="*/ 3382436 w 12192002"/>
              <a:gd name="connsiteY80" fmla="*/ 5952726 h 6858000"/>
              <a:gd name="connsiteX81" fmla="*/ 3191929 w 12192002"/>
              <a:gd name="connsiteY81" fmla="*/ 6662669 h 6858000"/>
              <a:gd name="connsiteX82" fmla="*/ 3369898 w 12192002"/>
              <a:gd name="connsiteY82" fmla="*/ 6081771 h 6858000"/>
              <a:gd name="connsiteX83" fmla="*/ 3642057 w 12192002"/>
              <a:gd name="connsiteY83" fmla="*/ 5573487 h 6858000"/>
              <a:gd name="connsiteX84" fmla="*/ 7015907 w 12192002"/>
              <a:gd name="connsiteY84" fmla="*/ 5541548 h 6858000"/>
              <a:gd name="connsiteX85" fmla="*/ 7259646 w 12192002"/>
              <a:gd name="connsiteY85" fmla="*/ 5765985 h 6858000"/>
              <a:gd name="connsiteX86" fmla="*/ 7741483 w 12192002"/>
              <a:gd name="connsiteY86" fmla="*/ 6279980 h 6858000"/>
              <a:gd name="connsiteX87" fmla="*/ 8008941 w 12192002"/>
              <a:gd name="connsiteY87" fmla="*/ 6733560 h 6858000"/>
              <a:gd name="connsiteX88" fmla="*/ 7999234 w 12192002"/>
              <a:gd name="connsiteY88" fmla="*/ 6610993 h 6858000"/>
              <a:gd name="connsiteX89" fmla="*/ 7715154 w 12192002"/>
              <a:gd name="connsiteY89" fmla="*/ 6197148 h 6858000"/>
              <a:gd name="connsiteX90" fmla="*/ 7271900 w 12192002"/>
              <a:gd name="connsiteY90" fmla="*/ 5734551 h 6858000"/>
              <a:gd name="connsiteX91" fmla="*/ 7015907 w 12192002"/>
              <a:gd name="connsiteY91" fmla="*/ 5541548 h 6858000"/>
              <a:gd name="connsiteX92" fmla="*/ 2650666 w 12192002"/>
              <a:gd name="connsiteY92" fmla="*/ 5530686 h 6858000"/>
              <a:gd name="connsiteX93" fmla="*/ 2650249 w 12192002"/>
              <a:gd name="connsiteY93" fmla="*/ 5532101 h 6858000"/>
              <a:gd name="connsiteX94" fmla="*/ 2663808 w 12192002"/>
              <a:gd name="connsiteY94" fmla="*/ 6535215 h 6858000"/>
              <a:gd name="connsiteX95" fmla="*/ 2665418 w 12192002"/>
              <a:gd name="connsiteY95" fmla="*/ 6132756 h 6858000"/>
              <a:gd name="connsiteX96" fmla="*/ 2650666 w 12192002"/>
              <a:gd name="connsiteY96" fmla="*/ 5530686 h 6858000"/>
              <a:gd name="connsiteX97" fmla="*/ 10218664 w 12192002"/>
              <a:gd name="connsiteY97" fmla="*/ 5525300 h 6858000"/>
              <a:gd name="connsiteX98" fmla="*/ 10086154 w 12192002"/>
              <a:gd name="connsiteY98" fmla="*/ 5525937 h 6858000"/>
              <a:gd name="connsiteX99" fmla="*/ 9778614 w 12192002"/>
              <a:gd name="connsiteY99" fmla="*/ 5550189 h 6858000"/>
              <a:gd name="connsiteX100" fmla="*/ 9601703 w 12192002"/>
              <a:gd name="connsiteY100" fmla="*/ 5605852 h 6858000"/>
              <a:gd name="connsiteX101" fmla="*/ 9641684 w 12192002"/>
              <a:gd name="connsiteY101" fmla="*/ 5600203 h 6858000"/>
              <a:gd name="connsiteX102" fmla="*/ 10252799 w 12192002"/>
              <a:gd name="connsiteY102" fmla="*/ 5564971 h 6858000"/>
              <a:gd name="connsiteX103" fmla="*/ 10304297 w 12192002"/>
              <a:gd name="connsiteY103" fmla="*/ 5568822 h 6858000"/>
              <a:gd name="connsiteX104" fmla="*/ 10533945 w 12192002"/>
              <a:gd name="connsiteY104" fmla="*/ 5573703 h 6858000"/>
              <a:gd name="connsiteX105" fmla="*/ 10446061 w 12192002"/>
              <a:gd name="connsiteY105" fmla="*/ 5555562 h 6858000"/>
              <a:gd name="connsiteX106" fmla="*/ 10360877 w 12192002"/>
              <a:gd name="connsiteY106" fmla="*/ 5538004 h 6858000"/>
              <a:gd name="connsiteX107" fmla="*/ 10218664 w 12192002"/>
              <a:gd name="connsiteY107" fmla="*/ 5525300 h 6858000"/>
              <a:gd name="connsiteX108" fmla="*/ 6946849 w 12192002"/>
              <a:gd name="connsiteY108" fmla="*/ 5523271 h 6858000"/>
              <a:gd name="connsiteX109" fmla="*/ 6946972 w 12192002"/>
              <a:gd name="connsiteY109" fmla="*/ 5526491 h 6858000"/>
              <a:gd name="connsiteX110" fmla="*/ 7105827 w 12192002"/>
              <a:gd name="connsiteY110" fmla="*/ 5718700 h 6858000"/>
              <a:gd name="connsiteX111" fmla="*/ 7126431 w 12192002"/>
              <a:gd name="connsiteY111" fmla="*/ 5737872 h 6858000"/>
              <a:gd name="connsiteX112" fmla="*/ 7567269 w 12192002"/>
              <a:gd name="connsiteY112" fmla="*/ 6240461 h 6858000"/>
              <a:gd name="connsiteX113" fmla="*/ 7880270 w 12192002"/>
              <a:gd name="connsiteY113" fmla="*/ 6615176 h 6858000"/>
              <a:gd name="connsiteX114" fmla="*/ 7892560 w 12192002"/>
              <a:gd name="connsiteY114" fmla="*/ 6627949 h 6858000"/>
              <a:gd name="connsiteX115" fmla="*/ 7971643 w 12192002"/>
              <a:gd name="connsiteY115" fmla="*/ 6718236 h 6858000"/>
              <a:gd name="connsiteX116" fmla="*/ 7719359 w 12192002"/>
              <a:gd name="connsiteY116" fmla="*/ 6299011 h 6858000"/>
              <a:gd name="connsiteX117" fmla="*/ 7240170 w 12192002"/>
              <a:gd name="connsiteY117" fmla="*/ 5787985 h 6858000"/>
              <a:gd name="connsiteX118" fmla="*/ 6946849 w 12192002"/>
              <a:gd name="connsiteY118" fmla="*/ 5523271 h 6858000"/>
              <a:gd name="connsiteX119" fmla="*/ 2680277 w 12192002"/>
              <a:gd name="connsiteY119" fmla="*/ 5479204 h 6858000"/>
              <a:gd name="connsiteX120" fmla="*/ 2678972 w 12192002"/>
              <a:gd name="connsiteY120" fmla="*/ 5481582 h 6858000"/>
              <a:gd name="connsiteX121" fmla="*/ 2696666 w 12192002"/>
              <a:gd name="connsiteY121" fmla="*/ 6133836 h 6858000"/>
              <a:gd name="connsiteX122" fmla="*/ 2695769 w 12192002"/>
              <a:gd name="connsiteY122" fmla="*/ 6390955 h 6858000"/>
              <a:gd name="connsiteX123" fmla="*/ 2739893 w 12192002"/>
              <a:gd name="connsiteY123" fmla="*/ 6108357 h 6858000"/>
              <a:gd name="connsiteX124" fmla="*/ 2680277 w 12192002"/>
              <a:gd name="connsiteY124" fmla="*/ 5479204 h 6858000"/>
              <a:gd name="connsiteX125" fmla="*/ 1132195 w 12192002"/>
              <a:gd name="connsiteY125" fmla="*/ 5467980 h 6858000"/>
              <a:gd name="connsiteX126" fmla="*/ 1679056 w 12192002"/>
              <a:gd name="connsiteY126" fmla="*/ 5516907 h 6858000"/>
              <a:gd name="connsiteX127" fmla="*/ 2128648 w 12192002"/>
              <a:gd name="connsiteY127" fmla="*/ 5474249 h 6858000"/>
              <a:gd name="connsiteX128" fmla="*/ 1825619 w 12192002"/>
              <a:gd name="connsiteY128" fmla="*/ 5478447 h 6858000"/>
              <a:gd name="connsiteX129" fmla="*/ 1737798 w 12192002"/>
              <a:gd name="connsiteY129" fmla="*/ 5483353 h 6858000"/>
              <a:gd name="connsiteX130" fmla="*/ 1132195 w 12192002"/>
              <a:gd name="connsiteY130" fmla="*/ 5467980 h 6858000"/>
              <a:gd name="connsiteX131" fmla="*/ 10104407 w 12192002"/>
              <a:gd name="connsiteY131" fmla="*/ 5458317 h 6858000"/>
              <a:gd name="connsiteX132" fmla="*/ 9704375 w 12192002"/>
              <a:gd name="connsiteY132" fmla="*/ 5536349 h 6858000"/>
              <a:gd name="connsiteX133" fmla="*/ 9773804 w 12192002"/>
              <a:gd name="connsiteY133" fmla="*/ 5519543 h 6858000"/>
              <a:gd name="connsiteX134" fmla="*/ 10086605 w 12192002"/>
              <a:gd name="connsiteY134" fmla="*/ 5494992 h 6858000"/>
              <a:gd name="connsiteX135" fmla="*/ 10367276 w 12192002"/>
              <a:gd name="connsiteY135" fmla="*/ 5507848 h 6858000"/>
              <a:gd name="connsiteX136" fmla="*/ 10454262 w 12192002"/>
              <a:gd name="connsiteY136" fmla="*/ 5525798 h 6858000"/>
              <a:gd name="connsiteX137" fmla="*/ 10569223 w 12192002"/>
              <a:gd name="connsiteY137" fmla="*/ 5547311 h 6858000"/>
              <a:gd name="connsiteX138" fmla="*/ 10104407 w 12192002"/>
              <a:gd name="connsiteY138" fmla="*/ 5458317 h 6858000"/>
              <a:gd name="connsiteX139" fmla="*/ 6861797 w 12192002"/>
              <a:gd name="connsiteY139" fmla="*/ 5419899 h 6858000"/>
              <a:gd name="connsiteX140" fmla="*/ 6879594 w 12192002"/>
              <a:gd name="connsiteY140" fmla="*/ 5424547 h 6858000"/>
              <a:gd name="connsiteX141" fmla="*/ 7789028 w 12192002"/>
              <a:gd name="connsiteY141" fmla="*/ 6212316 h 6858000"/>
              <a:gd name="connsiteX142" fmla="*/ 8093600 w 12192002"/>
              <a:gd name="connsiteY142" fmla="*/ 6710671 h 6858000"/>
              <a:gd name="connsiteX143" fmla="*/ 8129425 w 12192002"/>
              <a:gd name="connsiteY143" fmla="*/ 6854298 h 6858000"/>
              <a:gd name="connsiteX144" fmla="*/ 8130898 w 12192002"/>
              <a:gd name="connsiteY144" fmla="*/ 6857998 h 6858000"/>
              <a:gd name="connsiteX145" fmla="*/ 7899365 w 12192002"/>
              <a:gd name="connsiteY145" fmla="*/ 6857998 h 6858000"/>
              <a:gd name="connsiteX146" fmla="*/ 7761176 w 12192002"/>
              <a:gd name="connsiteY146" fmla="*/ 6816656 h 6858000"/>
              <a:gd name="connsiteX147" fmla="*/ 7602080 w 12192002"/>
              <a:gd name="connsiteY147" fmla="*/ 6760867 h 6858000"/>
              <a:gd name="connsiteX148" fmla="*/ 7289862 w 12192002"/>
              <a:gd name="connsiteY148" fmla="*/ 6659827 h 6858000"/>
              <a:gd name="connsiteX149" fmla="*/ 7582411 w 12192002"/>
              <a:gd name="connsiteY149" fmla="*/ 6784122 h 6858000"/>
              <a:gd name="connsiteX150" fmla="*/ 7605759 w 12192002"/>
              <a:gd name="connsiteY150" fmla="*/ 6793465 h 6858000"/>
              <a:gd name="connsiteX151" fmla="*/ 7737910 w 12192002"/>
              <a:gd name="connsiteY151" fmla="*/ 6840638 h 6858000"/>
              <a:gd name="connsiteX152" fmla="*/ 7826532 w 12192002"/>
              <a:gd name="connsiteY152" fmla="*/ 6857999 h 6858000"/>
              <a:gd name="connsiteX153" fmla="*/ 7696096 w 12192002"/>
              <a:gd name="connsiteY153" fmla="*/ 6857999 h 6858000"/>
              <a:gd name="connsiteX154" fmla="*/ 7594081 w 12192002"/>
              <a:gd name="connsiteY154" fmla="*/ 6821149 h 6858000"/>
              <a:gd name="connsiteX155" fmla="*/ 7570734 w 12192002"/>
              <a:gd name="connsiteY155" fmla="*/ 6811799 h 6858000"/>
              <a:gd name="connsiteX156" fmla="*/ 7271814 w 12192002"/>
              <a:gd name="connsiteY156" fmla="*/ 6684601 h 6858000"/>
              <a:gd name="connsiteX157" fmla="*/ 7585232 w 12192002"/>
              <a:gd name="connsiteY157" fmla="*/ 6850060 h 6858000"/>
              <a:gd name="connsiteX158" fmla="*/ 7613775 w 12192002"/>
              <a:gd name="connsiteY158" fmla="*/ 6857998 h 6858000"/>
              <a:gd name="connsiteX159" fmla="*/ 7522197 w 12192002"/>
              <a:gd name="connsiteY159" fmla="*/ 6857998 h 6858000"/>
              <a:gd name="connsiteX160" fmla="*/ 7410696 w 12192002"/>
              <a:gd name="connsiteY160" fmla="*/ 6803861 h 6858000"/>
              <a:gd name="connsiteX161" fmla="*/ 7088673 w 12192002"/>
              <a:gd name="connsiteY161" fmla="*/ 6610396 h 6858000"/>
              <a:gd name="connsiteX162" fmla="*/ 7090188 w 12192002"/>
              <a:gd name="connsiteY162" fmla="*/ 6584365 h 6858000"/>
              <a:gd name="connsiteX163" fmla="*/ 7780046 w 12192002"/>
              <a:gd name="connsiteY163" fmla="*/ 6711283 h 6858000"/>
              <a:gd name="connsiteX164" fmla="*/ 7944957 w 12192002"/>
              <a:gd name="connsiteY164" fmla="*/ 6799347 h 6858000"/>
              <a:gd name="connsiteX165" fmla="*/ 7601828 w 12192002"/>
              <a:gd name="connsiteY165" fmla="*/ 6503934 h 6858000"/>
              <a:gd name="connsiteX166" fmla="*/ 7042773 w 12192002"/>
              <a:gd name="connsiteY166" fmla="*/ 5734011 h 6858000"/>
              <a:gd name="connsiteX167" fmla="*/ 6844835 w 12192002"/>
              <a:gd name="connsiteY167" fmla="*/ 5424988 h 6858000"/>
              <a:gd name="connsiteX168" fmla="*/ 6861797 w 12192002"/>
              <a:gd name="connsiteY168" fmla="*/ 5419899 h 6858000"/>
              <a:gd name="connsiteX169" fmla="*/ 1456157 w 12192002"/>
              <a:gd name="connsiteY169" fmla="*/ 5371404 h 6858000"/>
              <a:gd name="connsiteX170" fmla="*/ 1244432 w 12192002"/>
              <a:gd name="connsiteY170" fmla="*/ 5385601 h 6858000"/>
              <a:gd name="connsiteX171" fmla="*/ 973990 w 12192002"/>
              <a:gd name="connsiteY171" fmla="*/ 5424940 h 6858000"/>
              <a:gd name="connsiteX172" fmla="*/ 1103809 w 12192002"/>
              <a:gd name="connsiteY172" fmla="*/ 5433720 h 6858000"/>
              <a:gd name="connsiteX173" fmla="*/ 1123454 w 12192002"/>
              <a:gd name="connsiteY173" fmla="*/ 5435727 h 6858000"/>
              <a:gd name="connsiteX174" fmla="*/ 1737017 w 12192002"/>
              <a:gd name="connsiteY174" fmla="*/ 5452183 h 6858000"/>
              <a:gd name="connsiteX175" fmla="*/ 1824397 w 12192002"/>
              <a:gd name="connsiteY175" fmla="*/ 5447757 h 6858000"/>
              <a:gd name="connsiteX176" fmla="*/ 2070059 w 12192002"/>
              <a:gd name="connsiteY176" fmla="*/ 5441660 h 6858000"/>
              <a:gd name="connsiteX177" fmla="*/ 1456157 w 12192002"/>
              <a:gd name="connsiteY177" fmla="*/ 5371404 h 6858000"/>
              <a:gd name="connsiteX178" fmla="*/ 4988186 w 12192002"/>
              <a:gd name="connsiteY178" fmla="*/ 5216467 h 6858000"/>
              <a:gd name="connsiteX179" fmla="*/ 4777334 w 12192002"/>
              <a:gd name="connsiteY179" fmla="*/ 5406072 h 6858000"/>
              <a:gd name="connsiteX180" fmla="*/ 4718341 w 12192002"/>
              <a:gd name="connsiteY180" fmla="*/ 5468043 h 6858000"/>
              <a:gd name="connsiteX181" fmla="*/ 4604655 w 12192002"/>
              <a:gd name="connsiteY181" fmla="*/ 5583434 h 6858000"/>
              <a:gd name="connsiteX182" fmla="*/ 4565074 w 12192002"/>
              <a:gd name="connsiteY182" fmla="*/ 5618550 h 6858000"/>
              <a:gd name="connsiteX183" fmla="*/ 4988186 w 12192002"/>
              <a:gd name="connsiteY183" fmla="*/ 5216467 h 6858000"/>
              <a:gd name="connsiteX184" fmla="*/ 4978032 w 12192002"/>
              <a:gd name="connsiteY184" fmla="*/ 5183809 h 6858000"/>
              <a:gd name="connsiteX185" fmla="*/ 4463413 w 12192002"/>
              <a:gd name="connsiteY185" fmla="*/ 5615162 h 6858000"/>
              <a:gd name="connsiteX186" fmla="*/ 4358134 w 12192002"/>
              <a:gd name="connsiteY186" fmla="*/ 5742791 h 6858000"/>
              <a:gd name="connsiteX187" fmla="*/ 4376219 w 12192002"/>
              <a:gd name="connsiteY187" fmla="*/ 5729027 h 6858000"/>
              <a:gd name="connsiteX188" fmla="*/ 4582340 w 12192002"/>
              <a:gd name="connsiteY188" fmla="*/ 5561037 h 6858000"/>
              <a:gd name="connsiteX189" fmla="*/ 4694684 w 12192002"/>
              <a:gd name="connsiteY189" fmla="*/ 5447098 h 6858000"/>
              <a:gd name="connsiteX190" fmla="*/ 4754123 w 12192002"/>
              <a:gd name="connsiteY190" fmla="*/ 5384643 h 6858000"/>
              <a:gd name="connsiteX191" fmla="*/ 4978032 w 12192002"/>
              <a:gd name="connsiteY191" fmla="*/ 5183809 h 6858000"/>
              <a:gd name="connsiteX192" fmla="*/ 7427076 w 12192002"/>
              <a:gd name="connsiteY192" fmla="*/ 5142684 h 6858000"/>
              <a:gd name="connsiteX193" fmla="*/ 7485963 w 12192002"/>
              <a:gd name="connsiteY193" fmla="*/ 5174783 h 6858000"/>
              <a:gd name="connsiteX194" fmla="*/ 7719410 w 12192002"/>
              <a:gd name="connsiteY194" fmla="*/ 5357281 h 6858000"/>
              <a:gd name="connsiteX195" fmla="*/ 7907163 w 12192002"/>
              <a:gd name="connsiteY195" fmla="*/ 5546863 h 6858000"/>
              <a:gd name="connsiteX196" fmla="*/ 7956656 w 12192002"/>
              <a:gd name="connsiteY196" fmla="*/ 5615961 h 6858000"/>
              <a:gd name="connsiteX197" fmla="*/ 8023445 w 12192002"/>
              <a:gd name="connsiteY197" fmla="*/ 5705642 h 6858000"/>
              <a:gd name="connsiteX198" fmla="*/ 7754656 w 12192002"/>
              <a:gd name="connsiteY198" fmla="*/ 5341546 h 6858000"/>
              <a:gd name="connsiteX199" fmla="*/ 7427076 w 12192002"/>
              <a:gd name="connsiteY199" fmla="*/ 5142684 h 6858000"/>
              <a:gd name="connsiteX200" fmla="*/ 7312201 w 12192002"/>
              <a:gd name="connsiteY200" fmla="*/ 5128278 h 6858000"/>
              <a:gd name="connsiteX201" fmla="*/ 7343603 w 12192002"/>
              <a:gd name="connsiteY201" fmla="*/ 5149746 h 6858000"/>
              <a:gd name="connsiteX202" fmla="*/ 7791759 w 12192002"/>
              <a:gd name="connsiteY202" fmla="*/ 5515717 h 6858000"/>
              <a:gd name="connsiteX203" fmla="*/ 7825280 w 12192002"/>
              <a:gd name="connsiteY203" fmla="*/ 5551608 h 6858000"/>
              <a:gd name="connsiteX204" fmla="*/ 7982410 w 12192002"/>
              <a:gd name="connsiteY204" fmla="*/ 5702551 h 6858000"/>
              <a:gd name="connsiteX205" fmla="*/ 7932408 w 12192002"/>
              <a:gd name="connsiteY205" fmla="*/ 5632736 h 6858000"/>
              <a:gd name="connsiteX206" fmla="*/ 7883927 w 12192002"/>
              <a:gd name="connsiteY206" fmla="*/ 5565087 h 6858000"/>
              <a:gd name="connsiteX207" fmla="*/ 7699832 w 12192002"/>
              <a:gd name="connsiteY207" fmla="*/ 5379904 h 6858000"/>
              <a:gd name="connsiteX208" fmla="*/ 7470240 w 12192002"/>
              <a:gd name="connsiteY208" fmla="*/ 5200559 h 6858000"/>
              <a:gd name="connsiteX209" fmla="*/ 7312201 w 12192002"/>
              <a:gd name="connsiteY209" fmla="*/ 5128278 h 6858000"/>
              <a:gd name="connsiteX210" fmla="*/ 7244057 w 12192002"/>
              <a:gd name="connsiteY210" fmla="*/ 5124233 h 6858000"/>
              <a:gd name="connsiteX211" fmla="*/ 7353035 w 12192002"/>
              <a:gd name="connsiteY211" fmla="*/ 5197318 h 6858000"/>
              <a:gd name="connsiteX212" fmla="*/ 7981878 w 12192002"/>
              <a:gd name="connsiteY212" fmla="*/ 5738345 h 6858000"/>
              <a:gd name="connsiteX213" fmla="*/ 7804780 w 12192002"/>
              <a:gd name="connsiteY213" fmla="*/ 5572174 h 6858000"/>
              <a:gd name="connsiteX214" fmla="*/ 7771164 w 12192002"/>
              <a:gd name="connsiteY214" fmla="*/ 5536908 h 6858000"/>
              <a:gd name="connsiteX215" fmla="*/ 7327465 w 12192002"/>
              <a:gd name="connsiteY215" fmla="*/ 5174181 h 6858000"/>
              <a:gd name="connsiteX216" fmla="*/ 7244057 w 12192002"/>
              <a:gd name="connsiteY216" fmla="*/ 5124233 h 6858000"/>
              <a:gd name="connsiteX217" fmla="*/ 7133363 w 12192002"/>
              <a:gd name="connsiteY217" fmla="*/ 5050246 h 6858000"/>
              <a:gd name="connsiteX218" fmla="*/ 8128687 w 12192002"/>
              <a:gd name="connsiteY218" fmla="*/ 5790959 h 6858000"/>
              <a:gd name="connsiteX219" fmla="*/ 8497002 w 12192002"/>
              <a:gd name="connsiteY219" fmla="*/ 6204913 h 6858000"/>
              <a:gd name="connsiteX220" fmla="*/ 8514292 w 12192002"/>
              <a:gd name="connsiteY220" fmla="*/ 6015372 h 6858000"/>
              <a:gd name="connsiteX221" fmla="*/ 8491838 w 12192002"/>
              <a:gd name="connsiteY221" fmla="*/ 5336275 h 6858000"/>
              <a:gd name="connsiteX222" fmla="*/ 8605731 w 12192002"/>
              <a:gd name="connsiteY222" fmla="*/ 5600804 h 6858000"/>
              <a:gd name="connsiteX223" fmla="*/ 8594880 w 12192002"/>
              <a:gd name="connsiteY223" fmla="*/ 6039262 h 6858000"/>
              <a:gd name="connsiteX224" fmla="*/ 8494242 w 12192002"/>
              <a:gd name="connsiteY224" fmla="*/ 6792600 h 6858000"/>
              <a:gd name="connsiteX225" fmla="*/ 8794675 w 12192002"/>
              <a:gd name="connsiteY225" fmla="*/ 6590735 h 6858000"/>
              <a:gd name="connsiteX226" fmla="*/ 8800448 w 12192002"/>
              <a:gd name="connsiteY226" fmla="*/ 6581371 h 6858000"/>
              <a:gd name="connsiteX227" fmla="*/ 8788186 w 12192002"/>
              <a:gd name="connsiteY227" fmla="*/ 6572441 h 6858000"/>
              <a:gd name="connsiteX228" fmla="*/ 9137232 w 12192002"/>
              <a:gd name="connsiteY228" fmla="*/ 5665639 h 6858000"/>
              <a:gd name="connsiteX229" fmla="*/ 9216765 w 12192002"/>
              <a:gd name="connsiteY229" fmla="*/ 5696416 h 6858000"/>
              <a:gd name="connsiteX230" fmla="*/ 8969849 w 12192002"/>
              <a:gd name="connsiteY230" fmla="*/ 6466405 h 6858000"/>
              <a:gd name="connsiteX231" fmla="*/ 9706237 w 12192002"/>
              <a:gd name="connsiteY231" fmla="*/ 6419148 h 6858000"/>
              <a:gd name="connsiteX232" fmla="*/ 10110375 w 12192002"/>
              <a:gd name="connsiteY232" fmla="*/ 6563116 h 6858000"/>
              <a:gd name="connsiteX233" fmla="*/ 10096281 w 12192002"/>
              <a:gd name="connsiteY233" fmla="*/ 6578254 h 6858000"/>
              <a:gd name="connsiteX234" fmla="*/ 9067672 w 12192002"/>
              <a:gd name="connsiteY234" fmla="*/ 6648608 h 6858000"/>
              <a:gd name="connsiteX235" fmla="*/ 8859441 w 12192002"/>
              <a:gd name="connsiteY235" fmla="*/ 6641028 h 6858000"/>
              <a:gd name="connsiteX236" fmla="*/ 8857528 w 12192002"/>
              <a:gd name="connsiteY236" fmla="*/ 6641375 h 6858000"/>
              <a:gd name="connsiteX237" fmla="*/ 8848579 w 12192002"/>
              <a:gd name="connsiteY237" fmla="*/ 6643204 h 6858000"/>
              <a:gd name="connsiteX238" fmla="*/ 8576285 w 12192002"/>
              <a:gd name="connsiteY238" fmla="*/ 6824788 h 6858000"/>
              <a:gd name="connsiteX239" fmla="*/ 8519159 w 12192002"/>
              <a:gd name="connsiteY239" fmla="*/ 6857998 h 6858000"/>
              <a:gd name="connsiteX240" fmla="*/ 8393540 w 12192002"/>
              <a:gd name="connsiteY240" fmla="*/ 6857998 h 6858000"/>
              <a:gd name="connsiteX241" fmla="*/ 8417346 w 12192002"/>
              <a:gd name="connsiteY241" fmla="*/ 6745652 h 6858000"/>
              <a:gd name="connsiteX242" fmla="*/ 8485502 w 12192002"/>
              <a:gd name="connsiteY242" fmla="*/ 6308216 h 6858000"/>
              <a:gd name="connsiteX243" fmla="*/ 8480214 w 12192002"/>
              <a:gd name="connsiteY243" fmla="*/ 6302278 h 6858000"/>
              <a:gd name="connsiteX244" fmla="*/ 8112215 w 12192002"/>
              <a:gd name="connsiteY244" fmla="*/ 5837768 h 6858000"/>
              <a:gd name="connsiteX245" fmla="*/ 8095146 w 12192002"/>
              <a:gd name="connsiteY245" fmla="*/ 5831943 h 6858000"/>
              <a:gd name="connsiteX246" fmla="*/ 7131946 w 12192002"/>
              <a:gd name="connsiteY246" fmla="*/ 5075653 h 6858000"/>
              <a:gd name="connsiteX247" fmla="*/ 7133363 w 12192002"/>
              <a:gd name="connsiteY247" fmla="*/ 5050246 h 6858000"/>
              <a:gd name="connsiteX248" fmla="*/ 1903353 w 12192002"/>
              <a:gd name="connsiteY248" fmla="*/ 5044827 h 6858000"/>
              <a:gd name="connsiteX249" fmla="*/ 1936931 w 12192002"/>
              <a:gd name="connsiteY249" fmla="*/ 5093954 h 6858000"/>
              <a:gd name="connsiteX250" fmla="*/ 2195868 w 12192002"/>
              <a:gd name="connsiteY250" fmla="*/ 5396574 h 6858000"/>
              <a:gd name="connsiteX251" fmla="*/ 2088852 w 12192002"/>
              <a:gd name="connsiteY251" fmla="*/ 5166123 h 6858000"/>
              <a:gd name="connsiteX252" fmla="*/ 1958241 w 12192002"/>
              <a:gd name="connsiteY252" fmla="*/ 5067955 h 6858000"/>
              <a:gd name="connsiteX253" fmla="*/ 1903353 w 12192002"/>
              <a:gd name="connsiteY253" fmla="*/ 5044827 h 6858000"/>
              <a:gd name="connsiteX254" fmla="*/ 11544294 w 12192002"/>
              <a:gd name="connsiteY254" fmla="*/ 4944364 h 6858000"/>
              <a:gd name="connsiteX255" fmla="*/ 11755210 w 12192002"/>
              <a:gd name="connsiteY255" fmla="*/ 5588157 h 6858000"/>
              <a:gd name="connsiteX256" fmla="*/ 11544294 w 12192002"/>
              <a:gd name="connsiteY256" fmla="*/ 4944364 h 6858000"/>
              <a:gd name="connsiteX257" fmla="*/ 11571408 w 12192002"/>
              <a:gd name="connsiteY257" fmla="*/ 4918599 h 6858000"/>
              <a:gd name="connsiteX258" fmla="*/ 11778250 w 12192002"/>
              <a:gd name="connsiteY258" fmla="*/ 5565760 h 6858000"/>
              <a:gd name="connsiteX259" fmla="*/ 11571408 w 12192002"/>
              <a:gd name="connsiteY259" fmla="*/ 4918599 h 6858000"/>
              <a:gd name="connsiteX260" fmla="*/ 11540154 w 12192002"/>
              <a:gd name="connsiteY260" fmla="*/ 4867303 h 6858000"/>
              <a:gd name="connsiteX261" fmla="*/ 11540380 w 12192002"/>
              <a:gd name="connsiteY261" fmla="*/ 4872526 h 6858000"/>
              <a:gd name="connsiteX262" fmla="*/ 11542590 w 12192002"/>
              <a:gd name="connsiteY262" fmla="*/ 4871112 h 6858000"/>
              <a:gd name="connsiteX263" fmla="*/ 10567662 w 12192002"/>
              <a:gd name="connsiteY263" fmla="*/ 4866948 h 6858000"/>
              <a:gd name="connsiteX264" fmla="*/ 10431225 w 12192002"/>
              <a:gd name="connsiteY264" fmla="*/ 4877568 h 6858000"/>
              <a:gd name="connsiteX265" fmla="*/ 10277556 w 12192002"/>
              <a:gd name="connsiteY265" fmla="*/ 4889247 h 6858000"/>
              <a:gd name="connsiteX266" fmla="*/ 10155875 w 12192002"/>
              <a:gd name="connsiteY266" fmla="*/ 4882769 h 6858000"/>
              <a:gd name="connsiteX267" fmla="*/ 10072733 w 12192002"/>
              <a:gd name="connsiteY267" fmla="*/ 4876924 h 6858000"/>
              <a:gd name="connsiteX268" fmla="*/ 9882500 w 12192002"/>
              <a:gd name="connsiteY268" fmla="*/ 4881330 h 6858000"/>
              <a:gd name="connsiteX269" fmla="*/ 9685205 w 12192002"/>
              <a:gd name="connsiteY269" fmla="*/ 4885650 h 6858000"/>
              <a:gd name="connsiteX270" fmla="*/ 9666932 w 12192002"/>
              <a:gd name="connsiteY270" fmla="*/ 4885075 h 6858000"/>
              <a:gd name="connsiteX271" fmla="*/ 9608662 w 12192002"/>
              <a:gd name="connsiteY271" fmla="*/ 4884027 h 6858000"/>
              <a:gd name="connsiteX272" fmla="*/ 10026230 w 12192002"/>
              <a:gd name="connsiteY272" fmla="*/ 4938088 h 6858000"/>
              <a:gd name="connsiteX273" fmla="*/ 10567662 w 12192002"/>
              <a:gd name="connsiteY273" fmla="*/ 4866948 h 6858000"/>
              <a:gd name="connsiteX274" fmla="*/ 10221015 w 12192002"/>
              <a:gd name="connsiteY274" fmla="*/ 4783657 h 6858000"/>
              <a:gd name="connsiteX275" fmla="*/ 10107121 w 12192002"/>
              <a:gd name="connsiteY275" fmla="*/ 4785091 h 6858000"/>
              <a:gd name="connsiteX276" fmla="*/ 9660668 w 12192002"/>
              <a:gd name="connsiteY276" fmla="*/ 4854595 h 6858000"/>
              <a:gd name="connsiteX277" fmla="*/ 9669531 w 12192002"/>
              <a:gd name="connsiteY277" fmla="*/ 4855057 h 6858000"/>
              <a:gd name="connsiteX278" fmla="*/ 9687254 w 12192002"/>
              <a:gd name="connsiteY278" fmla="*/ 4855986 h 6858000"/>
              <a:gd name="connsiteX279" fmla="*/ 9881290 w 12192002"/>
              <a:gd name="connsiteY279" fmla="*/ 4851445 h 6858000"/>
              <a:gd name="connsiteX280" fmla="*/ 10074432 w 12192002"/>
              <a:gd name="connsiteY280" fmla="*/ 4846715 h 6858000"/>
              <a:gd name="connsiteX281" fmla="*/ 10159369 w 12192002"/>
              <a:gd name="connsiteY281" fmla="*/ 4852935 h 6858000"/>
              <a:gd name="connsiteX282" fmla="*/ 10278706 w 12192002"/>
              <a:gd name="connsiteY282" fmla="*/ 4859393 h 6858000"/>
              <a:gd name="connsiteX283" fmla="*/ 10429120 w 12192002"/>
              <a:gd name="connsiteY283" fmla="*/ 4847493 h 6858000"/>
              <a:gd name="connsiteX284" fmla="*/ 10538565 w 12192002"/>
              <a:gd name="connsiteY284" fmla="*/ 4837270 h 6858000"/>
              <a:gd name="connsiteX285" fmla="*/ 10221015 w 12192002"/>
              <a:gd name="connsiteY285" fmla="*/ 4783657 h 6858000"/>
              <a:gd name="connsiteX286" fmla="*/ 1979378 w 12192002"/>
              <a:gd name="connsiteY286" fmla="*/ 4769504 h 6858000"/>
              <a:gd name="connsiteX287" fmla="*/ 2882120 w 12192002"/>
              <a:gd name="connsiteY287" fmla="*/ 5064547 h 6858000"/>
              <a:gd name="connsiteX288" fmla="*/ 2793103 w 12192002"/>
              <a:gd name="connsiteY288" fmla="*/ 5039699 h 6858000"/>
              <a:gd name="connsiteX289" fmla="*/ 2770041 w 12192002"/>
              <a:gd name="connsiteY289" fmla="*/ 5033634 h 6858000"/>
              <a:gd name="connsiteX290" fmla="*/ 1979378 w 12192002"/>
              <a:gd name="connsiteY290" fmla="*/ 4769504 h 6858000"/>
              <a:gd name="connsiteX291" fmla="*/ 1927410 w 12192002"/>
              <a:gd name="connsiteY291" fmla="*/ 4716164 h 6858000"/>
              <a:gd name="connsiteX292" fmla="*/ 1959587 w 12192002"/>
              <a:gd name="connsiteY292" fmla="*/ 4728849 h 6858000"/>
              <a:gd name="connsiteX293" fmla="*/ 2777707 w 12192002"/>
              <a:gd name="connsiteY293" fmla="*/ 5003991 h 6858000"/>
              <a:gd name="connsiteX294" fmla="*/ 2800768 w 12192002"/>
              <a:gd name="connsiteY294" fmla="*/ 5010056 h 6858000"/>
              <a:gd name="connsiteX295" fmla="*/ 2879408 w 12192002"/>
              <a:gd name="connsiteY295" fmla="*/ 5031590 h 6858000"/>
              <a:gd name="connsiteX296" fmla="*/ 2862295 w 12192002"/>
              <a:gd name="connsiteY296" fmla="*/ 5022958 h 6858000"/>
              <a:gd name="connsiteX297" fmla="*/ 2813343 w 12192002"/>
              <a:gd name="connsiteY297" fmla="*/ 4998369 h 6858000"/>
              <a:gd name="connsiteX298" fmla="*/ 2646245 w 12192002"/>
              <a:gd name="connsiteY298" fmla="*/ 4930999 h 6858000"/>
              <a:gd name="connsiteX299" fmla="*/ 1999243 w 12192002"/>
              <a:gd name="connsiteY299" fmla="*/ 4730524 h 6858000"/>
              <a:gd name="connsiteX300" fmla="*/ 1979527 w 12192002"/>
              <a:gd name="connsiteY300" fmla="*/ 4726651 h 6858000"/>
              <a:gd name="connsiteX301" fmla="*/ 1997014 w 12192002"/>
              <a:gd name="connsiteY301" fmla="*/ 4698007 h 6858000"/>
              <a:gd name="connsiteX302" fmla="*/ 2005458 w 12192002"/>
              <a:gd name="connsiteY302" fmla="*/ 4699540 h 6858000"/>
              <a:gd name="connsiteX303" fmla="*/ 2657186 w 12192002"/>
              <a:gd name="connsiteY303" fmla="*/ 4901687 h 6858000"/>
              <a:gd name="connsiteX304" fmla="*/ 2826662 w 12192002"/>
              <a:gd name="connsiteY304" fmla="*/ 4970362 h 6858000"/>
              <a:gd name="connsiteX305" fmla="*/ 2876100 w 12192002"/>
              <a:gd name="connsiteY305" fmla="*/ 4995397 h 6858000"/>
              <a:gd name="connsiteX306" fmla="*/ 3042600 w 12192002"/>
              <a:gd name="connsiteY306" fmla="*/ 5059532 h 6858000"/>
              <a:gd name="connsiteX307" fmla="*/ 1997014 w 12192002"/>
              <a:gd name="connsiteY307" fmla="*/ 4698007 h 6858000"/>
              <a:gd name="connsiteX308" fmla="*/ 9857254 w 12192002"/>
              <a:gd name="connsiteY308" fmla="*/ 4275904 h 6858000"/>
              <a:gd name="connsiteX309" fmla="*/ 8989866 w 12192002"/>
              <a:gd name="connsiteY309" fmla="*/ 4472742 h 6858000"/>
              <a:gd name="connsiteX310" fmla="*/ 8931614 w 12192002"/>
              <a:gd name="connsiteY310" fmla="*/ 4498508 h 6858000"/>
              <a:gd name="connsiteX311" fmla="*/ 8843711 w 12192002"/>
              <a:gd name="connsiteY311" fmla="*/ 4536334 h 6858000"/>
              <a:gd name="connsiteX312" fmla="*/ 8966093 w 12192002"/>
              <a:gd name="connsiteY312" fmla="*/ 4502509 h 6858000"/>
              <a:gd name="connsiteX313" fmla="*/ 9299227 w 12192002"/>
              <a:gd name="connsiteY313" fmla="*/ 4454994 h 6858000"/>
              <a:gd name="connsiteX314" fmla="*/ 9857254 w 12192002"/>
              <a:gd name="connsiteY314" fmla="*/ 4275904 h 6858000"/>
              <a:gd name="connsiteX315" fmla="*/ 9615182 w 12192002"/>
              <a:gd name="connsiteY315" fmla="*/ 4220499 h 6858000"/>
              <a:gd name="connsiteX316" fmla="*/ 9023688 w 12192002"/>
              <a:gd name="connsiteY316" fmla="*/ 4425819 h 6858000"/>
              <a:gd name="connsiteX317" fmla="*/ 9814527 w 12192002"/>
              <a:gd name="connsiteY317" fmla="*/ 4248048 h 6858000"/>
              <a:gd name="connsiteX318" fmla="*/ 9615182 w 12192002"/>
              <a:gd name="connsiteY318" fmla="*/ 4220499 h 6858000"/>
              <a:gd name="connsiteX319" fmla="*/ 2305292 w 12192002"/>
              <a:gd name="connsiteY319" fmla="*/ 4219492 h 6858000"/>
              <a:gd name="connsiteX320" fmla="*/ 3360922 w 12192002"/>
              <a:gd name="connsiteY320" fmla="*/ 4529373 h 6858000"/>
              <a:gd name="connsiteX321" fmla="*/ 3492420 w 12192002"/>
              <a:gd name="connsiteY321" fmla="*/ 4510145 h 6858000"/>
              <a:gd name="connsiteX322" fmla="*/ 3364086 w 12192002"/>
              <a:gd name="connsiteY322" fmla="*/ 4480340 h 6858000"/>
              <a:gd name="connsiteX323" fmla="*/ 3225818 w 12192002"/>
              <a:gd name="connsiteY323" fmla="*/ 4411822 h 6858000"/>
              <a:gd name="connsiteX324" fmla="*/ 3129696 w 12192002"/>
              <a:gd name="connsiteY324" fmla="*/ 4360704 h 6858000"/>
              <a:gd name="connsiteX325" fmla="*/ 2814545 w 12192002"/>
              <a:gd name="connsiteY325" fmla="*/ 4282955 h 6858000"/>
              <a:gd name="connsiteX326" fmla="*/ 2305292 w 12192002"/>
              <a:gd name="connsiteY326" fmla="*/ 4219492 h 6858000"/>
              <a:gd name="connsiteX327" fmla="*/ 2626982 w 12192002"/>
              <a:gd name="connsiteY327" fmla="*/ 4206450 h 6858000"/>
              <a:gd name="connsiteX328" fmla="*/ 2490617 w 12192002"/>
              <a:gd name="connsiteY328" fmla="*/ 4206951 h 6858000"/>
              <a:gd name="connsiteX329" fmla="*/ 2819869 w 12192002"/>
              <a:gd name="connsiteY329" fmla="*/ 4252936 h 6858000"/>
              <a:gd name="connsiteX330" fmla="*/ 3143018 w 12192002"/>
              <a:gd name="connsiteY330" fmla="*/ 4332698 h 6858000"/>
              <a:gd name="connsiteX331" fmla="*/ 3241520 w 12192002"/>
              <a:gd name="connsiteY331" fmla="*/ 4385112 h 6858000"/>
              <a:gd name="connsiteX332" fmla="*/ 3374575 w 12192002"/>
              <a:gd name="connsiteY332" fmla="*/ 4451517 h 6858000"/>
              <a:gd name="connsiteX333" fmla="*/ 3505221 w 12192002"/>
              <a:gd name="connsiteY333" fmla="*/ 4480757 h 6858000"/>
              <a:gd name="connsiteX334" fmla="*/ 2626982 w 12192002"/>
              <a:gd name="connsiteY334" fmla="*/ 4206450 h 6858000"/>
              <a:gd name="connsiteX335" fmla="*/ 9258094 w 12192002"/>
              <a:gd name="connsiteY335" fmla="*/ 3958602 h 6858000"/>
              <a:gd name="connsiteX336" fmla="*/ 8526712 w 12192002"/>
              <a:gd name="connsiteY336" fmla="*/ 4119804 h 6858000"/>
              <a:gd name="connsiteX337" fmla="*/ 9258094 w 12192002"/>
              <a:gd name="connsiteY337" fmla="*/ 3958602 h 6858000"/>
              <a:gd name="connsiteX338" fmla="*/ 1310106 w 12192002"/>
              <a:gd name="connsiteY338" fmla="*/ 3943217 h 6858000"/>
              <a:gd name="connsiteX339" fmla="*/ 854994 w 12192002"/>
              <a:gd name="connsiteY339" fmla="*/ 4399136 h 6858000"/>
              <a:gd name="connsiteX340" fmla="*/ 742462 w 12192002"/>
              <a:gd name="connsiteY340" fmla="*/ 4594648 h 6858000"/>
              <a:gd name="connsiteX341" fmla="*/ 820602 w 12192002"/>
              <a:gd name="connsiteY341" fmla="*/ 4485915 h 6858000"/>
              <a:gd name="connsiteX342" fmla="*/ 878295 w 12192002"/>
              <a:gd name="connsiteY342" fmla="*/ 4403594 h 6858000"/>
              <a:gd name="connsiteX343" fmla="*/ 1240607 w 12192002"/>
              <a:gd name="connsiteY343" fmla="*/ 4010401 h 6858000"/>
              <a:gd name="connsiteX344" fmla="*/ 11225213 w 12192002"/>
              <a:gd name="connsiteY344" fmla="*/ 3936722 h 6858000"/>
              <a:gd name="connsiteX345" fmla="*/ 11182914 w 12192002"/>
              <a:gd name="connsiteY345" fmla="*/ 4196771 h 6858000"/>
              <a:gd name="connsiteX346" fmla="*/ 11099211 w 12192002"/>
              <a:gd name="connsiteY346" fmla="*/ 4613594 h 6858000"/>
              <a:gd name="connsiteX347" fmla="*/ 11064509 w 12192002"/>
              <a:gd name="connsiteY347" fmla="*/ 4707830 h 6858000"/>
              <a:gd name="connsiteX348" fmla="*/ 11049349 w 12192002"/>
              <a:gd name="connsiteY348" fmla="*/ 4747418 h 6858000"/>
              <a:gd name="connsiteX349" fmla="*/ 10978260 w 12192002"/>
              <a:gd name="connsiteY349" fmla="*/ 4966094 h 6858000"/>
              <a:gd name="connsiteX350" fmla="*/ 11225213 w 12192002"/>
              <a:gd name="connsiteY350" fmla="*/ 3936722 h 6858000"/>
              <a:gd name="connsiteX351" fmla="*/ 9168987 w 12192002"/>
              <a:gd name="connsiteY351" fmla="*/ 3919232 h 6858000"/>
              <a:gd name="connsiteX352" fmla="*/ 8603910 w 12192002"/>
              <a:gd name="connsiteY352" fmla="*/ 4068895 h 6858000"/>
              <a:gd name="connsiteX353" fmla="*/ 9252382 w 12192002"/>
              <a:gd name="connsiteY353" fmla="*/ 3927759 h 6858000"/>
              <a:gd name="connsiteX354" fmla="*/ 9168987 w 12192002"/>
              <a:gd name="connsiteY354" fmla="*/ 3919232 h 6858000"/>
              <a:gd name="connsiteX355" fmla="*/ 11201005 w 12192002"/>
              <a:gd name="connsiteY355" fmla="*/ 3900089 h 6858000"/>
              <a:gd name="connsiteX356" fmla="*/ 10968432 w 12192002"/>
              <a:gd name="connsiteY356" fmla="*/ 4885010 h 6858000"/>
              <a:gd name="connsiteX357" fmla="*/ 11019967 w 12192002"/>
              <a:gd name="connsiteY357" fmla="*/ 4735553 h 6858000"/>
              <a:gd name="connsiteX358" fmla="*/ 11035125 w 12192002"/>
              <a:gd name="connsiteY358" fmla="*/ 4695966 h 6858000"/>
              <a:gd name="connsiteX359" fmla="*/ 11069972 w 12192002"/>
              <a:gd name="connsiteY359" fmla="*/ 4603168 h 6858000"/>
              <a:gd name="connsiteX360" fmla="*/ 11152239 w 12192002"/>
              <a:gd name="connsiteY360" fmla="*/ 4192628 h 6858000"/>
              <a:gd name="connsiteX361" fmla="*/ 11201005 w 12192002"/>
              <a:gd name="connsiteY361" fmla="*/ 3900089 h 6858000"/>
              <a:gd name="connsiteX362" fmla="*/ 1423113 w 12192002"/>
              <a:gd name="connsiteY362" fmla="*/ 3874565 h 6858000"/>
              <a:gd name="connsiteX363" fmla="*/ 1260565 w 12192002"/>
              <a:gd name="connsiteY363" fmla="*/ 4031982 h 6858000"/>
              <a:gd name="connsiteX364" fmla="*/ 901900 w 12192002"/>
              <a:gd name="connsiteY364" fmla="*/ 4421236 h 6858000"/>
              <a:gd name="connsiteX365" fmla="*/ 845044 w 12192002"/>
              <a:gd name="connsiteY365" fmla="*/ 4502436 h 6858000"/>
              <a:gd name="connsiteX366" fmla="*/ 685926 w 12192002"/>
              <a:gd name="connsiteY366" fmla="*/ 4703069 h 6858000"/>
              <a:gd name="connsiteX367" fmla="*/ 684248 w 12192002"/>
              <a:gd name="connsiteY367" fmla="*/ 4706721 h 6858000"/>
              <a:gd name="connsiteX368" fmla="*/ 1423113 w 12192002"/>
              <a:gd name="connsiteY368" fmla="*/ 3874565 h 6858000"/>
              <a:gd name="connsiteX369" fmla="*/ 3316479 w 12192002"/>
              <a:gd name="connsiteY369" fmla="*/ 3872136 h 6858000"/>
              <a:gd name="connsiteX370" fmla="*/ 3546806 w 12192002"/>
              <a:gd name="connsiteY370" fmla="*/ 4356139 h 6858000"/>
              <a:gd name="connsiteX371" fmla="*/ 3364433 w 12192002"/>
              <a:gd name="connsiteY371" fmla="*/ 3953121 h 6858000"/>
              <a:gd name="connsiteX372" fmla="*/ 10268559 w 12192002"/>
              <a:gd name="connsiteY372" fmla="*/ 3871054 h 6858000"/>
              <a:gd name="connsiteX373" fmla="*/ 10494169 w 12192002"/>
              <a:gd name="connsiteY373" fmla="*/ 4520780 h 6858000"/>
              <a:gd name="connsiteX374" fmla="*/ 10356661 w 12192002"/>
              <a:gd name="connsiteY374" fmla="*/ 4157302 h 6858000"/>
              <a:gd name="connsiteX375" fmla="*/ 10268559 w 12192002"/>
              <a:gd name="connsiteY375" fmla="*/ 3871054 h 6858000"/>
              <a:gd name="connsiteX376" fmla="*/ 3291335 w 12192002"/>
              <a:gd name="connsiteY376" fmla="*/ 3767420 h 6858000"/>
              <a:gd name="connsiteX377" fmla="*/ 3390805 w 12192002"/>
              <a:gd name="connsiteY377" fmla="*/ 3937163 h 6858000"/>
              <a:gd name="connsiteX378" fmla="*/ 3579062 w 12192002"/>
              <a:gd name="connsiteY378" fmla="*/ 4359040 h 6858000"/>
              <a:gd name="connsiteX379" fmla="*/ 3467355 w 12192002"/>
              <a:gd name="connsiteY379" fmla="*/ 3988130 h 6858000"/>
              <a:gd name="connsiteX380" fmla="*/ 3310753 w 12192002"/>
              <a:gd name="connsiteY380" fmla="*/ 3787140 h 6858000"/>
              <a:gd name="connsiteX381" fmla="*/ 3291335 w 12192002"/>
              <a:gd name="connsiteY381" fmla="*/ 3767420 h 6858000"/>
              <a:gd name="connsiteX382" fmla="*/ 1635889 w 12192002"/>
              <a:gd name="connsiteY382" fmla="*/ 3709494 h 6858000"/>
              <a:gd name="connsiteX383" fmla="*/ 1634800 w 12192002"/>
              <a:gd name="connsiteY383" fmla="*/ 3731111 h 6858000"/>
              <a:gd name="connsiteX384" fmla="*/ 1635889 w 12192002"/>
              <a:gd name="connsiteY384" fmla="*/ 3709494 h 6858000"/>
              <a:gd name="connsiteX385" fmla="*/ 10277529 w 12192002"/>
              <a:gd name="connsiteY385" fmla="*/ 3701307 h 6858000"/>
              <a:gd name="connsiteX386" fmla="*/ 10276797 w 12192002"/>
              <a:gd name="connsiteY386" fmla="*/ 3708672 h 6858000"/>
              <a:gd name="connsiteX387" fmla="*/ 10385906 w 12192002"/>
              <a:gd name="connsiteY387" fmla="*/ 4147031 h 6858000"/>
              <a:gd name="connsiteX388" fmla="*/ 10536458 w 12192002"/>
              <a:gd name="connsiteY388" fmla="*/ 4544310 h 6858000"/>
              <a:gd name="connsiteX389" fmla="*/ 10436479 w 12192002"/>
              <a:gd name="connsiteY389" fmla="*/ 4144570 h 6858000"/>
              <a:gd name="connsiteX390" fmla="*/ 10277529 w 12192002"/>
              <a:gd name="connsiteY390" fmla="*/ 3701307 h 6858000"/>
              <a:gd name="connsiteX391" fmla="*/ 1510397 w 12192002"/>
              <a:gd name="connsiteY391" fmla="*/ 3684705 h 6858000"/>
              <a:gd name="connsiteX392" fmla="*/ 1146550 w 12192002"/>
              <a:gd name="connsiteY392" fmla="*/ 3802012 h 6858000"/>
              <a:gd name="connsiteX393" fmla="*/ 698834 w 12192002"/>
              <a:gd name="connsiteY393" fmla="*/ 3952272 h 6858000"/>
              <a:gd name="connsiteX394" fmla="*/ 34256 w 12192002"/>
              <a:gd name="connsiteY394" fmla="*/ 4347603 h 6858000"/>
              <a:gd name="connsiteX395" fmla="*/ 527241 w 12192002"/>
              <a:gd name="connsiteY395" fmla="*/ 4065078 h 6858000"/>
              <a:gd name="connsiteX396" fmla="*/ 1510397 w 12192002"/>
              <a:gd name="connsiteY396" fmla="*/ 3684705 h 6858000"/>
              <a:gd name="connsiteX397" fmla="*/ 1313114 w 12192002"/>
              <a:gd name="connsiteY397" fmla="*/ 3655216 h 6858000"/>
              <a:gd name="connsiteX398" fmla="*/ 1109304 w 12192002"/>
              <a:gd name="connsiteY398" fmla="*/ 3669030 h 6858000"/>
              <a:gd name="connsiteX399" fmla="*/ 8129 w 12192002"/>
              <a:gd name="connsiteY399" fmla="*/ 4330519 h 6858000"/>
              <a:gd name="connsiteX400" fmla="*/ 687572 w 12192002"/>
              <a:gd name="connsiteY400" fmla="*/ 3925629 h 6858000"/>
              <a:gd name="connsiteX401" fmla="*/ 1138365 w 12192002"/>
              <a:gd name="connsiteY401" fmla="*/ 3774515 h 6858000"/>
              <a:gd name="connsiteX402" fmla="*/ 1505579 w 12192002"/>
              <a:gd name="connsiteY402" fmla="*/ 3655526 h 6858000"/>
              <a:gd name="connsiteX403" fmla="*/ 1313114 w 12192002"/>
              <a:gd name="connsiteY403" fmla="*/ 3655216 h 6858000"/>
              <a:gd name="connsiteX404" fmla="*/ 3655073 w 12192002"/>
              <a:gd name="connsiteY404" fmla="*/ 3650884 h 6858000"/>
              <a:gd name="connsiteX405" fmla="*/ 3989938 w 12192002"/>
              <a:gd name="connsiteY405" fmla="*/ 3991685 h 6858000"/>
              <a:gd name="connsiteX406" fmla="*/ 4393907 w 12192002"/>
              <a:gd name="connsiteY406" fmla="*/ 4261258 h 6858000"/>
              <a:gd name="connsiteX407" fmla="*/ 4648051 w 12192002"/>
              <a:gd name="connsiteY407" fmla="*/ 4374051 h 6858000"/>
              <a:gd name="connsiteX408" fmla="*/ 4383389 w 12192002"/>
              <a:gd name="connsiteY408" fmla="*/ 4184369 h 6858000"/>
              <a:gd name="connsiteX409" fmla="*/ 4165508 w 12192002"/>
              <a:gd name="connsiteY409" fmla="*/ 4035196 h 6858000"/>
              <a:gd name="connsiteX410" fmla="*/ 4068162 w 12192002"/>
              <a:gd name="connsiteY410" fmla="*/ 3953394 h 6858000"/>
              <a:gd name="connsiteX411" fmla="*/ 3981416 w 12192002"/>
              <a:gd name="connsiteY411" fmla="*/ 3880482 h 6858000"/>
              <a:gd name="connsiteX412" fmla="*/ 3800147 w 12192002"/>
              <a:gd name="connsiteY412" fmla="*/ 3749872 h 6858000"/>
              <a:gd name="connsiteX413" fmla="*/ 3670252 w 12192002"/>
              <a:gd name="connsiteY413" fmla="*/ 3622798 h 6858000"/>
              <a:gd name="connsiteX414" fmla="*/ 3817258 w 12192002"/>
              <a:gd name="connsiteY414" fmla="*/ 3723577 h 6858000"/>
              <a:gd name="connsiteX415" fmla="*/ 4000461 w 12192002"/>
              <a:gd name="connsiteY415" fmla="*/ 3855966 h 6858000"/>
              <a:gd name="connsiteX416" fmla="*/ 4088180 w 12192002"/>
              <a:gd name="connsiteY416" fmla="*/ 3929774 h 6858000"/>
              <a:gd name="connsiteX417" fmla="*/ 4184555 w 12192002"/>
              <a:gd name="connsiteY417" fmla="*/ 4010683 h 6858000"/>
              <a:gd name="connsiteX418" fmla="*/ 4399563 w 12192002"/>
              <a:gd name="connsiteY418" fmla="*/ 4158106 h 6858000"/>
              <a:gd name="connsiteX419" fmla="*/ 4684469 w 12192002"/>
              <a:gd name="connsiteY419" fmla="*/ 4364680 h 6858000"/>
              <a:gd name="connsiteX420" fmla="*/ 4690271 w 12192002"/>
              <a:gd name="connsiteY420" fmla="*/ 4370034 h 6858000"/>
              <a:gd name="connsiteX421" fmla="*/ 4136093 w 12192002"/>
              <a:gd name="connsiteY421" fmla="*/ 3858466 h 6858000"/>
              <a:gd name="connsiteX422" fmla="*/ 3670252 w 12192002"/>
              <a:gd name="connsiteY422" fmla="*/ 3622798 h 6858000"/>
              <a:gd name="connsiteX423" fmla="*/ 9334796 w 12192002"/>
              <a:gd name="connsiteY423" fmla="*/ 3456584 h 6858000"/>
              <a:gd name="connsiteX424" fmla="*/ 9651570 w 12192002"/>
              <a:gd name="connsiteY424" fmla="*/ 3826505 h 6858000"/>
              <a:gd name="connsiteX425" fmla="*/ 9334796 w 12192002"/>
              <a:gd name="connsiteY425" fmla="*/ 3456584 h 6858000"/>
              <a:gd name="connsiteX426" fmla="*/ 4440129 w 12192002"/>
              <a:gd name="connsiteY426" fmla="*/ 3448571 h 6858000"/>
              <a:gd name="connsiteX427" fmla="*/ 4856525 w 12192002"/>
              <a:gd name="connsiteY427" fmla="*/ 3915351 h 6858000"/>
              <a:gd name="connsiteX428" fmla="*/ 5059055 w 12192002"/>
              <a:gd name="connsiteY428" fmla="*/ 4108918 h 6858000"/>
              <a:gd name="connsiteX429" fmla="*/ 5290070 w 12192002"/>
              <a:gd name="connsiteY429" fmla="*/ 4263619 h 6858000"/>
              <a:gd name="connsiteX430" fmla="*/ 4834991 w 12192002"/>
              <a:gd name="connsiteY430" fmla="*/ 3830985 h 6858000"/>
              <a:gd name="connsiteX431" fmla="*/ 4440129 w 12192002"/>
              <a:gd name="connsiteY431" fmla="*/ 3448571 h 6858000"/>
              <a:gd name="connsiteX432" fmla="*/ 4441737 w 12192002"/>
              <a:gd name="connsiteY432" fmla="*/ 3399734 h 6858000"/>
              <a:gd name="connsiteX433" fmla="*/ 4431236 w 12192002"/>
              <a:gd name="connsiteY433" fmla="*/ 3400954 h 6858000"/>
              <a:gd name="connsiteX434" fmla="*/ 4557150 w 12192002"/>
              <a:gd name="connsiteY434" fmla="*/ 3510023 h 6858000"/>
              <a:gd name="connsiteX435" fmla="*/ 4856936 w 12192002"/>
              <a:gd name="connsiteY435" fmla="*/ 3809146 h 6858000"/>
              <a:gd name="connsiteX436" fmla="*/ 5111996 w 12192002"/>
              <a:gd name="connsiteY436" fmla="*/ 4065759 h 6858000"/>
              <a:gd name="connsiteX437" fmla="*/ 5388877 w 12192002"/>
              <a:gd name="connsiteY437" fmla="*/ 4300185 h 6858000"/>
              <a:gd name="connsiteX438" fmla="*/ 5425556 w 12192002"/>
              <a:gd name="connsiteY438" fmla="*/ 4308967 h 6858000"/>
              <a:gd name="connsiteX439" fmla="*/ 4943646 w 12192002"/>
              <a:gd name="connsiteY439" fmla="*/ 3822916 h 6858000"/>
              <a:gd name="connsiteX440" fmla="*/ 4594837 w 12192002"/>
              <a:gd name="connsiteY440" fmla="*/ 3532274 h 6858000"/>
              <a:gd name="connsiteX441" fmla="*/ 4441737 w 12192002"/>
              <a:gd name="connsiteY441" fmla="*/ 3399734 h 6858000"/>
              <a:gd name="connsiteX442" fmla="*/ 5425834 w 12192002"/>
              <a:gd name="connsiteY442" fmla="*/ 3162785 h 6858000"/>
              <a:gd name="connsiteX443" fmla="*/ 5401644 w 12192002"/>
              <a:gd name="connsiteY443" fmla="*/ 3617847 h 6858000"/>
              <a:gd name="connsiteX444" fmla="*/ 5467256 w 12192002"/>
              <a:gd name="connsiteY444" fmla="*/ 4175494 h 6858000"/>
              <a:gd name="connsiteX445" fmla="*/ 5448069 w 12192002"/>
              <a:gd name="connsiteY445" fmla="*/ 3567554 h 6858000"/>
              <a:gd name="connsiteX446" fmla="*/ 1318687 w 12192002"/>
              <a:gd name="connsiteY446" fmla="*/ 3113840 h 6858000"/>
              <a:gd name="connsiteX447" fmla="*/ 1066793 w 12192002"/>
              <a:gd name="connsiteY447" fmla="*/ 3212171 h 6858000"/>
              <a:gd name="connsiteX448" fmla="*/ 993319 w 12192002"/>
              <a:gd name="connsiteY448" fmla="*/ 3247648 h 6858000"/>
              <a:gd name="connsiteX449" fmla="*/ 853081 w 12192002"/>
              <a:gd name="connsiteY449" fmla="*/ 3312410 h 6858000"/>
              <a:gd name="connsiteX450" fmla="*/ 805957 w 12192002"/>
              <a:gd name="connsiteY450" fmla="*/ 3330443 h 6858000"/>
              <a:gd name="connsiteX451" fmla="*/ 1318687 w 12192002"/>
              <a:gd name="connsiteY451" fmla="*/ 3113840 h 6858000"/>
              <a:gd name="connsiteX452" fmla="*/ 5453701 w 12192002"/>
              <a:gd name="connsiteY452" fmla="*/ 3090882 h 6858000"/>
              <a:gd name="connsiteX453" fmla="*/ 5480135 w 12192002"/>
              <a:gd name="connsiteY453" fmla="*/ 3565802 h 6858000"/>
              <a:gd name="connsiteX454" fmla="*/ 5499022 w 12192002"/>
              <a:gd name="connsiteY454" fmla="*/ 4166310 h 6858000"/>
              <a:gd name="connsiteX455" fmla="*/ 5547022 w 12192002"/>
              <a:gd name="connsiteY455" fmla="*/ 3607838 h 6858000"/>
              <a:gd name="connsiteX456" fmla="*/ 5515964 w 12192002"/>
              <a:gd name="connsiteY456" fmla="*/ 3378541 h 6858000"/>
              <a:gd name="connsiteX457" fmla="*/ 5453701 w 12192002"/>
              <a:gd name="connsiteY457" fmla="*/ 3090882 h 6858000"/>
              <a:gd name="connsiteX458" fmla="*/ 9790480 w 12192002"/>
              <a:gd name="connsiteY458" fmla="*/ 3078533 h 6858000"/>
              <a:gd name="connsiteX459" fmla="*/ 9763295 w 12192002"/>
              <a:gd name="connsiteY459" fmla="*/ 3245370 h 6858000"/>
              <a:gd name="connsiteX460" fmla="*/ 9736458 w 12192002"/>
              <a:gd name="connsiteY460" fmla="*/ 3758413 h 6858000"/>
              <a:gd name="connsiteX461" fmla="*/ 9763499 w 12192002"/>
              <a:gd name="connsiteY461" fmla="*/ 3528057 h 6858000"/>
              <a:gd name="connsiteX462" fmla="*/ 9793906 w 12192002"/>
              <a:gd name="connsiteY462" fmla="*/ 3231157 h 6858000"/>
              <a:gd name="connsiteX463" fmla="*/ 9791874 w 12192002"/>
              <a:gd name="connsiteY463" fmla="*/ 3142788 h 6858000"/>
              <a:gd name="connsiteX464" fmla="*/ 9790480 w 12192002"/>
              <a:gd name="connsiteY464" fmla="*/ 3078533 h 6858000"/>
              <a:gd name="connsiteX465" fmla="*/ 1238695 w 12192002"/>
              <a:gd name="connsiteY465" fmla="*/ 3076820 h 6858000"/>
              <a:gd name="connsiteX466" fmla="*/ 716371 w 12192002"/>
              <a:gd name="connsiteY466" fmla="*/ 3293249 h 6858000"/>
              <a:gd name="connsiteX467" fmla="*/ 579522 w 12192002"/>
              <a:gd name="connsiteY467" fmla="*/ 3371759 h 6858000"/>
              <a:gd name="connsiteX468" fmla="*/ 600288 w 12192002"/>
              <a:gd name="connsiteY468" fmla="*/ 3365555 h 6858000"/>
              <a:gd name="connsiteX469" fmla="*/ 840692 w 12192002"/>
              <a:gd name="connsiteY469" fmla="*/ 3284921 h 6858000"/>
              <a:gd name="connsiteX470" fmla="*/ 979248 w 12192002"/>
              <a:gd name="connsiteY470" fmla="*/ 3221003 h 6858000"/>
              <a:gd name="connsiteX471" fmla="*/ 1053282 w 12192002"/>
              <a:gd name="connsiteY471" fmla="*/ 3185247 h 6858000"/>
              <a:gd name="connsiteX472" fmla="*/ 1320603 w 12192002"/>
              <a:gd name="connsiteY472" fmla="*/ 3081281 h 6858000"/>
              <a:gd name="connsiteX473" fmla="*/ 1238695 w 12192002"/>
              <a:gd name="connsiteY473" fmla="*/ 3076820 h 6858000"/>
              <a:gd name="connsiteX474" fmla="*/ 5425627 w 12192002"/>
              <a:gd name="connsiteY474" fmla="*/ 2954192 h 6858000"/>
              <a:gd name="connsiteX475" fmla="*/ 5470769 w 12192002"/>
              <a:gd name="connsiteY475" fmla="*/ 3005435 h 6858000"/>
              <a:gd name="connsiteX476" fmla="*/ 5519779 w 12192002"/>
              <a:gd name="connsiteY476" fmla="*/ 4359223 h 6858000"/>
              <a:gd name="connsiteX477" fmla="*/ 5520293 w 12192002"/>
              <a:gd name="connsiteY477" fmla="*/ 4360602 h 6858000"/>
              <a:gd name="connsiteX478" fmla="*/ 5767221 w 12192002"/>
              <a:gd name="connsiteY478" fmla="*/ 4665564 h 6858000"/>
              <a:gd name="connsiteX479" fmla="*/ 6937169 w 12192002"/>
              <a:gd name="connsiteY479" fmla="*/ 4815941 h 6858000"/>
              <a:gd name="connsiteX480" fmla="*/ 6953922 w 12192002"/>
              <a:gd name="connsiteY480" fmla="*/ 4890068 h 6858000"/>
              <a:gd name="connsiteX481" fmla="*/ 6071359 w 12192002"/>
              <a:gd name="connsiteY481" fmla="*/ 4770770 h 6858000"/>
              <a:gd name="connsiteX482" fmla="*/ 6038839 w 12192002"/>
              <a:gd name="connsiteY482" fmla="*/ 4764474 h 6858000"/>
              <a:gd name="connsiteX483" fmla="*/ 6038705 w 12192002"/>
              <a:gd name="connsiteY483" fmla="*/ 4763847 h 6858000"/>
              <a:gd name="connsiteX484" fmla="*/ 6037783 w 12192002"/>
              <a:gd name="connsiteY484" fmla="*/ 4764270 h 6858000"/>
              <a:gd name="connsiteX485" fmla="*/ 6038839 w 12192002"/>
              <a:gd name="connsiteY485" fmla="*/ 4764474 h 6858000"/>
              <a:gd name="connsiteX486" fmla="*/ 6040338 w 12192002"/>
              <a:gd name="connsiteY486" fmla="*/ 4771418 h 6858000"/>
              <a:gd name="connsiteX487" fmla="*/ 6024488 w 12192002"/>
              <a:gd name="connsiteY487" fmla="*/ 4809903 h 6858000"/>
              <a:gd name="connsiteX488" fmla="*/ 5599771 w 12192002"/>
              <a:gd name="connsiteY488" fmla="*/ 5509652 h 6858000"/>
              <a:gd name="connsiteX489" fmla="*/ 5548843 w 12192002"/>
              <a:gd name="connsiteY489" fmla="*/ 5563845 h 6858000"/>
              <a:gd name="connsiteX490" fmla="*/ 5940952 w 12192002"/>
              <a:gd name="connsiteY490" fmla="*/ 6250028 h 6858000"/>
              <a:gd name="connsiteX491" fmla="*/ 6043441 w 12192002"/>
              <a:gd name="connsiteY491" fmla="*/ 6665847 h 6858000"/>
              <a:gd name="connsiteX492" fmla="*/ 6093432 w 12192002"/>
              <a:gd name="connsiteY492" fmla="*/ 6858000 h 6858000"/>
              <a:gd name="connsiteX493" fmla="*/ 6034344 w 12192002"/>
              <a:gd name="connsiteY493" fmla="*/ 6858000 h 6858000"/>
              <a:gd name="connsiteX494" fmla="*/ 6026679 w 12192002"/>
              <a:gd name="connsiteY494" fmla="*/ 6836959 h 6858000"/>
              <a:gd name="connsiteX495" fmla="*/ 5800441 w 12192002"/>
              <a:gd name="connsiteY495" fmla="*/ 6335286 h 6858000"/>
              <a:gd name="connsiteX496" fmla="*/ 5526562 w 12192002"/>
              <a:gd name="connsiteY496" fmla="*/ 5705388 h 6858000"/>
              <a:gd name="connsiteX497" fmla="*/ 5519640 w 12192002"/>
              <a:gd name="connsiteY497" fmla="*/ 5683774 h 6858000"/>
              <a:gd name="connsiteX498" fmla="*/ 5844559 w 12192002"/>
              <a:gd name="connsiteY498" fmla="*/ 6553349 h 6858000"/>
              <a:gd name="connsiteX499" fmla="*/ 5975994 w 12192002"/>
              <a:gd name="connsiteY499" fmla="*/ 6858000 h 6858000"/>
              <a:gd name="connsiteX500" fmla="*/ 5898547 w 12192002"/>
              <a:gd name="connsiteY500" fmla="*/ 6858000 h 6858000"/>
              <a:gd name="connsiteX501" fmla="*/ 5682041 w 12192002"/>
              <a:gd name="connsiteY501" fmla="*/ 6355860 h 6858000"/>
              <a:gd name="connsiteX502" fmla="*/ 5461758 w 12192002"/>
              <a:gd name="connsiteY502" fmla="*/ 5820220 h 6858000"/>
              <a:gd name="connsiteX503" fmla="*/ 5237282 w 12192002"/>
              <a:gd name="connsiteY503" fmla="*/ 6579086 h 6858000"/>
              <a:gd name="connsiteX504" fmla="*/ 5115009 w 12192002"/>
              <a:gd name="connsiteY504" fmla="*/ 6858000 h 6858000"/>
              <a:gd name="connsiteX505" fmla="*/ 5028074 w 12192002"/>
              <a:gd name="connsiteY505" fmla="*/ 6858000 h 6858000"/>
              <a:gd name="connsiteX506" fmla="*/ 5079508 w 12192002"/>
              <a:gd name="connsiteY506" fmla="*/ 6749074 h 6858000"/>
              <a:gd name="connsiteX507" fmla="*/ 5371846 w 12192002"/>
              <a:gd name="connsiteY507" fmla="*/ 5924413 h 6858000"/>
              <a:gd name="connsiteX508" fmla="*/ 5270512 w 12192002"/>
              <a:gd name="connsiteY508" fmla="*/ 6138975 h 6858000"/>
              <a:gd name="connsiteX509" fmla="*/ 5062409 w 12192002"/>
              <a:gd name="connsiteY509" fmla="*/ 6653544 h 6858000"/>
              <a:gd name="connsiteX510" fmla="*/ 5036628 w 12192002"/>
              <a:gd name="connsiteY510" fmla="*/ 6754247 h 6858000"/>
              <a:gd name="connsiteX511" fmla="*/ 5009112 w 12192002"/>
              <a:gd name="connsiteY511" fmla="*/ 6858000 h 6858000"/>
              <a:gd name="connsiteX512" fmla="*/ 4976679 w 12192002"/>
              <a:gd name="connsiteY512" fmla="*/ 6858000 h 6858000"/>
              <a:gd name="connsiteX513" fmla="*/ 5006536 w 12192002"/>
              <a:gd name="connsiteY513" fmla="*/ 6747068 h 6858000"/>
              <a:gd name="connsiteX514" fmla="*/ 5032723 w 12192002"/>
              <a:gd name="connsiteY514" fmla="*/ 6644957 h 6858000"/>
              <a:gd name="connsiteX515" fmla="*/ 5242949 w 12192002"/>
              <a:gd name="connsiteY515" fmla="*/ 6125175 h 6858000"/>
              <a:gd name="connsiteX516" fmla="*/ 5286321 w 12192002"/>
              <a:gd name="connsiteY516" fmla="*/ 6033555 h 6858000"/>
              <a:gd name="connsiteX517" fmla="*/ 5008210 w 12192002"/>
              <a:gd name="connsiteY517" fmla="*/ 6649194 h 6858000"/>
              <a:gd name="connsiteX518" fmla="*/ 4986321 w 12192002"/>
              <a:gd name="connsiteY518" fmla="*/ 6765687 h 6858000"/>
              <a:gd name="connsiteX519" fmla="*/ 4973474 w 12192002"/>
              <a:gd name="connsiteY519" fmla="*/ 6858000 h 6858000"/>
              <a:gd name="connsiteX520" fmla="*/ 4907178 w 12192002"/>
              <a:gd name="connsiteY520" fmla="*/ 6858000 h 6858000"/>
              <a:gd name="connsiteX521" fmla="*/ 4910810 w 12192002"/>
              <a:gd name="connsiteY521" fmla="*/ 6829660 h 6858000"/>
              <a:gd name="connsiteX522" fmla="*/ 4987461 w 12192002"/>
              <a:gd name="connsiteY522" fmla="*/ 6432994 h 6858000"/>
              <a:gd name="connsiteX523" fmla="*/ 5179262 w 12192002"/>
              <a:gd name="connsiteY523" fmla="*/ 6035044 h 6858000"/>
              <a:gd name="connsiteX524" fmla="*/ 4689678 w 12192002"/>
              <a:gd name="connsiteY524" fmla="*/ 6440241 h 6858000"/>
              <a:gd name="connsiteX525" fmla="*/ 4477543 w 12192002"/>
              <a:gd name="connsiteY525" fmla="*/ 6674836 h 6858000"/>
              <a:gd name="connsiteX526" fmla="*/ 4329957 w 12192002"/>
              <a:gd name="connsiteY526" fmla="*/ 6858000 h 6858000"/>
              <a:gd name="connsiteX527" fmla="*/ 4218595 w 12192002"/>
              <a:gd name="connsiteY527" fmla="*/ 6858000 h 6858000"/>
              <a:gd name="connsiteX528" fmla="*/ 4368888 w 12192002"/>
              <a:gd name="connsiteY528" fmla="*/ 6668412 h 6858000"/>
              <a:gd name="connsiteX529" fmla="*/ 4563091 w 12192002"/>
              <a:gd name="connsiteY529" fmla="*/ 6442508 h 6858000"/>
              <a:gd name="connsiteX530" fmla="*/ 5387324 w 12192002"/>
              <a:gd name="connsiteY530" fmla="*/ 5705830 h 6858000"/>
              <a:gd name="connsiteX531" fmla="*/ 5073620 w 12192002"/>
              <a:gd name="connsiteY531" fmla="*/ 5955437 h 6858000"/>
              <a:gd name="connsiteX532" fmla="*/ 4689789 w 12192002"/>
              <a:gd name="connsiteY532" fmla="*/ 6268382 h 6858000"/>
              <a:gd name="connsiteX533" fmla="*/ 4418722 w 12192002"/>
              <a:gd name="connsiteY533" fmla="*/ 6570886 h 6858000"/>
              <a:gd name="connsiteX534" fmla="*/ 4214944 w 12192002"/>
              <a:gd name="connsiteY534" fmla="*/ 6858000 h 6858000"/>
              <a:gd name="connsiteX535" fmla="*/ 4177898 w 12192002"/>
              <a:gd name="connsiteY535" fmla="*/ 6858000 h 6858000"/>
              <a:gd name="connsiteX536" fmla="*/ 4391597 w 12192002"/>
              <a:gd name="connsiteY536" fmla="*/ 6556370 h 6858000"/>
              <a:gd name="connsiteX537" fmla="*/ 4668889 w 12192002"/>
              <a:gd name="connsiteY537" fmla="*/ 6246399 h 6858000"/>
              <a:gd name="connsiteX538" fmla="*/ 5055427 w 12192002"/>
              <a:gd name="connsiteY538" fmla="*/ 5931476 h 6858000"/>
              <a:gd name="connsiteX539" fmla="*/ 5371813 w 12192002"/>
              <a:gd name="connsiteY539" fmla="*/ 5678975 h 6858000"/>
              <a:gd name="connsiteX540" fmla="*/ 4987918 w 12192002"/>
              <a:gd name="connsiteY540" fmla="*/ 5838701 h 6858000"/>
              <a:gd name="connsiteX541" fmla="*/ 4317146 w 12192002"/>
              <a:gd name="connsiteY541" fmla="*/ 6587716 h 6858000"/>
              <a:gd name="connsiteX542" fmla="*/ 4171627 w 12192002"/>
              <a:gd name="connsiteY542" fmla="*/ 6858000 h 6858000"/>
              <a:gd name="connsiteX543" fmla="*/ 4081585 w 12192002"/>
              <a:gd name="connsiteY543" fmla="*/ 6858000 h 6858000"/>
              <a:gd name="connsiteX544" fmla="*/ 4238603 w 12192002"/>
              <a:gd name="connsiteY544" fmla="*/ 6559341 h 6858000"/>
              <a:gd name="connsiteX545" fmla="*/ 4778333 w 12192002"/>
              <a:gd name="connsiteY545" fmla="*/ 5873626 h 6858000"/>
              <a:gd name="connsiteX546" fmla="*/ 5414185 w 12192002"/>
              <a:gd name="connsiteY546" fmla="*/ 5573882 h 6858000"/>
              <a:gd name="connsiteX547" fmla="*/ 5959648 w 12192002"/>
              <a:gd name="connsiteY547" fmla="*/ 4760797 h 6858000"/>
              <a:gd name="connsiteX548" fmla="*/ 5355019 w 12192002"/>
              <a:gd name="connsiteY548" fmla="*/ 4734672 h 6858000"/>
              <a:gd name="connsiteX549" fmla="*/ 5083565 w 12192002"/>
              <a:gd name="connsiteY549" fmla="*/ 5179121 h 6858000"/>
              <a:gd name="connsiteX550" fmla="*/ 4713577 w 12192002"/>
              <a:gd name="connsiteY550" fmla="*/ 5616803 h 6858000"/>
              <a:gd name="connsiteX551" fmla="*/ 3989559 w 12192002"/>
              <a:gd name="connsiteY551" fmla="*/ 6145945 h 6858000"/>
              <a:gd name="connsiteX552" fmla="*/ 3939824 w 12192002"/>
              <a:gd name="connsiteY552" fmla="*/ 6066900 h 6858000"/>
              <a:gd name="connsiteX553" fmla="*/ 4584537 w 12192002"/>
              <a:gd name="connsiteY553" fmla="*/ 5324826 h 6858000"/>
              <a:gd name="connsiteX554" fmla="*/ 5037105 w 12192002"/>
              <a:gd name="connsiteY554" fmla="*/ 5088765 h 6858000"/>
              <a:gd name="connsiteX555" fmla="*/ 5039930 w 12192002"/>
              <a:gd name="connsiteY555" fmla="*/ 5089585 h 6858000"/>
              <a:gd name="connsiteX556" fmla="*/ 5263764 w 12192002"/>
              <a:gd name="connsiteY556" fmla="*/ 4735525 h 6858000"/>
              <a:gd name="connsiteX557" fmla="*/ 4086300 w 12192002"/>
              <a:gd name="connsiteY557" fmla="*/ 4884599 h 6858000"/>
              <a:gd name="connsiteX558" fmla="*/ 4085485 w 12192002"/>
              <a:gd name="connsiteY558" fmla="*/ 4899070 h 6858000"/>
              <a:gd name="connsiteX559" fmla="*/ 3871915 w 12192002"/>
              <a:gd name="connsiteY559" fmla="*/ 5253645 h 6858000"/>
              <a:gd name="connsiteX560" fmla="*/ 3799374 w 12192002"/>
              <a:gd name="connsiteY560" fmla="*/ 5466127 h 6858000"/>
              <a:gd name="connsiteX561" fmla="*/ 3498850 w 12192002"/>
              <a:gd name="connsiteY561" fmla="*/ 6661888 h 6858000"/>
              <a:gd name="connsiteX562" fmla="*/ 3399216 w 12192002"/>
              <a:gd name="connsiteY562" fmla="*/ 6858000 h 6858000"/>
              <a:gd name="connsiteX563" fmla="*/ 3303688 w 12192002"/>
              <a:gd name="connsiteY563" fmla="*/ 6858000 h 6858000"/>
              <a:gd name="connsiteX564" fmla="*/ 3391774 w 12192002"/>
              <a:gd name="connsiteY564" fmla="*/ 6697181 h 6858000"/>
              <a:gd name="connsiteX565" fmla="*/ 3735540 w 12192002"/>
              <a:gd name="connsiteY565" fmla="*/ 5546923 h 6858000"/>
              <a:gd name="connsiteX566" fmla="*/ 3729438 w 12192002"/>
              <a:gd name="connsiteY566" fmla="*/ 5569058 h 6858000"/>
              <a:gd name="connsiteX567" fmla="*/ 3707782 w 12192002"/>
              <a:gd name="connsiteY567" fmla="*/ 5644908 h 6858000"/>
              <a:gd name="connsiteX568" fmla="*/ 3583827 w 12192002"/>
              <a:gd name="connsiteY568" fmla="*/ 6039215 h 6858000"/>
              <a:gd name="connsiteX569" fmla="*/ 3547861 w 12192002"/>
              <a:gd name="connsiteY569" fmla="*/ 6129609 h 6858000"/>
              <a:gd name="connsiteX570" fmla="*/ 3490905 w 12192002"/>
              <a:gd name="connsiteY570" fmla="*/ 6277660 h 6858000"/>
              <a:gd name="connsiteX571" fmla="*/ 3455859 w 12192002"/>
              <a:gd name="connsiteY571" fmla="*/ 6391301 h 6858000"/>
              <a:gd name="connsiteX572" fmla="*/ 3429112 w 12192002"/>
              <a:gd name="connsiteY572" fmla="*/ 6479469 h 6858000"/>
              <a:gd name="connsiteX573" fmla="*/ 3304862 w 12192002"/>
              <a:gd name="connsiteY573" fmla="*/ 6796476 h 6858000"/>
              <a:gd name="connsiteX574" fmla="*/ 3276071 w 12192002"/>
              <a:gd name="connsiteY574" fmla="*/ 6858000 h 6858000"/>
              <a:gd name="connsiteX575" fmla="*/ 3240805 w 12192002"/>
              <a:gd name="connsiteY575" fmla="*/ 6858000 h 6858000"/>
              <a:gd name="connsiteX576" fmla="*/ 3275917 w 12192002"/>
              <a:gd name="connsiteY576" fmla="*/ 6783192 h 6858000"/>
              <a:gd name="connsiteX577" fmla="*/ 3399358 w 12192002"/>
              <a:gd name="connsiteY577" fmla="*/ 6469011 h 6858000"/>
              <a:gd name="connsiteX578" fmla="*/ 3425650 w 12192002"/>
              <a:gd name="connsiteY578" fmla="*/ 6381333 h 6858000"/>
              <a:gd name="connsiteX579" fmla="*/ 3460661 w 12192002"/>
              <a:gd name="connsiteY579" fmla="*/ 6266763 h 6858000"/>
              <a:gd name="connsiteX580" fmla="*/ 3518021 w 12192002"/>
              <a:gd name="connsiteY580" fmla="*/ 6117298 h 6858000"/>
              <a:gd name="connsiteX581" fmla="*/ 3554035 w 12192002"/>
              <a:gd name="connsiteY581" fmla="*/ 6027832 h 6858000"/>
              <a:gd name="connsiteX582" fmla="*/ 3677174 w 12192002"/>
              <a:gd name="connsiteY582" fmla="*/ 5636351 h 6858000"/>
              <a:gd name="connsiteX583" fmla="*/ 3698819 w 12192002"/>
              <a:gd name="connsiteY583" fmla="*/ 5560503 h 6858000"/>
              <a:gd name="connsiteX584" fmla="*/ 3702094 w 12192002"/>
              <a:gd name="connsiteY584" fmla="*/ 5549194 h 6858000"/>
              <a:gd name="connsiteX585" fmla="*/ 3398355 w 12192002"/>
              <a:gd name="connsiteY585" fmla="*/ 6094603 h 6858000"/>
              <a:gd name="connsiteX586" fmla="*/ 3193941 w 12192002"/>
              <a:gd name="connsiteY586" fmla="*/ 6798775 h 6858000"/>
              <a:gd name="connsiteX587" fmla="*/ 3184140 w 12192002"/>
              <a:gd name="connsiteY587" fmla="*/ 6858000 h 6858000"/>
              <a:gd name="connsiteX588" fmla="*/ 3099978 w 12192002"/>
              <a:gd name="connsiteY588" fmla="*/ 6858000 h 6858000"/>
              <a:gd name="connsiteX589" fmla="*/ 3101556 w 12192002"/>
              <a:gd name="connsiteY589" fmla="*/ 6843337 h 6858000"/>
              <a:gd name="connsiteX590" fmla="*/ 3370162 w 12192002"/>
              <a:gd name="connsiteY590" fmla="*/ 5785550 h 6858000"/>
              <a:gd name="connsiteX591" fmla="*/ 3746477 w 12192002"/>
              <a:gd name="connsiteY591" fmla="*/ 5377889 h 6858000"/>
              <a:gd name="connsiteX592" fmla="*/ 3863399 w 12192002"/>
              <a:gd name="connsiteY592" fmla="*/ 5087257 h 6858000"/>
              <a:gd name="connsiteX593" fmla="*/ 3968712 w 12192002"/>
              <a:gd name="connsiteY593" fmla="*/ 4913989 h 6858000"/>
              <a:gd name="connsiteX594" fmla="*/ 2792390 w 12192002"/>
              <a:gd name="connsiteY594" fmla="*/ 5382974 h 6858000"/>
              <a:gd name="connsiteX595" fmla="*/ 2714982 w 12192002"/>
              <a:gd name="connsiteY595" fmla="*/ 5427051 h 6858000"/>
              <a:gd name="connsiteX596" fmla="*/ 2813361 w 12192002"/>
              <a:gd name="connsiteY596" fmla="*/ 6023912 h 6858000"/>
              <a:gd name="connsiteX597" fmla="*/ 2688430 w 12192002"/>
              <a:gd name="connsiteY597" fmla="*/ 6801564 h 6858000"/>
              <a:gd name="connsiteX598" fmla="*/ 2629626 w 12192002"/>
              <a:gd name="connsiteY598" fmla="*/ 6763394 h 6858000"/>
              <a:gd name="connsiteX599" fmla="*/ 2565328 w 12192002"/>
              <a:gd name="connsiteY599" fmla="*/ 5516399 h 6858000"/>
              <a:gd name="connsiteX600" fmla="*/ 1922999 w 12192002"/>
              <a:gd name="connsiteY600" fmla="*/ 5980343 h 6858000"/>
              <a:gd name="connsiteX601" fmla="*/ 1950261 w 12192002"/>
              <a:gd name="connsiteY601" fmla="*/ 6405858 h 6858000"/>
              <a:gd name="connsiteX602" fmla="*/ 2365554 w 12192002"/>
              <a:gd name="connsiteY602" fmla="*/ 6759107 h 6858000"/>
              <a:gd name="connsiteX603" fmla="*/ 2424142 w 12192002"/>
              <a:gd name="connsiteY603" fmla="*/ 6858000 h 6858000"/>
              <a:gd name="connsiteX604" fmla="*/ 2395994 w 12192002"/>
              <a:gd name="connsiteY604" fmla="*/ 6858000 h 6858000"/>
              <a:gd name="connsiteX605" fmla="*/ 2392863 w 12192002"/>
              <a:gd name="connsiteY605" fmla="*/ 6852964 h 6858000"/>
              <a:gd name="connsiteX606" fmla="*/ 2017589 w 12192002"/>
              <a:gd name="connsiteY606" fmla="*/ 6493982 h 6858000"/>
              <a:gd name="connsiteX607" fmla="*/ 2147336 w 12192002"/>
              <a:gd name="connsiteY607" fmla="*/ 6594052 h 6858000"/>
              <a:gd name="connsiteX608" fmla="*/ 2207047 w 12192002"/>
              <a:gd name="connsiteY608" fmla="*/ 6654540 h 6858000"/>
              <a:gd name="connsiteX609" fmla="*/ 2299106 w 12192002"/>
              <a:gd name="connsiteY609" fmla="*/ 6778931 h 6858000"/>
              <a:gd name="connsiteX610" fmla="*/ 2314430 w 12192002"/>
              <a:gd name="connsiteY610" fmla="*/ 6801144 h 6858000"/>
              <a:gd name="connsiteX611" fmla="*/ 2352406 w 12192002"/>
              <a:gd name="connsiteY611" fmla="*/ 6858000 h 6858000"/>
              <a:gd name="connsiteX612" fmla="*/ 2314492 w 12192002"/>
              <a:gd name="connsiteY612" fmla="*/ 6858000 h 6858000"/>
              <a:gd name="connsiteX613" fmla="*/ 2288095 w 12192002"/>
              <a:gd name="connsiteY613" fmla="*/ 6818030 h 6858000"/>
              <a:gd name="connsiteX614" fmla="*/ 2272768 w 12192002"/>
              <a:gd name="connsiteY614" fmla="*/ 6795822 h 6858000"/>
              <a:gd name="connsiteX615" fmla="*/ 2182715 w 12192002"/>
              <a:gd name="connsiteY615" fmla="*/ 6675071 h 6858000"/>
              <a:gd name="connsiteX616" fmla="*/ 2032061 w 12192002"/>
              <a:gd name="connsiteY616" fmla="*/ 6541380 h 6858000"/>
              <a:gd name="connsiteX617" fmla="*/ 2257220 w 12192002"/>
              <a:gd name="connsiteY617" fmla="*/ 6826257 h 6858000"/>
              <a:gd name="connsiteX618" fmla="*/ 2281324 w 12192002"/>
              <a:gd name="connsiteY618" fmla="*/ 6858000 h 6858000"/>
              <a:gd name="connsiteX619" fmla="*/ 2242860 w 12192002"/>
              <a:gd name="connsiteY619" fmla="*/ 6858000 h 6858000"/>
              <a:gd name="connsiteX620" fmla="*/ 2232818 w 12192002"/>
              <a:gd name="connsiteY620" fmla="*/ 6844926 h 6858000"/>
              <a:gd name="connsiteX621" fmla="*/ 1990172 w 12192002"/>
              <a:gd name="connsiteY621" fmla="*/ 6542121 h 6858000"/>
              <a:gd name="connsiteX622" fmla="*/ 2124090 w 12192002"/>
              <a:gd name="connsiteY622" fmla="*/ 6761017 h 6858000"/>
              <a:gd name="connsiteX623" fmla="*/ 2200380 w 12192002"/>
              <a:gd name="connsiteY623" fmla="*/ 6858000 h 6858000"/>
              <a:gd name="connsiteX624" fmla="*/ 2147507 w 12192002"/>
              <a:gd name="connsiteY624" fmla="*/ 6858000 h 6858000"/>
              <a:gd name="connsiteX625" fmla="*/ 2070668 w 12192002"/>
              <a:gd name="connsiteY625" fmla="*/ 6761520 h 6858000"/>
              <a:gd name="connsiteX626" fmla="*/ 1975142 w 12192002"/>
              <a:gd name="connsiteY626" fmla="*/ 6585570 h 6858000"/>
              <a:gd name="connsiteX627" fmla="*/ 2050035 w 12192002"/>
              <a:gd name="connsiteY627" fmla="*/ 6813345 h 6858000"/>
              <a:gd name="connsiteX628" fmla="*/ 2063025 w 12192002"/>
              <a:gd name="connsiteY628" fmla="*/ 6858000 h 6858000"/>
              <a:gd name="connsiteX629" fmla="*/ 2021675 w 12192002"/>
              <a:gd name="connsiteY629" fmla="*/ 6858000 h 6858000"/>
              <a:gd name="connsiteX630" fmla="*/ 2019308 w 12192002"/>
              <a:gd name="connsiteY630" fmla="*/ 6847118 h 6858000"/>
              <a:gd name="connsiteX631" fmla="*/ 1938835 w 12192002"/>
              <a:gd name="connsiteY631" fmla="*/ 6551160 h 6858000"/>
              <a:gd name="connsiteX632" fmla="*/ 1953230 w 12192002"/>
              <a:gd name="connsiteY632" fmla="*/ 6759699 h 6858000"/>
              <a:gd name="connsiteX633" fmla="*/ 1956763 w 12192002"/>
              <a:gd name="connsiteY633" fmla="*/ 6778191 h 6858000"/>
              <a:gd name="connsiteX634" fmla="*/ 1967925 w 12192002"/>
              <a:gd name="connsiteY634" fmla="*/ 6858000 h 6858000"/>
              <a:gd name="connsiteX635" fmla="*/ 1936622 w 12192002"/>
              <a:gd name="connsiteY635" fmla="*/ 6858000 h 6858000"/>
              <a:gd name="connsiteX636" fmla="*/ 1926261 w 12192002"/>
              <a:gd name="connsiteY636" fmla="*/ 6784064 h 6858000"/>
              <a:gd name="connsiteX637" fmla="*/ 1922724 w 12192002"/>
              <a:gd name="connsiteY637" fmla="*/ 6765577 h 6858000"/>
              <a:gd name="connsiteX638" fmla="*/ 1904650 w 12192002"/>
              <a:gd name="connsiteY638" fmla="*/ 6639616 h 6858000"/>
              <a:gd name="connsiteX639" fmla="*/ 1885273 w 12192002"/>
              <a:gd name="connsiteY639" fmla="*/ 6858000 h 6858000"/>
              <a:gd name="connsiteX640" fmla="*/ 1854363 w 12192002"/>
              <a:gd name="connsiteY640" fmla="*/ 6858000 h 6858000"/>
              <a:gd name="connsiteX641" fmla="*/ 1880391 w 12192002"/>
              <a:gd name="connsiteY641" fmla="*/ 6603796 h 6858000"/>
              <a:gd name="connsiteX642" fmla="*/ 1818273 w 12192002"/>
              <a:gd name="connsiteY642" fmla="*/ 6715729 h 6858000"/>
              <a:gd name="connsiteX643" fmla="*/ 1794691 w 12192002"/>
              <a:gd name="connsiteY643" fmla="*/ 6843239 h 6858000"/>
              <a:gd name="connsiteX644" fmla="*/ 1794914 w 12192002"/>
              <a:gd name="connsiteY644" fmla="*/ 6858000 h 6858000"/>
              <a:gd name="connsiteX645" fmla="*/ 1746128 w 12192002"/>
              <a:gd name="connsiteY645" fmla="*/ 6858000 h 6858000"/>
              <a:gd name="connsiteX646" fmla="*/ 1753934 w 12192002"/>
              <a:gd name="connsiteY646" fmla="*/ 6724796 h 6858000"/>
              <a:gd name="connsiteX647" fmla="*/ 1792053 w 12192002"/>
              <a:gd name="connsiteY647" fmla="*/ 6572396 h 6858000"/>
              <a:gd name="connsiteX648" fmla="*/ 1862248 w 12192002"/>
              <a:gd name="connsiteY648" fmla="*/ 6266397 h 6858000"/>
              <a:gd name="connsiteX649" fmla="*/ 1862250 w 12192002"/>
              <a:gd name="connsiteY649" fmla="*/ 6033531 h 6858000"/>
              <a:gd name="connsiteX650" fmla="*/ 1211999 w 12192002"/>
              <a:gd name="connsiteY650" fmla="*/ 6683610 h 6858000"/>
              <a:gd name="connsiteX651" fmla="*/ 1213266 w 12192002"/>
              <a:gd name="connsiteY651" fmla="*/ 6691947 h 6858000"/>
              <a:gd name="connsiteX652" fmla="*/ 1203370 w 12192002"/>
              <a:gd name="connsiteY652" fmla="*/ 6850676 h 6858000"/>
              <a:gd name="connsiteX653" fmla="*/ 1203671 w 12192002"/>
              <a:gd name="connsiteY653" fmla="*/ 6858000 h 6858000"/>
              <a:gd name="connsiteX654" fmla="*/ 1143180 w 12192002"/>
              <a:gd name="connsiteY654" fmla="*/ 6858000 h 6858000"/>
              <a:gd name="connsiteX655" fmla="*/ 1142176 w 12192002"/>
              <a:gd name="connsiteY655" fmla="*/ 6766045 h 6858000"/>
              <a:gd name="connsiteX656" fmla="*/ 1067484 w 12192002"/>
              <a:gd name="connsiteY656" fmla="*/ 6858000 h 6858000"/>
              <a:gd name="connsiteX657" fmla="*/ 953928 w 12192002"/>
              <a:gd name="connsiteY657" fmla="*/ 6858000 h 6858000"/>
              <a:gd name="connsiteX658" fmla="*/ 959715 w 12192002"/>
              <a:gd name="connsiteY658" fmla="*/ 6850185 h 6858000"/>
              <a:gd name="connsiteX659" fmla="*/ 1483788 w 12192002"/>
              <a:gd name="connsiteY659" fmla="*/ 6259174 h 6858000"/>
              <a:gd name="connsiteX660" fmla="*/ 1100671 w 12192002"/>
              <a:gd name="connsiteY660" fmla="*/ 6252137 h 6858000"/>
              <a:gd name="connsiteX661" fmla="*/ 1090144 w 12192002"/>
              <a:gd name="connsiteY661" fmla="*/ 6256748 h 6858000"/>
              <a:gd name="connsiteX662" fmla="*/ 1095872 w 12192002"/>
              <a:gd name="connsiteY662" fmla="*/ 6271892 h 6858000"/>
              <a:gd name="connsiteX663" fmla="*/ 262785 w 12192002"/>
              <a:gd name="connsiteY663" fmla="*/ 6845450 h 6858000"/>
              <a:gd name="connsiteX664" fmla="*/ 209968 w 12192002"/>
              <a:gd name="connsiteY664" fmla="*/ 6770713 h 6858000"/>
              <a:gd name="connsiteX665" fmla="*/ 873460 w 12192002"/>
              <a:gd name="connsiteY665" fmla="*/ 6253768 h 6858000"/>
              <a:gd name="connsiteX666" fmla="*/ 192686 w 12192002"/>
              <a:gd name="connsiteY666" fmla="*/ 5849257 h 6858000"/>
              <a:gd name="connsiteX667" fmla="*/ 4696 w 12192002"/>
              <a:gd name="connsiteY667" fmla="*/ 5697668 h 6858000"/>
              <a:gd name="connsiteX668" fmla="*/ 0 w 12192002"/>
              <a:gd name="connsiteY668" fmla="*/ 5689984 h 6858000"/>
              <a:gd name="connsiteX669" fmla="*/ 0 w 12192002"/>
              <a:gd name="connsiteY669" fmla="*/ 5513472 h 6858000"/>
              <a:gd name="connsiteX670" fmla="*/ 174101 w 12192002"/>
              <a:gd name="connsiteY670" fmla="*/ 5620277 h 6858000"/>
              <a:gd name="connsiteX671" fmla="*/ 891800 w 12192002"/>
              <a:gd name="connsiteY671" fmla="*/ 6036935 h 6858000"/>
              <a:gd name="connsiteX672" fmla="*/ 1072219 w 12192002"/>
              <a:gd name="connsiteY672" fmla="*/ 6169443 h 6858000"/>
              <a:gd name="connsiteX673" fmla="*/ 1074117 w 12192002"/>
              <a:gd name="connsiteY673" fmla="*/ 6170301 h 6858000"/>
              <a:gd name="connsiteX674" fmla="*/ 1083114 w 12192002"/>
              <a:gd name="connsiteY674" fmla="*/ 6174131 h 6858000"/>
              <a:gd name="connsiteX675" fmla="*/ 1543010 w 12192002"/>
              <a:gd name="connsiteY675" fmla="*/ 6191140 h 6858000"/>
              <a:gd name="connsiteX676" fmla="*/ 1551080 w 12192002"/>
              <a:gd name="connsiteY676" fmla="*/ 6195006 h 6858000"/>
              <a:gd name="connsiteX677" fmla="*/ 2345443 w 12192002"/>
              <a:gd name="connsiteY677" fmla="*/ 5549882 h 6858000"/>
              <a:gd name="connsiteX678" fmla="*/ 1721499 w 12192002"/>
              <a:gd name="connsiteY678" fmla="*/ 5599969 h 6858000"/>
              <a:gd name="connsiteX679" fmla="*/ 767716 w 12192002"/>
              <a:gd name="connsiteY679" fmla="*/ 5472768 h 6858000"/>
              <a:gd name="connsiteX680" fmla="*/ 722147 w 12192002"/>
              <a:gd name="connsiteY680" fmla="*/ 5393091 h 6858000"/>
              <a:gd name="connsiteX681" fmla="*/ 1485552 w 12192002"/>
              <a:gd name="connsiteY681" fmla="*/ 5313202 h 6858000"/>
              <a:gd name="connsiteX682" fmla="*/ 2143004 w 12192002"/>
              <a:gd name="connsiteY682" fmla="*/ 5402420 h 6858000"/>
              <a:gd name="connsiteX683" fmla="*/ 1933391 w 12192002"/>
              <a:gd name="connsiteY683" fmla="*/ 5156971 h 6858000"/>
              <a:gd name="connsiteX684" fmla="*/ 1827118 w 12192002"/>
              <a:gd name="connsiteY684" fmla="*/ 4968410 h 6858000"/>
              <a:gd name="connsiteX685" fmla="*/ 1837349 w 12192002"/>
              <a:gd name="connsiteY685" fmla="*/ 4956357 h 6858000"/>
              <a:gd name="connsiteX686" fmla="*/ 2162835 w 12192002"/>
              <a:gd name="connsiteY686" fmla="*/ 5187853 h 6858000"/>
              <a:gd name="connsiteX687" fmla="*/ 2257167 w 12192002"/>
              <a:gd name="connsiteY687" fmla="*/ 5462123 h 6858000"/>
              <a:gd name="connsiteX688" fmla="*/ 2261598 w 12192002"/>
              <a:gd name="connsiteY688" fmla="*/ 5467998 h 6858000"/>
              <a:gd name="connsiteX689" fmla="*/ 2437177 w 12192002"/>
              <a:gd name="connsiteY689" fmla="*/ 5479608 h 6858000"/>
              <a:gd name="connsiteX690" fmla="*/ 2445247 w 12192002"/>
              <a:gd name="connsiteY690" fmla="*/ 5483476 h 6858000"/>
              <a:gd name="connsiteX691" fmla="*/ 2743626 w 12192002"/>
              <a:gd name="connsiteY691" fmla="*/ 5304819 h 6858000"/>
              <a:gd name="connsiteX692" fmla="*/ 3048102 w 12192002"/>
              <a:gd name="connsiteY692" fmla="*/ 5150595 h 6858000"/>
              <a:gd name="connsiteX693" fmla="*/ 1799414 w 12192002"/>
              <a:gd name="connsiteY693" fmla="*/ 4694732 h 6858000"/>
              <a:gd name="connsiteX694" fmla="*/ 1771735 w 12192002"/>
              <a:gd name="connsiteY694" fmla="*/ 4619929 h 6858000"/>
              <a:gd name="connsiteX695" fmla="*/ 3104273 w 12192002"/>
              <a:gd name="connsiteY695" fmla="*/ 5076159 h 6858000"/>
              <a:gd name="connsiteX696" fmla="*/ 3113245 w 12192002"/>
              <a:gd name="connsiteY696" fmla="*/ 5090705 h 6858000"/>
              <a:gd name="connsiteX697" fmla="*/ 3126294 w 12192002"/>
              <a:gd name="connsiteY697" fmla="*/ 5114400 h 6858000"/>
              <a:gd name="connsiteX698" fmla="*/ 3937433 w 12192002"/>
              <a:gd name="connsiteY698" fmla="*/ 4830473 h 6858000"/>
              <a:gd name="connsiteX699" fmla="*/ 3590475 w 12192002"/>
              <a:gd name="connsiteY699" fmla="*/ 4597974 h 6858000"/>
              <a:gd name="connsiteX700" fmla="*/ 3100264 w 12192002"/>
              <a:gd name="connsiteY700" fmla="*/ 4579845 h 6858000"/>
              <a:gd name="connsiteX701" fmla="*/ 2183576 w 12192002"/>
              <a:gd name="connsiteY701" fmla="*/ 4227150 h 6858000"/>
              <a:gd name="connsiteX702" fmla="*/ 2151029 w 12192002"/>
              <a:gd name="connsiteY702" fmla="*/ 4146947 h 6858000"/>
              <a:gd name="connsiteX703" fmla="*/ 3563434 w 12192002"/>
              <a:gd name="connsiteY703" fmla="*/ 4469115 h 6858000"/>
              <a:gd name="connsiteX704" fmla="*/ 3177952 w 12192002"/>
              <a:gd name="connsiteY704" fmla="*/ 3657386 h 6858000"/>
              <a:gd name="connsiteX705" fmla="*/ 3189263 w 12192002"/>
              <a:gd name="connsiteY705" fmla="*/ 3625726 h 6858000"/>
              <a:gd name="connsiteX706" fmla="*/ 3560912 w 12192002"/>
              <a:gd name="connsiteY706" fmla="*/ 4079863 h 6858000"/>
              <a:gd name="connsiteX707" fmla="*/ 3626636 w 12192002"/>
              <a:gd name="connsiteY707" fmla="*/ 4512230 h 6858000"/>
              <a:gd name="connsiteX708" fmla="*/ 3653088 w 12192002"/>
              <a:gd name="connsiteY708" fmla="*/ 4521417 h 6858000"/>
              <a:gd name="connsiteX709" fmla="*/ 3988128 w 12192002"/>
              <a:gd name="connsiteY709" fmla="*/ 4817267 h 6858000"/>
              <a:gd name="connsiteX710" fmla="*/ 4830582 w 12192002"/>
              <a:gd name="connsiteY710" fmla="*/ 4676000 h 6858000"/>
              <a:gd name="connsiteX711" fmla="*/ 4830100 w 12192002"/>
              <a:gd name="connsiteY711" fmla="*/ 4675554 h 6858000"/>
              <a:gd name="connsiteX712" fmla="*/ 4036318 w 12192002"/>
              <a:gd name="connsiteY712" fmla="*/ 4147013 h 6858000"/>
              <a:gd name="connsiteX713" fmla="*/ 3432098 w 12192002"/>
              <a:gd name="connsiteY713" fmla="*/ 3537312 h 6858000"/>
              <a:gd name="connsiteX714" fmla="*/ 3446761 w 12192002"/>
              <a:gd name="connsiteY714" fmla="*/ 3461278 h 6858000"/>
              <a:gd name="connsiteX715" fmla="*/ 4419733 w 12192002"/>
              <a:gd name="connsiteY715" fmla="*/ 3963555 h 6858000"/>
              <a:gd name="connsiteX716" fmla="*/ 4781371 w 12192002"/>
              <a:gd name="connsiteY716" fmla="*/ 4458604 h 6858000"/>
              <a:gd name="connsiteX717" fmla="*/ 4780440 w 12192002"/>
              <a:gd name="connsiteY717" fmla="*/ 4470290 h 6858000"/>
              <a:gd name="connsiteX718" fmla="*/ 4898954 w 12192002"/>
              <a:gd name="connsiteY718" fmla="*/ 4662092 h 6858000"/>
              <a:gd name="connsiteX719" fmla="*/ 4900699 w 12192002"/>
              <a:gd name="connsiteY719" fmla="*/ 4670867 h 6858000"/>
              <a:gd name="connsiteX720" fmla="*/ 5714511 w 12192002"/>
              <a:gd name="connsiteY720" fmla="*/ 4663483 h 6858000"/>
              <a:gd name="connsiteX721" fmla="*/ 5464793 w 12192002"/>
              <a:gd name="connsiteY721" fmla="*/ 4393556 h 6858000"/>
              <a:gd name="connsiteX722" fmla="*/ 5461897 w 12192002"/>
              <a:gd name="connsiteY722" fmla="*/ 4390879 h 6858000"/>
              <a:gd name="connsiteX723" fmla="*/ 4294126 w 12192002"/>
              <a:gd name="connsiteY723" fmla="*/ 3303048 h 6858000"/>
              <a:gd name="connsiteX724" fmla="*/ 4305321 w 12192002"/>
              <a:gd name="connsiteY724" fmla="*/ 3256953 h 6858000"/>
              <a:gd name="connsiteX725" fmla="*/ 4949299 w 12192002"/>
              <a:gd name="connsiteY725" fmla="*/ 3766336 h 6858000"/>
              <a:gd name="connsiteX726" fmla="*/ 5291452 w 12192002"/>
              <a:gd name="connsiteY726" fmla="*/ 4076801 h 6858000"/>
              <a:gd name="connsiteX727" fmla="*/ 5434998 w 12192002"/>
              <a:gd name="connsiteY727" fmla="*/ 4254100 h 6858000"/>
              <a:gd name="connsiteX728" fmla="*/ 5351015 w 12192002"/>
              <a:gd name="connsiteY728" fmla="*/ 3760989 h 6858000"/>
              <a:gd name="connsiteX729" fmla="*/ 5413780 w 12192002"/>
              <a:gd name="connsiteY729" fmla="*/ 2966265 h 6858000"/>
              <a:gd name="connsiteX730" fmla="*/ 5425627 w 12192002"/>
              <a:gd name="connsiteY730" fmla="*/ 2954192 h 6858000"/>
              <a:gd name="connsiteX731" fmla="*/ 8380397 w 12192002"/>
              <a:gd name="connsiteY731" fmla="*/ 2896659 h 6858000"/>
              <a:gd name="connsiteX732" fmla="*/ 8634801 w 12192002"/>
              <a:gd name="connsiteY732" fmla="*/ 3304169 h 6858000"/>
              <a:gd name="connsiteX733" fmla="*/ 8971448 w 12192002"/>
              <a:gd name="connsiteY733" fmla="*/ 3675946 h 6858000"/>
              <a:gd name="connsiteX734" fmla="*/ 8820691 w 12192002"/>
              <a:gd name="connsiteY734" fmla="*/ 3486482 h 6858000"/>
              <a:gd name="connsiteX735" fmla="*/ 8807612 w 12192002"/>
              <a:gd name="connsiteY735" fmla="*/ 3467256 h 6858000"/>
              <a:gd name="connsiteX736" fmla="*/ 8556796 w 12192002"/>
              <a:gd name="connsiteY736" fmla="*/ 3116474 h 6858000"/>
              <a:gd name="connsiteX737" fmla="*/ 8427018 w 12192002"/>
              <a:gd name="connsiteY737" fmla="*/ 2948853 h 6858000"/>
              <a:gd name="connsiteX738" fmla="*/ 8380397 w 12192002"/>
              <a:gd name="connsiteY738" fmla="*/ 2896659 h 6858000"/>
              <a:gd name="connsiteX739" fmla="*/ 9831020 w 12192002"/>
              <a:gd name="connsiteY739" fmla="*/ 2871730 h 6858000"/>
              <a:gd name="connsiteX740" fmla="*/ 9827707 w 12192002"/>
              <a:gd name="connsiteY740" fmla="*/ 2915231 h 6858000"/>
              <a:gd name="connsiteX741" fmla="*/ 9820699 w 12192002"/>
              <a:gd name="connsiteY741" fmla="*/ 3051540 h 6858000"/>
              <a:gd name="connsiteX742" fmla="*/ 9822525 w 12192002"/>
              <a:gd name="connsiteY742" fmla="*/ 3140814 h 6858000"/>
              <a:gd name="connsiteX743" fmla="*/ 9824704 w 12192002"/>
              <a:gd name="connsiteY743" fmla="*/ 3230628 h 6858000"/>
              <a:gd name="connsiteX744" fmla="*/ 9793821 w 12192002"/>
              <a:gd name="connsiteY744" fmla="*/ 3531652 h 6858000"/>
              <a:gd name="connsiteX745" fmla="*/ 9767436 w 12192002"/>
              <a:gd name="connsiteY745" fmla="*/ 3750864 h 6858000"/>
              <a:gd name="connsiteX746" fmla="*/ 9814477 w 12192002"/>
              <a:gd name="connsiteY746" fmla="*/ 3662531 h 6858000"/>
              <a:gd name="connsiteX747" fmla="*/ 9831020 w 12192002"/>
              <a:gd name="connsiteY747" fmla="*/ 2871730 h 6858000"/>
              <a:gd name="connsiteX748" fmla="*/ 8380521 w 12192002"/>
              <a:gd name="connsiteY748" fmla="*/ 2850596 h 6858000"/>
              <a:gd name="connsiteX749" fmla="*/ 8451446 w 12192002"/>
              <a:gd name="connsiteY749" fmla="*/ 2928627 h 6858000"/>
              <a:gd name="connsiteX750" fmla="*/ 8582269 w 12192002"/>
              <a:gd name="connsiteY750" fmla="*/ 3097880 h 6858000"/>
              <a:gd name="connsiteX751" fmla="*/ 8833783 w 12192002"/>
              <a:gd name="connsiteY751" fmla="*/ 3449753 h 6858000"/>
              <a:gd name="connsiteX752" fmla="*/ 8846863 w 12192002"/>
              <a:gd name="connsiteY752" fmla="*/ 3468981 h 6858000"/>
              <a:gd name="connsiteX753" fmla="*/ 8960046 w 12192002"/>
              <a:gd name="connsiteY753" fmla="*/ 3620389 h 6858000"/>
              <a:gd name="connsiteX754" fmla="*/ 8380521 w 12192002"/>
              <a:gd name="connsiteY754" fmla="*/ 2850596 h 6858000"/>
              <a:gd name="connsiteX755" fmla="*/ 9854151 w 12192002"/>
              <a:gd name="connsiteY755" fmla="*/ 2642862 h 6858000"/>
              <a:gd name="connsiteX756" fmla="*/ 9871341 w 12192002"/>
              <a:gd name="connsiteY756" fmla="*/ 2659697 h 6858000"/>
              <a:gd name="connsiteX757" fmla="*/ 9966678 w 12192002"/>
              <a:gd name="connsiteY757" fmla="*/ 3423399 h 6858000"/>
              <a:gd name="connsiteX758" fmla="*/ 9880832 w 12192002"/>
              <a:gd name="connsiteY758" fmla="*/ 3700562 h 6858000"/>
              <a:gd name="connsiteX759" fmla="*/ 9896024 w 12192002"/>
              <a:gd name="connsiteY759" fmla="*/ 4178295 h 6858000"/>
              <a:gd name="connsiteX760" fmla="*/ 10395379 w 12192002"/>
              <a:gd name="connsiteY760" fmla="*/ 4531843 h 6858000"/>
              <a:gd name="connsiteX761" fmla="*/ 10225980 w 12192002"/>
              <a:gd name="connsiteY761" fmla="*/ 3561061 h 6858000"/>
              <a:gd name="connsiteX762" fmla="*/ 10314210 w 12192002"/>
              <a:gd name="connsiteY762" fmla="*/ 3538353 h 6858000"/>
              <a:gd name="connsiteX763" fmla="*/ 10573663 w 12192002"/>
              <a:gd name="connsiteY763" fmla="*/ 4271430 h 6858000"/>
              <a:gd name="connsiteX764" fmla="*/ 10583736 w 12192002"/>
              <a:gd name="connsiteY764" fmla="*/ 4688819 h 6858000"/>
              <a:gd name="connsiteX765" fmla="*/ 10880472 w 12192002"/>
              <a:gd name="connsiteY765" fmla="*/ 4966558 h 6858000"/>
              <a:gd name="connsiteX766" fmla="*/ 11231212 w 12192002"/>
              <a:gd name="connsiteY766" fmla="*/ 3645474 h 6858000"/>
              <a:gd name="connsiteX767" fmla="*/ 11317765 w 12192002"/>
              <a:gd name="connsiteY767" fmla="*/ 3638405 h 6858000"/>
              <a:gd name="connsiteX768" fmla="*/ 10982911 w 12192002"/>
              <a:gd name="connsiteY768" fmla="*/ 5051260 h 6858000"/>
              <a:gd name="connsiteX769" fmla="*/ 10968747 w 12192002"/>
              <a:gd name="connsiteY769" fmla="*/ 5059552 h 6858000"/>
              <a:gd name="connsiteX770" fmla="*/ 11258020 w 12192002"/>
              <a:gd name="connsiteY770" fmla="*/ 5401078 h 6858000"/>
              <a:gd name="connsiteX771" fmla="*/ 11688741 w 12192002"/>
              <a:gd name="connsiteY771" fmla="*/ 6045312 h 6858000"/>
              <a:gd name="connsiteX772" fmla="*/ 11794425 w 12192002"/>
              <a:gd name="connsiteY772" fmla="*/ 5681109 h 6858000"/>
              <a:gd name="connsiteX773" fmla="*/ 11792727 w 12192002"/>
              <a:gd name="connsiteY773" fmla="*/ 5669934 h 6858000"/>
              <a:gd name="connsiteX774" fmla="*/ 11776744 w 12192002"/>
              <a:gd name="connsiteY774" fmla="*/ 5671723 h 6858000"/>
              <a:gd name="connsiteX775" fmla="*/ 11442546 w 12192002"/>
              <a:gd name="connsiteY775" fmla="*/ 4736592 h 6858000"/>
              <a:gd name="connsiteX776" fmla="*/ 11527771 w 12192002"/>
              <a:gd name="connsiteY776" fmla="*/ 4704317 h 6858000"/>
              <a:gd name="connsiteX777" fmla="*/ 11851542 w 12192002"/>
              <a:gd name="connsiteY777" fmla="*/ 5463703 h 6858000"/>
              <a:gd name="connsiteX778" fmla="*/ 12122505 w 12192002"/>
              <a:gd name="connsiteY778" fmla="*/ 5156948 h 6858000"/>
              <a:gd name="connsiteX779" fmla="*/ 12192002 w 12192002"/>
              <a:gd name="connsiteY779" fmla="*/ 5098973 h 6858000"/>
              <a:gd name="connsiteX780" fmla="*/ 12192001 w 12192002"/>
              <a:gd name="connsiteY780" fmla="*/ 5160062 h 6858000"/>
              <a:gd name="connsiteX781" fmla="*/ 12155105 w 12192002"/>
              <a:gd name="connsiteY781" fmla="*/ 5191181 h 6858000"/>
              <a:gd name="connsiteX782" fmla="*/ 11918903 w 12192002"/>
              <a:gd name="connsiteY782" fmla="*/ 5491132 h 6858000"/>
              <a:gd name="connsiteX783" fmla="*/ 12067554 w 12192002"/>
              <a:gd name="connsiteY783" fmla="*/ 5317498 h 6858000"/>
              <a:gd name="connsiteX784" fmla="*/ 12192001 w 12192002"/>
              <a:gd name="connsiteY784" fmla="*/ 5211391 h 6858000"/>
              <a:gd name="connsiteX785" fmla="*/ 12192001 w 12192002"/>
              <a:gd name="connsiteY785" fmla="*/ 5251558 h 6858000"/>
              <a:gd name="connsiteX786" fmla="*/ 12087498 w 12192002"/>
              <a:gd name="connsiteY786" fmla="*/ 5340764 h 6858000"/>
              <a:gd name="connsiteX787" fmla="*/ 11941335 w 12192002"/>
              <a:gd name="connsiteY787" fmla="*/ 5512809 h 6858000"/>
              <a:gd name="connsiteX788" fmla="*/ 11898139 w 12192002"/>
              <a:gd name="connsiteY788" fmla="*/ 5592553 h 6858000"/>
              <a:gd name="connsiteX789" fmla="*/ 12037359 w 12192002"/>
              <a:gd name="connsiteY789" fmla="*/ 5482816 h 6858000"/>
              <a:gd name="connsiteX790" fmla="*/ 12192001 w 12192002"/>
              <a:gd name="connsiteY790" fmla="*/ 5330890 h 6858000"/>
              <a:gd name="connsiteX791" fmla="*/ 12192001 w 12192002"/>
              <a:gd name="connsiteY791" fmla="*/ 5402911 h 6858000"/>
              <a:gd name="connsiteX792" fmla="*/ 12054488 w 12192002"/>
              <a:gd name="connsiteY792" fmla="*/ 5533939 h 6858000"/>
              <a:gd name="connsiteX793" fmla="*/ 11880977 w 12192002"/>
              <a:gd name="connsiteY793" fmla="*/ 5674040 h 6858000"/>
              <a:gd name="connsiteX794" fmla="*/ 11879666 w 12192002"/>
              <a:gd name="connsiteY794" fmla="*/ 5675644 h 6858000"/>
              <a:gd name="connsiteX795" fmla="*/ 11873674 w 12192002"/>
              <a:gd name="connsiteY795" fmla="*/ 5683306 h 6858000"/>
              <a:gd name="connsiteX796" fmla="*/ 11738608 w 12192002"/>
              <a:gd name="connsiteY796" fmla="*/ 6118417 h 6858000"/>
              <a:gd name="connsiteX797" fmla="*/ 11732820 w 12192002"/>
              <a:gd name="connsiteY797" fmla="*/ 6125184 h 6858000"/>
              <a:gd name="connsiteX798" fmla="*/ 12058063 w 12192002"/>
              <a:gd name="connsiteY798" fmla="*/ 6805045 h 6858000"/>
              <a:gd name="connsiteX799" fmla="*/ 12077722 w 12192002"/>
              <a:gd name="connsiteY799" fmla="*/ 6857999 h 6858000"/>
              <a:gd name="connsiteX800" fmla="*/ 11980831 w 12192002"/>
              <a:gd name="connsiteY800" fmla="*/ 6857999 h 6858000"/>
              <a:gd name="connsiteX801" fmla="*/ 11842370 w 12192002"/>
              <a:gd name="connsiteY801" fmla="*/ 6532596 h 6858000"/>
              <a:gd name="connsiteX802" fmla="*/ 11807118 w 12192002"/>
              <a:gd name="connsiteY802" fmla="*/ 6461642 h 6858000"/>
              <a:gd name="connsiteX803" fmla="*/ 11352410 w 12192002"/>
              <a:gd name="connsiteY803" fmla="*/ 5682534 h 6858000"/>
              <a:gd name="connsiteX804" fmla="*/ 11344098 w 12192002"/>
              <a:gd name="connsiteY804" fmla="*/ 5681717 h 6858000"/>
              <a:gd name="connsiteX805" fmla="*/ 10730809 w 12192002"/>
              <a:gd name="connsiteY805" fmla="*/ 5585749 h 6858000"/>
              <a:gd name="connsiteX806" fmla="*/ 10713050 w 12192002"/>
              <a:gd name="connsiteY806" fmla="*/ 5593271 h 6858000"/>
              <a:gd name="connsiteX807" fmla="*/ 9420192 w 12192002"/>
              <a:gd name="connsiteY807" fmla="*/ 5692050 h 6858000"/>
              <a:gd name="connsiteX808" fmla="*/ 9404066 w 12192002"/>
              <a:gd name="connsiteY808" fmla="*/ 5671708 h 6858000"/>
              <a:gd name="connsiteX809" fmla="*/ 10712309 w 12192002"/>
              <a:gd name="connsiteY809" fmla="*/ 5538562 h 6858000"/>
              <a:gd name="connsiteX810" fmla="*/ 11291486 w 12192002"/>
              <a:gd name="connsiteY810" fmla="*/ 5595804 h 6858000"/>
              <a:gd name="connsiteX811" fmla="*/ 11176624 w 12192002"/>
              <a:gd name="connsiteY811" fmla="*/ 5439340 h 6858000"/>
              <a:gd name="connsiteX812" fmla="*/ 10665962 w 12192002"/>
              <a:gd name="connsiteY812" fmla="*/ 4874588 h 6858000"/>
              <a:gd name="connsiteX813" fmla="*/ 10647017 w 12192002"/>
              <a:gd name="connsiteY813" fmla="*/ 4879047 h 6858000"/>
              <a:gd name="connsiteX814" fmla="*/ 10107096 w 12192002"/>
              <a:gd name="connsiteY814" fmla="*/ 4989072 h 6858000"/>
              <a:gd name="connsiteX815" fmla="*/ 9439953 w 12192002"/>
              <a:gd name="connsiteY815" fmla="*/ 4909921 h 6858000"/>
              <a:gd name="connsiteX816" fmla="*/ 9470279 w 12192002"/>
              <a:gd name="connsiteY816" fmla="*/ 4872131 h 6858000"/>
              <a:gd name="connsiteX817" fmla="*/ 10565024 w 12192002"/>
              <a:gd name="connsiteY817" fmla="*/ 4781269 h 6858000"/>
              <a:gd name="connsiteX818" fmla="*/ 9922490 w 12192002"/>
              <a:gd name="connsiteY818" fmla="*/ 4287833 h 6858000"/>
              <a:gd name="connsiteX819" fmla="*/ 9920481 w 12192002"/>
              <a:gd name="connsiteY819" fmla="*/ 4288346 h 6858000"/>
              <a:gd name="connsiteX820" fmla="*/ 9916127 w 12192002"/>
              <a:gd name="connsiteY820" fmla="*/ 4288836 h 6858000"/>
              <a:gd name="connsiteX821" fmla="*/ 9791125 w 12192002"/>
              <a:gd name="connsiteY821" fmla="*/ 4367248 h 6858000"/>
              <a:gd name="connsiteX822" fmla="*/ 9528364 w 12192002"/>
              <a:gd name="connsiteY822" fmla="*/ 4451767 h 6858000"/>
              <a:gd name="connsiteX823" fmla="*/ 8629850 w 12192002"/>
              <a:gd name="connsiteY823" fmla="*/ 4613329 h 6858000"/>
              <a:gd name="connsiteX824" fmla="*/ 8600239 w 12192002"/>
              <a:gd name="connsiteY824" fmla="*/ 4596243 h 6858000"/>
              <a:gd name="connsiteX825" fmla="*/ 9761570 w 12192002"/>
              <a:gd name="connsiteY825" fmla="*/ 4182283 h 6858000"/>
              <a:gd name="connsiteX826" fmla="*/ 9368237 w 12192002"/>
              <a:gd name="connsiteY826" fmla="*/ 3949470 h 6858000"/>
              <a:gd name="connsiteX827" fmla="*/ 9354614 w 12192002"/>
              <a:gd name="connsiteY827" fmla="*/ 3951288 h 6858000"/>
              <a:gd name="connsiteX828" fmla="*/ 8364351 w 12192002"/>
              <a:gd name="connsiteY828" fmla="*/ 4159267 h 6858000"/>
              <a:gd name="connsiteX829" fmla="*/ 8386567 w 12192002"/>
              <a:gd name="connsiteY829" fmla="*/ 4119760 h 6858000"/>
              <a:gd name="connsiteX830" fmla="*/ 9231713 w 12192002"/>
              <a:gd name="connsiteY830" fmla="*/ 3873539 h 6858000"/>
              <a:gd name="connsiteX831" fmla="*/ 9023301 w 12192002"/>
              <a:gd name="connsiteY831" fmla="*/ 3763109 h 6858000"/>
              <a:gd name="connsiteX832" fmla="*/ 9010556 w 12192002"/>
              <a:gd name="connsiteY832" fmla="*/ 3758998 h 6858000"/>
              <a:gd name="connsiteX833" fmla="*/ 8604324 w 12192002"/>
              <a:gd name="connsiteY833" fmla="*/ 3417171 h 6858000"/>
              <a:gd name="connsiteX834" fmla="*/ 8218577 w 12192002"/>
              <a:gd name="connsiteY834" fmla="*/ 2770227 h 6858000"/>
              <a:gd name="connsiteX835" fmla="*/ 8222774 w 12192002"/>
              <a:gd name="connsiteY835" fmla="*/ 2749954 h 6858000"/>
              <a:gd name="connsiteX836" fmla="*/ 8297623 w 12192002"/>
              <a:gd name="connsiteY836" fmla="*/ 2731935 h 6858000"/>
              <a:gd name="connsiteX837" fmla="*/ 9090618 w 12192002"/>
              <a:gd name="connsiteY837" fmla="*/ 3716225 h 6858000"/>
              <a:gd name="connsiteX838" fmla="*/ 9762441 w 12192002"/>
              <a:gd name="connsiteY838" fmla="*/ 4093587 h 6858000"/>
              <a:gd name="connsiteX839" fmla="*/ 9717826 w 12192002"/>
              <a:gd name="connsiteY839" fmla="*/ 3916719 h 6858000"/>
              <a:gd name="connsiteX840" fmla="*/ 9713123 w 12192002"/>
              <a:gd name="connsiteY840" fmla="*/ 3916663 h 6858000"/>
              <a:gd name="connsiteX841" fmla="*/ 9175594 w 12192002"/>
              <a:gd name="connsiteY841" fmla="*/ 3326950 h 6858000"/>
              <a:gd name="connsiteX842" fmla="*/ 9253941 w 12192002"/>
              <a:gd name="connsiteY842" fmla="*/ 3287566 h 6858000"/>
              <a:gd name="connsiteX843" fmla="*/ 9625671 w 12192002"/>
              <a:gd name="connsiteY843" fmla="*/ 3639960 h 6858000"/>
              <a:gd name="connsiteX844" fmla="*/ 9656881 w 12192002"/>
              <a:gd name="connsiteY844" fmla="*/ 3333361 h 6858000"/>
              <a:gd name="connsiteX845" fmla="*/ 9782066 w 12192002"/>
              <a:gd name="connsiteY845" fmla="*/ 2680771 h 6858000"/>
              <a:gd name="connsiteX846" fmla="*/ 9854151 w 12192002"/>
              <a:gd name="connsiteY846" fmla="*/ 2642862 h 6858000"/>
              <a:gd name="connsiteX847" fmla="*/ 11114299 w 12192002"/>
              <a:gd name="connsiteY847" fmla="*/ 2390555 h 6858000"/>
              <a:gd name="connsiteX848" fmla="*/ 11113373 w 12192002"/>
              <a:gd name="connsiteY848" fmla="*/ 2392739 h 6858000"/>
              <a:gd name="connsiteX849" fmla="*/ 11117197 w 12192002"/>
              <a:gd name="connsiteY849" fmla="*/ 2394358 h 6858000"/>
              <a:gd name="connsiteX850" fmla="*/ 11114299 w 12192002"/>
              <a:gd name="connsiteY850" fmla="*/ 2390555 h 6858000"/>
              <a:gd name="connsiteX851" fmla="*/ 10506276 w 12192002"/>
              <a:gd name="connsiteY851" fmla="*/ 2118977 h 6858000"/>
              <a:gd name="connsiteX852" fmla="*/ 10431542 w 12192002"/>
              <a:gd name="connsiteY852" fmla="*/ 2525128 h 6858000"/>
              <a:gd name="connsiteX853" fmla="*/ 10391375 w 12192002"/>
              <a:gd name="connsiteY853" fmla="*/ 2667145 h 6858000"/>
              <a:gd name="connsiteX854" fmla="*/ 10355047 w 12192002"/>
              <a:gd name="connsiteY854" fmla="*/ 2832031 h 6858000"/>
              <a:gd name="connsiteX855" fmla="*/ 10336080 w 12192002"/>
              <a:gd name="connsiteY855" fmla="*/ 2927011 h 6858000"/>
              <a:gd name="connsiteX856" fmla="*/ 10389394 w 12192002"/>
              <a:gd name="connsiteY856" fmla="*/ 2782834 h 6858000"/>
              <a:gd name="connsiteX857" fmla="*/ 10506276 w 12192002"/>
              <a:gd name="connsiteY857" fmla="*/ 2118977 h 6858000"/>
              <a:gd name="connsiteX858" fmla="*/ 11538179 w 12192002"/>
              <a:gd name="connsiteY858" fmla="*/ 2090376 h 6858000"/>
              <a:gd name="connsiteX859" fmla="*/ 11577479 w 12192002"/>
              <a:gd name="connsiteY859" fmla="*/ 2228695 h 6858000"/>
              <a:gd name="connsiteX860" fmla="*/ 11586754 w 12192002"/>
              <a:gd name="connsiteY860" fmla="*/ 2266098 h 6858000"/>
              <a:gd name="connsiteX861" fmla="*/ 11609011 w 12192002"/>
              <a:gd name="connsiteY861" fmla="*/ 2353427 h 6858000"/>
              <a:gd name="connsiteX862" fmla="*/ 11761579 w 12192002"/>
              <a:gd name="connsiteY862" fmla="*/ 2703223 h 6858000"/>
              <a:gd name="connsiteX863" fmla="*/ 11877711 w 12192002"/>
              <a:gd name="connsiteY863" fmla="*/ 2947465 h 6858000"/>
              <a:gd name="connsiteX864" fmla="*/ 11538179 w 12192002"/>
              <a:gd name="connsiteY864" fmla="*/ 2090376 h 6858000"/>
              <a:gd name="connsiteX865" fmla="*/ 6604735 w 12192002"/>
              <a:gd name="connsiteY865" fmla="*/ 2041381 h 6858000"/>
              <a:gd name="connsiteX866" fmla="*/ 7204487 w 12192002"/>
              <a:gd name="connsiteY866" fmla="*/ 2742112 h 6858000"/>
              <a:gd name="connsiteX867" fmla="*/ 7131592 w 12192002"/>
              <a:gd name="connsiteY867" fmla="*/ 2672096 h 6858000"/>
              <a:gd name="connsiteX868" fmla="*/ 6996344 w 12192002"/>
              <a:gd name="connsiteY868" fmla="*/ 2518310 h 6858000"/>
              <a:gd name="connsiteX869" fmla="*/ 6735495 w 12192002"/>
              <a:gd name="connsiteY869" fmla="*/ 2196890 h 6858000"/>
              <a:gd name="connsiteX870" fmla="*/ 6721901 w 12192002"/>
              <a:gd name="connsiteY870" fmla="*/ 2179274 h 6858000"/>
              <a:gd name="connsiteX871" fmla="*/ 6604735 w 12192002"/>
              <a:gd name="connsiteY871" fmla="*/ 2041381 h 6858000"/>
              <a:gd name="connsiteX872" fmla="*/ 11488421 w 12192002"/>
              <a:gd name="connsiteY872" fmla="*/ 2034549 h 6858000"/>
              <a:gd name="connsiteX873" fmla="*/ 11840356 w 12192002"/>
              <a:gd name="connsiteY873" fmla="*/ 2932293 h 6858000"/>
              <a:gd name="connsiteX874" fmla="*/ 11736331 w 12192002"/>
              <a:gd name="connsiteY874" fmla="*/ 2715710 h 6858000"/>
              <a:gd name="connsiteX875" fmla="*/ 11581560 w 12192002"/>
              <a:gd name="connsiteY875" fmla="*/ 2360474 h 6858000"/>
              <a:gd name="connsiteX876" fmla="*/ 11558442 w 12192002"/>
              <a:gd name="connsiteY876" fmla="*/ 2272139 h 6858000"/>
              <a:gd name="connsiteX877" fmla="*/ 11549169 w 12192002"/>
              <a:gd name="connsiteY877" fmla="*/ 2234734 h 6858000"/>
              <a:gd name="connsiteX878" fmla="*/ 11488421 w 12192002"/>
              <a:gd name="connsiteY878" fmla="*/ 2034549 h 6858000"/>
              <a:gd name="connsiteX879" fmla="*/ 10468916 w 12192002"/>
              <a:gd name="connsiteY879" fmla="*/ 2032338 h 6858000"/>
              <a:gd name="connsiteX880" fmla="*/ 10421480 w 12192002"/>
              <a:gd name="connsiteY880" fmla="*/ 2185446 h 6858000"/>
              <a:gd name="connsiteX881" fmla="*/ 10351264 w 12192002"/>
              <a:gd name="connsiteY881" fmla="*/ 2591574 h 6858000"/>
              <a:gd name="connsiteX882" fmla="*/ 10294485 w 12192002"/>
              <a:gd name="connsiteY882" fmla="*/ 2991809 h 6858000"/>
              <a:gd name="connsiteX883" fmla="*/ 10327850 w 12192002"/>
              <a:gd name="connsiteY883" fmla="*/ 2826310 h 6858000"/>
              <a:gd name="connsiteX884" fmla="*/ 10364099 w 12192002"/>
              <a:gd name="connsiteY884" fmla="*/ 2660098 h 6858000"/>
              <a:gd name="connsiteX885" fmla="*/ 10404725 w 12192002"/>
              <a:gd name="connsiteY885" fmla="*/ 2516991 h 6858000"/>
              <a:gd name="connsiteX886" fmla="*/ 10478071 w 12192002"/>
              <a:gd name="connsiteY886" fmla="*/ 2114122 h 6858000"/>
              <a:gd name="connsiteX887" fmla="*/ 10468916 w 12192002"/>
              <a:gd name="connsiteY887" fmla="*/ 2032338 h 6858000"/>
              <a:gd name="connsiteX888" fmla="*/ 10573132 w 12192002"/>
              <a:gd name="connsiteY888" fmla="*/ 1991479 h 6858000"/>
              <a:gd name="connsiteX889" fmla="*/ 11066880 w 12192002"/>
              <a:gd name="connsiteY889" fmla="*/ 2371770 h 6858000"/>
              <a:gd name="connsiteX890" fmla="*/ 10573132 w 12192002"/>
              <a:gd name="connsiteY890" fmla="*/ 1991479 h 6858000"/>
              <a:gd name="connsiteX891" fmla="*/ 6591670 w 12192002"/>
              <a:gd name="connsiteY891" fmla="*/ 1988277 h 6858000"/>
              <a:gd name="connsiteX892" fmla="*/ 6747349 w 12192002"/>
              <a:gd name="connsiteY892" fmla="*/ 2160069 h 6858000"/>
              <a:gd name="connsiteX893" fmla="*/ 6760943 w 12192002"/>
              <a:gd name="connsiteY893" fmla="*/ 2177686 h 6858000"/>
              <a:gd name="connsiteX894" fmla="*/ 7021065 w 12192002"/>
              <a:gd name="connsiteY894" fmla="*/ 2498102 h 6858000"/>
              <a:gd name="connsiteX895" fmla="*/ 7155223 w 12192002"/>
              <a:gd name="connsiteY895" fmla="*/ 2650386 h 6858000"/>
              <a:gd name="connsiteX896" fmla="*/ 7203167 w 12192002"/>
              <a:gd name="connsiteY896" fmla="*/ 2697288 h 6858000"/>
              <a:gd name="connsiteX897" fmla="*/ 6937703 w 12192002"/>
              <a:gd name="connsiteY897" fmla="*/ 2321981 h 6858000"/>
              <a:gd name="connsiteX898" fmla="*/ 6591670 w 12192002"/>
              <a:gd name="connsiteY898" fmla="*/ 1988277 h 6858000"/>
              <a:gd name="connsiteX899" fmla="*/ 5798670 w 12192002"/>
              <a:gd name="connsiteY899" fmla="*/ 1981601 h 6858000"/>
              <a:gd name="connsiteX900" fmla="*/ 5754709 w 12192002"/>
              <a:gd name="connsiteY900" fmla="*/ 2071454 h 6858000"/>
              <a:gd name="connsiteX901" fmla="*/ 5763044 w 12192002"/>
              <a:gd name="connsiteY901" fmla="*/ 2842206 h 6858000"/>
              <a:gd name="connsiteX902" fmla="*/ 5764974 w 12192002"/>
              <a:gd name="connsiteY902" fmla="*/ 2799609 h 6858000"/>
              <a:gd name="connsiteX903" fmla="*/ 5767665 w 12192002"/>
              <a:gd name="connsiteY903" fmla="*/ 2666409 h 6858000"/>
              <a:gd name="connsiteX904" fmla="*/ 5763055 w 12192002"/>
              <a:gd name="connsiteY904" fmla="*/ 2579705 h 6858000"/>
              <a:gd name="connsiteX905" fmla="*/ 5758079 w 12192002"/>
              <a:gd name="connsiteY905" fmla="*/ 2492508 h 6858000"/>
              <a:gd name="connsiteX906" fmla="*/ 5779325 w 12192002"/>
              <a:gd name="connsiteY906" fmla="*/ 2197069 h 6858000"/>
              <a:gd name="connsiteX907" fmla="*/ 5798670 w 12192002"/>
              <a:gd name="connsiteY907" fmla="*/ 1981601 h 6858000"/>
              <a:gd name="connsiteX908" fmla="*/ 5829202 w 12192002"/>
              <a:gd name="connsiteY908" fmla="*/ 1971679 h 6858000"/>
              <a:gd name="connsiteX909" fmla="*/ 5809558 w 12192002"/>
              <a:gd name="connsiteY909" fmla="*/ 2198043 h 6858000"/>
              <a:gd name="connsiteX910" fmla="*/ 5788653 w 12192002"/>
              <a:gd name="connsiteY910" fmla="*/ 2489430 h 6858000"/>
              <a:gd name="connsiteX911" fmla="*/ 5793439 w 12192002"/>
              <a:gd name="connsiteY911" fmla="*/ 2575235 h 6858000"/>
              <a:gd name="connsiteX912" fmla="*/ 5796836 w 12192002"/>
              <a:gd name="connsiteY912" fmla="*/ 2637633 h 6858000"/>
              <a:gd name="connsiteX913" fmla="*/ 5818614 w 12192002"/>
              <a:gd name="connsiteY913" fmla="*/ 2473055 h 6858000"/>
              <a:gd name="connsiteX914" fmla="*/ 5829202 w 12192002"/>
              <a:gd name="connsiteY914" fmla="*/ 1971679 h 6858000"/>
              <a:gd name="connsiteX915" fmla="*/ 10578769 w 12192002"/>
              <a:gd name="connsiteY915" fmla="*/ 1962963 h 6858000"/>
              <a:gd name="connsiteX916" fmla="*/ 11073823 w 12192002"/>
              <a:gd name="connsiteY916" fmla="*/ 2338658 h 6858000"/>
              <a:gd name="connsiteX917" fmla="*/ 10578769 w 12192002"/>
              <a:gd name="connsiteY917" fmla="*/ 1962963 h 6858000"/>
              <a:gd name="connsiteX918" fmla="*/ 5911389 w 12192002"/>
              <a:gd name="connsiteY918" fmla="*/ 1898371 h 6858000"/>
              <a:gd name="connsiteX919" fmla="*/ 6237627 w 12192002"/>
              <a:gd name="connsiteY919" fmla="*/ 2231921 h 6858000"/>
              <a:gd name="connsiteX920" fmla="*/ 5911389 w 12192002"/>
              <a:gd name="connsiteY920" fmla="*/ 1898371 h 6858000"/>
              <a:gd name="connsiteX921" fmla="*/ 6944437 w 12192002"/>
              <a:gd name="connsiteY921" fmla="*/ 1575402 h 6858000"/>
              <a:gd name="connsiteX922" fmla="*/ 6304730 w 12192002"/>
              <a:gd name="connsiteY922" fmla="*/ 1766654 h 6858000"/>
              <a:gd name="connsiteX923" fmla="*/ 6944437 w 12192002"/>
              <a:gd name="connsiteY923" fmla="*/ 1575402 h 6858000"/>
              <a:gd name="connsiteX924" fmla="*/ 7019523 w 12192002"/>
              <a:gd name="connsiteY924" fmla="*/ 1519450 h 6858000"/>
              <a:gd name="connsiteX925" fmla="*/ 6298091 w 12192002"/>
              <a:gd name="connsiteY925" fmla="*/ 1737122 h 6858000"/>
              <a:gd name="connsiteX926" fmla="*/ 7019523 w 12192002"/>
              <a:gd name="connsiteY926" fmla="*/ 1519450 h 6858000"/>
              <a:gd name="connsiteX927" fmla="*/ 2399523 w 12192002"/>
              <a:gd name="connsiteY927" fmla="*/ 1428234 h 6858000"/>
              <a:gd name="connsiteX928" fmla="*/ 2224982 w 12192002"/>
              <a:gd name="connsiteY928" fmla="*/ 1826201 h 6858000"/>
              <a:gd name="connsiteX929" fmla="*/ 2096099 w 12192002"/>
              <a:gd name="connsiteY929" fmla="*/ 2345900 h 6858000"/>
              <a:gd name="connsiteX930" fmla="*/ 2283317 w 12192002"/>
              <a:gd name="connsiteY930" fmla="*/ 1796925 h 6858000"/>
              <a:gd name="connsiteX931" fmla="*/ 2448558 w 12192002"/>
              <a:gd name="connsiteY931" fmla="*/ 1373435 h 6858000"/>
              <a:gd name="connsiteX932" fmla="*/ 2312521 w 12192002"/>
              <a:gd name="connsiteY932" fmla="*/ 1806140 h 6858000"/>
              <a:gd name="connsiteX933" fmla="*/ 2127533 w 12192002"/>
              <a:gd name="connsiteY933" fmla="*/ 2348380 h 6858000"/>
              <a:gd name="connsiteX934" fmla="*/ 2358080 w 12192002"/>
              <a:gd name="connsiteY934" fmla="*/ 1866134 h 6858000"/>
              <a:gd name="connsiteX935" fmla="*/ 2407436 w 12192002"/>
              <a:gd name="connsiteY935" fmla="*/ 1651070 h 6858000"/>
              <a:gd name="connsiteX936" fmla="*/ 2448558 w 12192002"/>
              <a:gd name="connsiteY936" fmla="*/ 1373435 h 6858000"/>
              <a:gd name="connsiteX937" fmla="*/ 278707 w 12192002"/>
              <a:gd name="connsiteY937" fmla="*/ 1352270 h 6858000"/>
              <a:gd name="connsiteX938" fmla="*/ 321570 w 12192002"/>
              <a:gd name="connsiteY938" fmla="*/ 1861610 h 6858000"/>
              <a:gd name="connsiteX939" fmla="*/ 294281 w 12192002"/>
              <a:gd name="connsiteY939" fmla="*/ 1440658 h 6858000"/>
              <a:gd name="connsiteX940" fmla="*/ 1423821 w 12192002"/>
              <a:gd name="connsiteY940" fmla="*/ 1351958 h 6858000"/>
              <a:gd name="connsiteX941" fmla="*/ 1638521 w 12192002"/>
              <a:gd name="connsiteY941" fmla="*/ 1908470 h 6858000"/>
              <a:gd name="connsiteX942" fmla="*/ 1754199 w 12192002"/>
              <a:gd name="connsiteY942" fmla="*/ 2149284 h 6858000"/>
              <a:gd name="connsiteX943" fmla="*/ 1908359 w 12192002"/>
              <a:gd name="connsiteY943" fmla="*/ 2364988 h 6858000"/>
              <a:gd name="connsiteX944" fmla="*/ 1647661 w 12192002"/>
              <a:gd name="connsiteY944" fmla="*/ 1825945 h 6858000"/>
              <a:gd name="connsiteX945" fmla="*/ 1423821 w 12192002"/>
              <a:gd name="connsiteY945" fmla="*/ 1351958 h 6858000"/>
              <a:gd name="connsiteX946" fmla="*/ 9518298 w 12192002"/>
              <a:gd name="connsiteY946" fmla="*/ 1338235 h 6858000"/>
              <a:gd name="connsiteX947" fmla="*/ 9838009 w 12192002"/>
              <a:gd name="connsiteY947" fmla="*/ 2272553 h 6858000"/>
              <a:gd name="connsiteX948" fmla="*/ 9805906 w 12192002"/>
              <a:gd name="connsiteY948" fmla="*/ 2159819 h 6858000"/>
              <a:gd name="connsiteX949" fmla="*/ 9801623 w 12192002"/>
              <a:gd name="connsiteY949" fmla="*/ 2142555 h 6858000"/>
              <a:gd name="connsiteX950" fmla="*/ 9628671 w 12192002"/>
              <a:gd name="connsiteY950" fmla="*/ 1617375 h 6858000"/>
              <a:gd name="connsiteX951" fmla="*/ 9598299 w 12192002"/>
              <a:gd name="connsiteY951" fmla="*/ 1544643 h 6858000"/>
              <a:gd name="connsiteX952" fmla="*/ 9518298 w 12192002"/>
              <a:gd name="connsiteY952" fmla="*/ 1338235 h 6858000"/>
              <a:gd name="connsiteX953" fmla="*/ 1431890 w 12192002"/>
              <a:gd name="connsiteY953" fmla="*/ 1306475 h 6858000"/>
              <a:gd name="connsiteX954" fmla="*/ 1507597 w 12192002"/>
              <a:gd name="connsiteY954" fmla="*/ 1446132 h 6858000"/>
              <a:gd name="connsiteX955" fmla="*/ 1674586 w 12192002"/>
              <a:gd name="connsiteY955" fmla="*/ 1813832 h 6858000"/>
              <a:gd name="connsiteX956" fmla="*/ 1815950 w 12192002"/>
              <a:gd name="connsiteY956" fmla="*/ 2128564 h 6858000"/>
              <a:gd name="connsiteX957" fmla="*/ 1984242 w 12192002"/>
              <a:gd name="connsiteY957" fmla="*/ 2430829 h 6858000"/>
              <a:gd name="connsiteX958" fmla="*/ 2014023 w 12192002"/>
              <a:gd name="connsiteY958" fmla="*/ 2450995 h 6858000"/>
              <a:gd name="connsiteX959" fmla="*/ 1747337 w 12192002"/>
              <a:gd name="connsiteY959" fmla="*/ 1855264 h 6858000"/>
              <a:gd name="connsiteX960" fmla="*/ 1533749 w 12192002"/>
              <a:gd name="connsiteY960" fmla="*/ 1478656 h 6858000"/>
              <a:gd name="connsiteX961" fmla="*/ 1431890 w 12192002"/>
              <a:gd name="connsiteY961" fmla="*/ 1306475 h 6858000"/>
              <a:gd name="connsiteX962" fmla="*/ 5052692 w 12192002"/>
              <a:gd name="connsiteY962" fmla="*/ 1292994 h 6858000"/>
              <a:gd name="connsiteX963" fmla="*/ 5200661 w 12192002"/>
              <a:gd name="connsiteY963" fmla="*/ 1635186 h 6858000"/>
              <a:gd name="connsiteX964" fmla="*/ 5297138 w 12192002"/>
              <a:gd name="connsiteY964" fmla="*/ 1906351 h 6858000"/>
              <a:gd name="connsiteX965" fmla="*/ 5052692 w 12192002"/>
              <a:gd name="connsiteY965" fmla="*/ 1292994 h 6858000"/>
              <a:gd name="connsiteX966" fmla="*/ 9528078 w 12192002"/>
              <a:gd name="connsiteY966" fmla="*/ 1278636 h 6858000"/>
              <a:gd name="connsiteX967" fmla="*/ 9623946 w 12192002"/>
              <a:gd name="connsiteY967" fmla="*/ 1534260 h 6858000"/>
              <a:gd name="connsiteX968" fmla="*/ 9654858 w 12192002"/>
              <a:gd name="connsiteY968" fmla="*/ 1607218 h 6858000"/>
              <a:gd name="connsiteX969" fmla="*/ 9826304 w 12192002"/>
              <a:gd name="connsiteY969" fmla="*/ 2125320 h 6858000"/>
              <a:gd name="connsiteX970" fmla="*/ 9701198 w 12192002"/>
              <a:gd name="connsiteY970" fmla="*/ 1646797 h 6858000"/>
              <a:gd name="connsiteX971" fmla="*/ 9528078 w 12192002"/>
              <a:gd name="connsiteY971" fmla="*/ 1278636 h 6858000"/>
              <a:gd name="connsiteX972" fmla="*/ 5009948 w 12192002"/>
              <a:gd name="connsiteY972" fmla="*/ 1273619 h 6858000"/>
              <a:gd name="connsiteX973" fmla="*/ 5121777 w 12192002"/>
              <a:gd name="connsiteY973" fmla="*/ 1654213 h 6858000"/>
              <a:gd name="connsiteX974" fmla="*/ 5293545 w 12192002"/>
              <a:gd name="connsiteY974" fmla="*/ 2072247 h 6858000"/>
              <a:gd name="connsiteX975" fmla="*/ 5294042 w 12192002"/>
              <a:gd name="connsiteY975" fmla="*/ 2065019 h 6858000"/>
              <a:gd name="connsiteX976" fmla="*/ 5171936 w 12192002"/>
              <a:gd name="connsiteY976" fmla="*/ 1647613 h 6858000"/>
              <a:gd name="connsiteX977" fmla="*/ 5009948 w 12192002"/>
              <a:gd name="connsiteY977" fmla="*/ 1273619 h 6858000"/>
              <a:gd name="connsiteX978" fmla="*/ 655236 w 12192002"/>
              <a:gd name="connsiteY978" fmla="*/ 1268632 h 6858000"/>
              <a:gd name="connsiteX979" fmla="*/ 839521 w 12192002"/>
              <a:gd name="connsiteY979" fmla="*/ 1685315 h 6858000"/>
              <a:gd name="connsiteX980" fmla="*/ 1109416 w 12192002"/>
              <a:gd name="connsiteY980" fmla="*/ 2061663 h 6858000"/>
              <a:gd name="connsiteX981" fmla="*/ 1298300 w 12192002"/>
              <a:gd name="connsiteY981" fmla="*/ 2247742 h 6858000"/>
              <a:gd name="connsiteX982" fmla="*/ 1125871 w 12192002"/>
              <a:gd name="connsiteY982" fmla="*/ 1989513 h 6858000"/>
              <a:gd name="connsiteX983" fmla="*/ 981574 w 12192002"/>
              <a:gd name="connsiteY983" fmla="*/ 1783157 h 6858000"/>
              <a:gd name="connsiteX984" fmla="*/ 922198 w 12192002"/>
              <a:gd name="connsiteY984" fmla="*/ 1677437 h 6858000"/>
              <a:gd name="connsiteX985" fmla="*/ 869293 w 12192002"/>
              <a:gd name="connsiteY985" fmla="*/ 1583214 h 6858000"/>
              <a:gd name="connsiteX986" fmla="*/ 751431 w 12192002"/>
              <a:gd name="connsiteY986" fmla="*/ 1405731 h 6858000"/>
              <a:gd name="connsiteX987" fmla="*/ 6516292 w 12192002"/>
              <a:gd name="connsiteY987" fmla="*/ 1263064 h 6858000"/>
              <a:gd name="connsiteX988" fmla="*/ 5736320 w 12192002"/>
              <a:gd name="connsiteY988" fmla="*/ 1501803 h 6858000"/>
              <a:gd name="connsiteX989" fmla="*/ 6516292 w 12192002"/>
              <a:gd name="connsiteY989" fmla="*/ 1263064 h 6858000"/>
              <a:gd name="connsiteX990" fmla="*/ 291466 w 12192002"/>
              <a:gd name="connsiteY990" fmla="*/ 1250369 h 6858000"/>
              <a:gd name="connsiteX991" fmla="*/ 323180 w 12192002"/>
              <a:gd name="connsiteY991" fmla="*/ 1435283 h 6858000"/>
              <a:gd name="connsiteX992" fmla="*/ 349381 w 12192002"/>
              <a:gd name="connsiteY992" fmla="*/ 1875041 h 6858000"/>
              <a:gd name="connsiteX993" fmla="*/ 374363 w 12192002"/>
              <a:gd name="connsiteY993" fmla="*/ 1506494 h 6858000"/>
              <a:gd name="connsiteX994" fmla="*/ 302168 w 12192002"/>
              <a:gd name="connsiteY994" fmla="*/ 1274495 h 6858000"/>
              <a:gd name="connsiteX995" fmla="*/ 291466 w 12192002"/>
              <a:gd name="connsiteY995" fmla="*/ 1250369 h 6858000"/>
              <a:gd name="connsiteX996" fmla="*/ 678222 w 12192002"/>
              <a:gd name="connsiteY996" fmla="*/ 1248670 h 6858000"/>
              <a:gd name="connsiteX997" fmla="*/ 775536 w 12192002"/>
              <a:gd name="connsiteY997" fmla="*/ 1388015 h 6858000"/>
              <a:gd name="connsiteX998" fmla="*/ 894529 w 12192002"/>
              <a:gd name="connsiteY998" fmla="*/ 1567739 h 6858000"/>
              <a:gd name="connsiteX999" fmla="*/ 948000 w 12192002"/>
              <a:gd name="connsiteY999" fmla="*/ 1663088 h 6858000"/>
              <a:gd name="connsiteX1000" fmla="*/ 1006812 w 12192002"/>
              <a:gd name="connsiteY1000" fmla="*/ 1767683 h 6858000"/>
              <a:gd name="connsiteX1001" fmla="*/ 1149133 w 12192002"/>
              <a:gd name="connsiteY1001" fmla="*/ 1971513 h 6858000"/>
              <a:gd name="connsiteX1002" fmla="*/ 1333952 w 12192002"/>
              <a:gd name="connsiteY1002" fmla="*/ 2251620 h 6858000"/>
              <a:gd name="connsiteX1003" fmla="*/ 1337329 w 12192002"/>
              <a:gd name="connsiteY1003" fmla="*/ 2258350 h 6858000"/>
              <a:gd name="connsiteX1004" fmla="*/ 1014726 w 12192002"/>
              <a:gd name="connsiteY1004" fmla="*/ 1615556 h 6858000"/>
              <a:gd name="connsiteX1005" fmla="*/ 678222 w 12192002"/>
              <a:gd name="connsiteY1005" fmla="*/ 1248670 h 6858000"/>
              <a:gd name="connsiteX1006" fmla="*/ 9441752 w 12192002"/>
              <a:gd name="connsiteY1006" fmla="*/ 1245311 h 6858000"/>
              <a:gd name="connsiteX1007" fmla="*/ 9278979 w 12192002"/>
              <a:gd name="connsiteY1007" fmla="*/ 1406236 h 6858000"/>
              <a:gd name="connsiteX1008" fmla="*/ 9235540 w 12192002"/>
              <a:gd name="connsiteY1008" fmla="*/ 1546869 h 6858000"/>
              <a:gd name="connsiteX1009" fmla="*/ 9264074 w 12192002"/>
              <a:gd name="connsiteY1009" fmla="*/ 1557016 h 6858000"/>
              <a:gd name="connsiteX1010" fmla="*/ 9441752 w 12192002"/>
              <a:gd name="connsiteY1010" fmla="*/ 1245311 h 6858000"/>
              <a:gd name="connsiteX1011" fmla="*/ 6691602 w 12192002"/>
              <a:gd name="connsiteY1011" fmla="*/ 1140573 h 6858000"/>
              <a:gd name="connsiteX1012" fmla="*/ 6571100 w 12192002"/>
              <a:gd name="connsiteY1012" fmla="*/ 1183662 h 6858000"/>
              <a:gd name="connsiteX1013" fmla="*/ 6241687 w 12192002"/>
              <a:gd name="connsiteY1013" fmla="*/ 1257600 h 6858000"/>
              <a:gd name="connsiteX1014" fmla="*/ 5693009 w 12192002"/>
              <a:gd name="connsiteY1014" fmla="*/ 1478256 h 6858000"/>
              <a:gd name="connsiteX1015" fmla="*/ 6548420 w 12192002"/>
              <a:gd name="connsiteY1015" fmla="*/ 1214599 h 6858000"/>
              <a:gd name="connsiteX1016" fmla="*/ 6605473 w 12192002"/>
              <a:gd name="connsiteY1016" fmla="*/ 1184686 h 6858000"/>
              <a:gd name="connsiteX1017" fmla="*/ 6691602 w 12192002"/>
              <a:gd name="connsiteY1017" fmla="*/ 1140573 h 6858000"/>
              <a:gd name="connsiteX1018" fmla="*/ 4002475 w 12192002"/>
              <a:gd name="connsiteY1018" fmla="*/ 1037802 h 6858000"/>
              <a:gd name="connsiteX1019" fmla="*/ 4000324 w 12192002"/>
              <a:gd name="connsiteY1019" fmla="*/ 1039362 h 6858000"/>
              <a:gd name="connsiteX1020" fmla="*/ 4002862 w 12192002"/>
              <a:gd name="connsiteY1020" fmla="*/ 1042866 h 6858000"/>
              <a:gd name="connsiteX1021" fmla="*/ 4002475 w 12192002"/>
              <a:gd name="connsiteY1021" fmla="*/ 1037802 h 6858000"/>
              <a:gd name="connsiteX1022" fmla="*/ 506322 w 12192002"/>
              <a:gd name="connsiteY1022" fmla="*/ 1020997 h 6858000"/>
              <a:gd name="connsiteX1023" fmla="*/ 533068 w 12192002"/>
              <a:gd name="connsiteY1023" fmla="*/ 1029409 h 6858000"/>
              <a:gd name="connsiteX1024" fmla="*/ 1232525 w 12192002"/>
              <a:gd name="connsiteY1024" fmla="*/ 1804675 h 6858000"/>
              <a:gd name="connsiteX1025" fmla="*/ 1388858 w 12192002"/>
              <a:gd name="connsiteY1025" fmla="*/ 2368011 h 6858000"/>
              <a:gd name="connsiteX1026" fmla="*/ 1384098 w 12192002"/>
              <a:gd name="connsiteY1026" fmla="*/ 2378125 h 6858000"/>
              <a:gd name="connsiteX1027" fmla="*/ 1425393 w 12192002"/>
              <a:gd name="connsiteY1027" fmla="*/ 2589124 h 6858000"/>
              <a:gd name="connsiteX1028" fmla="*/ 1424001 w 12192002"/>
              <a:gd name="connsiteY1028" fmla="*/ 2597541 h 6858000"/>
              <a:gd name="connsiteX1029" fmla="*/ 2152729 w 12192002"/>
              <a:gd name="connsiteY1029" fmla="*/ 2864487 h 6858000"/>
              <a:gd name="connsiteX1030" fmla="*/ 2020609 w 12192002"/>
              <a:gd name="connsiteY1030" fmla="*/ 2539671 h 6858000"/>
              <a:gd name="connsiteX1031" fmla="*/ 2018920 w 12192002"/>
              <a:gd name="connsiteY1031" fmla="*/ 2536309 h 6858000"/>
              <a:gd name="connsiteX1032" fmla="*/ 1342441 w 12192002"/>
              <a:gd name="connsiteY1032" fmla="*/ 1173017 h 6858000"/>
              <a:gd name="connsiteX1033" fmla="*/ 1367925 w 12192002"/>
              <a:gd name="connsiteY1033" fmla="*/ 1135648 h 6858000"/>
              <a:gd name="connsiteX1034" fmla="*/ 1771401 w 12192002"/>
              <a:gd name="connsiteY1034" fmla="*/ 1806673 h 6858000"/>
              <a:gd name="connsiteX1035" fmla="*/ 1972385 w 12192002"/>
              <a:gd name="connsiteY1035" fmla="*/ 2198735 h 6858000"/>
              <a:gd name="connsiteX1036" fmla="*/ 2040892 w 12192002"/>
              <a:gd name="connsiteY1036" fmla="*/ 2405205 h 6858000"/>
              <a:gd name="connsiteX1037" fmla="*/ 2131689 w 12192002"/>
              <a:gd name="connsiteY1037" fmla="*/ 1936926 h 6858000"/>
              <a:gd name="connsiteX1038" fmla="*/ 2454820 w 12192002"/>
              <a:gd name="connsiteY1038" fmla="*/ 1248808 h 6858000"/>
              <a:gd name="connsiteX1039" fmla="*/ 2492512 w 12192002"/>
              <a:gd name="connsiteY1039" fmla="*/ 1302920 h 6858000"/>
              <a:gd name="connsiteX1040" fmla="*/ 2081216 w 12192002"/>
              <a:gd name="connsiteY1040" fmla="*/ 2527513 h 6858000"/>
              <a:gd name="connsiteX1041" fmla="*/ 2081211 w 12192002"/>
              <a:gd name="connsiteY1041" fmla="*/ 2528916 h 6858000"/>
              <a:gd name="connsiteX1042" fmla="*/ 2199067 w 12192002"/>
              <a:gd name="connsiteY1042" fmla="*/ 2884061 h 6858000"/>
              <a:gd name="connsiteX1043" fmla="*/ 3192586 w 12192002"/>
              <a:gd name="connsiteY1043" fmla="*/ 3411496 h 6858000"/>
              <a:gd name="connsiteX1044" fmla="*/ 3182620 w 12192002"/>
              <a:gd name="connsiteY1044" fmla="*/ 3483279 h 6858000"/>
              <a:gd name="connsiteX1045" fmla="*/ 2435119 w 12192002"/>
              <a:gd name="connsiteY1045" fmla="*/ 3080173 h 6858000"/>
              <a:gd name="connsiteX1046" fmla="*/ 2410152 w 12192002"/>
              <a:gd name="connsiteY1046" fmla="*/ 3063751 h 6858000"/>
              <a:gd name="connsiteX1047" fmla="*/ 2408099 w 12192002"/>
              <a:gd name="connsiteY1047" fmla="*/ 3064403 h 6858000"/>
              <a:gd name="connsiteX1048" fmla="*/ 2407218 w 12192002"/>
              <a:gd name="connsiteY1048" fmla="*/ 3070324 h 6858000"/>
              <a:gd name="connsiteX1049" fmla="*/ 2380138 w 12192002"/>
              <a:gd name="connsiteY1049" fmla="*/ 3099341 h 6858000"/>
              <a:gd name="connsiteX1050" fmla="*/ 1765923 w 12192002"/>
              <a:gd name="connsiteY1050" fmla="*/ 3581043 h 6858000"/>
              <a:gd name="connsiteX1051" fmla="*/ 1702258 w 12192002"/>
              <a:gd name="connsiteY1051" fmla="*/ 3612286 h 6858000"/>
              <a:gd name="connsiteX1052" fmla="*/ 1538370 w 12192002"/>
              <a:gd name="connsiteY1052" fmla="*/ 3811804 h 6858000"/>
              <a:gd name="connsiteX1053" fmla="*/ 542867 w 12192002"/>
              <a:gd name="connsiteY1053" fmla="*/ 4944092 h 6858000"/>
              <a:gd name="connsiteX1054" fmla="*/ 515800 w 12192002"/>
              <a:gd name="connsiteY1054" fmla="*/ 4862180 h 6858000"/>
              <a:gd name="connsiteX1055" fmla="*/ 909145 w 12192002"/>
              <a:gd name="connsiteY1055" fmla="*/ 4199225 h 6858000"/>
              <a:gd name="connsiteX1056" fmla="*/ 1214067 w 12192002"/>
              <a:gd name="connsiteY1056" fmla="*/ 3908561 h 6858000"/>
              <a:gd name="connsiteX1057" fmla="*/ 640967 w 12192002"/>
              <a:gd name="connsiteY1057" fmla="*/ 4105601 h 6858000"/>
              <a:gd name="connsiteX1058" fmla="*/ 112563 w 12192002"/>
              <a:gd name="connsiteY1058" fmla="*/ 4396952 h 6858000"/>
              <a:gd name="connsiteX1059" fmla="*/ 0 w 12192002"/>
              <a:gd name="connsiteY1059" fmla="*/ 4466006 h 6858000"/>
              <a:gd name="connsiteX1060" fmla="*/ 0 w 12192002"/>
              <a:gd name="connsiteY1060" fmla="*/ 4233763 h 6858000"/>
              <a:gd name="connsiteX1061" fmla="*/ 36881 w 12192002"/>
              <a:gd name="connsiteY1061" fmla="*/ 4200118 h 6858000"/>
              <a:gd name="connsiteX1062" fmla="*/ 910534 w 12192002"/>
              <a:gd name="connsiteY1062" fmla="*/ 3629753 h 6858000"/>
              <a:gd name="connsiteX1063" fmla="*/ 1578717 w 12192002"/>
              <a:gd name="connsiteY1063" fmla="*/ 3575982 h 6858000"/>
              <a:gd name="connsiteX1064" fmla="*/ 2338780 w 12192002"/>
              <a:gd name="connsiteY1064" fmla="*/ 3033725 h 6858000"/>
              <a:gd name="connsiteX1065" fmla="*/ 1807991 w 12192002"/>
              <a:gd name="connsiteY1065" fmla="*/ 2807184 h 6858000"/>
              <a:gd name="connsiteX1066" fmla="*/ 1416358 w 12192002"/>
              <a:gd name="connsiteY1066" fmla="*/ 3112571 h 6858000"/>
              <a:gd name="connsiteX1067" fmla="*/ 939066 w 12192002"/>
              <a:gd name="connsiteY1067" fmla="*/ 3378798 h 6858000"/>
              <a:gd name="connsiteX1068" fmla="*/ 115099 w 12192002"/>
              <a:gd name="connsiteY1068" fmla="*/ 3607650 h 6858000"/>
              <a:gd name="connsiteX1069" fmla="*/ 97284 w 12192002"/>
              <a:gd name="connsiteY1069" fmla="*/ 3520393 h 6858000"/>
              <a:gd name="connsiteX1070" fmla="*/ 922050 w 12192002"/>
              <a:gd name="connsiteY1070" fmla="*/ 3074867 h 6858000"/>
              <a:gd name="connsiteX1071" fmla="*/ 1405265 w 12192002"/>
              <a:gd name="connsiteY1071" fmla="*/ 3016319 h 6858000"/>
              <a:gd name="connsiteX1072" fmla="*/ 1407512 w 12192002"/>
              <a:gd name="connsiteY1072" fmla="*/ 3018001 h 6858000"/>
              <a:gd name="connsiteX1073" fmla="*/ 1726266 w 12192002"/>
              <a:gd name="connsiteY1073" fmla="*/ 2777274 h 6858000"/>
              <a:gd name="connsiteX1074" fmla="*/ 625390 w 12192002"/>
              <a:gd name="connsiteY1074" fmla="*/ 2514541 h 6858000"/>
              <a:gd name="connsiteX1075" fmla="*/ 619799 w 12192002"/>
              <a:gd name="connsiteY1075" fmla="*/ 2527180 h 6858000"/>
              <a:gd name="connsiteX1076" fmla="*/ 310030 w 12192002"/>
              <a:gd name="connsiteY1076" fmla="*/ 2771818 h 6858000"/>
              <a:gd name="connsiteX1077" fmla="*/ 173877 w 12192002"/>
              <a:gd name="connsiteY1077" fmla="*/ 2937056 h 6858000"/>
              <a:gd name="connsiteX1078" fmla="*/ 77889 w 12192002"/>
              <a:gd name="connsiteY1078" fmla="*/ 3138440 h 6858000"/>
              <a:gd name="connsiteX1079" fmla="*/ 0 w 12192002"/>
              <a:gd name="connsiteY1079" fmla="*/ 3271395 h 6858000"/>
              <a:gd name="connsiteX1080" fmla="*/ 0 w 12192002"/>
              <a:gd name="connsiteY1080" fmla="*/ 3153002 h 6858000"/>
              <a:gd name="connsiteX1081" fmla="*/ 2386 w 12192002"/>
              <a:gd name="connsiteY1081" fmla="*/ 3149203 h 6858000"/>
              <a:gd name="connsiteX1082" fmla="*/ 89753 w 12192002"/>
              <a:gd name="connsiteY1082" fmla="*/ 2987702 h 6858000"/>
              <a:gd name="connsiteX1083" fmla="*/ 76869 w 12192002"/>
              <a:gd name="connsiteY1083" fmla="*/ 3005404 h 6858000"/>
              <a:gd name="connsiteX1084" fmla="*/ 32049 w 12192002"/>
              <a:gd name="connsiteY1084" fmla="*/ 3065814 h 6858000"/>
              <a:gd name="connsiteX1085" fmla="*/ 0 w 12192002"/>
              <a:gd name="connsiteY1085" fmla="*/ 3108744 h 6858000"/>
              <a:gd name="connsiteX1086" fmla="*/ 0 w 12192002"/>
              <a:gd name="connsiteY1086" fmla="*/ 3058059 h 6858000"/>
              <a:gd name="connsiteX1087" fmla="*/ 7610 w 12192002"/>
              <a:gd name="connsiteY1087" fmla="*/ 3047889 h 6858000"/>
              <a:gd name="connsiteX1088" fmla="*/ 52419 w 12192002"/>
              <a:gd name="connsiteY1088" fmla="*/ 2987479 h 6858000"/>
              <a:gd name="connsiteX1089" fmla="*/ 59142 w 12192002"/>
              <a:gd name="connsiteY1089" fmla="*/ 2978488 h 6858000"/>
              <a:gd name="connsiteX1090" fmla="*/ 0 w 12192002"/>
              <a:gd name="connsiteY1090" fmla="*/ 3015334 h 6858000"/>
              <a:gd name="connsiteX1091" fmla="*/ 0 w 12192002"/>
              <a:gd name="connsiteY1091" fmla="*/ 2914286 h 6858000"/>
              <a:gd name="connsiteX1092" fmla="*/ 36383 w 12192002"/>
              <a:gd name="connsiteY1092" fmla="*/ 2901128 h 6858000"/>
              <a:gd name="connsiteX1093" fmla="*/ 156329 w 12192002"/>
              <a:gd name="connsiteY1093" fmla="*/ 2840533 h 6858000"/>
              <a:gd name="connsiteX1094" fmla="*/ 358355 w 12192002"/>
              <a:gd name="connsiteY1094" fmla="*/ 2620471 h 6858000"/>
              <a:gd name="connsiteX1095" fmla="*/ 510577 w 12192002"/>
              <a:gd name="connsiteY1095" fmla="*/ 2501244 h 6858000"/>
              <a:gd name="connsiteX1096" fmla="*/ 211967 w 12192002"/>
              <a:gd name="connsiteY1096" fmla="*/ 2479171 h 6858000"/>
              <a:gd name="connsiteX1097" fmla="*/ 0 w 12192002"/>
              <a:gd name="connsiteY1097" fmla="*/ 2476398 h 6858000"/>
              <a:gd name="connsiteX1098" fmla="*/ 0 w 12192002"/>
              <a:gd name="connsiteY1098" fmla="*/ 2389189 h 6858000"/>
              <a:gd name="connsiteX1099" fmla="*/ 103062 w 12192002"/>
              <a:gd name="connsiteY1099" fmla="*/ 2389518 h 6858000"/>
              <a:gd name="connsiteX1100" fmla="*/ 510734 w 12192002"/>
              <a:gd name="connsiteY1100" fmla="*/ 2416201 h 6858000"/>
              <a:gd name="connsiteX1101" fmla="*/ 279257 w 12192002"/>
              <a:gd name="connsiteY1101" fmla="*/ 2092102 h 6858000"/>
              <a:gd name="connsiteX1102" fmla="*/ 65265 w 12192002"/>
              <a:gd name="connsiteY1102" fmla="*/ 2006049 h 6858000"/>
              <a:gd name="connsiteX1103" fmla="*/ 0 w 12192002"/>
              <a:gd name="connsiteY1103" fmla="*/ 1982532 h 6858000"/>
              <a:gd name="connsiteX1104" fmla="*/ 0 w 12192002"/>
              <a:gd name="connsiteY1104" fmla="*/ 1912789 h 6858000"/>
              <a:gd name="connsiteX1105" fmla="*/ 97460 w 12192002"/>
              <a:gd name="connsiteY1105" fmla="*/ 1953725 h 6858000"/>
              <a:gd name="connsiteX1106" fmla="*/ 221272 w 12192002"/>
              <a:gd name="connsiteY1106" fmla="*/ 1980766 h 6858000"/>
              <a:gd name="connsiteX1107" fmla="*/ 116765 w 12192002"/>
              <a:gd name="connsiteY1107" fmla="*/ 1911033 h 6858000"/>
              <a:gd name="connsiteX1108" fmla="*/ 16405 w 12192002"/>
              <a:gd name="connsiteY1108" fmla="*/ 1803412 h 6858000"/>
              <a:gd name="connsiteX1109" fmla="*/ 0 w 12192002"/>
              <a:gd name="connsiteY1109" fmla="*/ 1784777 h 6858000"/>
              <a:gd name="connsiteX1110" fmla="*/ 0 w 12192002"/>
              <a:gd name="connsiteY1110" fmla="*/ 1740082 h 6858000"/>
              <a:gd name="connsiteX1111" fmla="*/ 39394 w 12192002"/>
              <a:gd name="connsiteY1111" fmla="*/ 1784856 h 6858000"/>
              <a:gd name="connsiteX1112" fmla="*/ 135813 w 12192002"/>
              <a:gd name="connsiteY1112" fmla="*/ 1888838 h 6858000"/>
              <a:gd name="connsiteX1113" fmla="*/ 242575 w 12192002"/>
              <a:gd name="connsiteY1113" fmla="*/ 1958841 h 6858000"/>
              <a:gd name="connsiteX1114" fmla="*/ 82197 w 12192002"/>
              <a:gd name="connsiteY1114" fmla="*/ 1754826 h 6858000"/>
              <a:gd name="connsiteX1115" fmla="*/ 0 w 12192002"/>
              <a:gd name="connsiteY1115" fmla="*/ 1679650 h 6858000"/>
              <a:gd name="connsiteX1116" fmla="*/ 0 w 12192002"/>
              <a:gd name="connsiteY1116" fmla="*/ 1602463 h 6858000"/>
              <a:gd name="connsiteX1117" fmla="*/ 84689 w 12192002"/>
              <a:gd name="connsiteY1117" fmla="*/ 1677442 h 6858000"/>
              <a:gd name="connsiteX1118" fmla="*/ 298437 w 12192002"/>
              <a:gd name="connsiteY1118" fmla="*/ 1968019 h 6858000"/>
              <a:gd name="connsiteX1119" fmla="*/ 227269 w 12192002"/>
              <a:gd name="connsiteY1119" fmla="*/ 1114064 h 6858000"/>
              <a:gd name="connsiteX1120" fmla="*/ 248003 w 12192002"/>
              <a:gd name="connsiteY1120" fmla="*/ 1089613 h 6858000"/>
              <a:gd name="connsiteX1121" fmla="*/ 427020 w 12192002"/>
              <a:gd name="connsiteY1121" fmla="*/ 1619803 h 6858000"/>
              <a:gd name="connsiteX1122" fmla="*/ 340345 w 12192002"/>
              <a:gd name="connsiteY1122" fmla="*/ 2027739 h 6858000"/>
              <a:gd name="connsiteX1123" fmla="*/ 360865 w 12192002"/>
              <a:gd name="connsiteY1123" fmla="*/ 2044827 h 6858000"/>
              <a:gd name="connsiteX1124" fmla="*/ 560414 w 12192002"/>
              <a:gd name="connsiteY1124" fmla="*/ 2421457 h 6858000"/>
              <a:gd name="connsiteX1125" fmla="*/ 1359703 w 12192002"/>
              <a:gd name="connsiteY1125" fmla="*/ 2578554 h 6858000"/>
              <a:gd name="connsiteX1126" fmla="*/ 1359422 w 12192002"/>
              <a:gd name="connsiteY1126" fmla="*/ 2577994 h 6858000"/>
              <a:gd name="connsiteX1127" fmla="*/ 828701 w 12192002"/>
              <a:gd name="connsiteY1127" fmla="*/ 1839520 h 6858000"/>
              <a:gd name="connsiteX1128" fmla="*/ 494427 w 12192002"/>
              <a:gd name="connsiteY1128" fmla="*/ 1092333 h 6858000"/>
              <a:gd name="connsiteX1129" fmla="*/ 506322 w 12192002"/>
              <a:gd name="connsiteY1129" fmla="*/ 1020997 h 6858000"/>
              <a:gd name="connsiteX1130" fmla="*/ 4570198 w 12192002"/>
              <a:gd name="connsiteY1130" fmla="*/ 978081 h 6858000"/>
              <a:gd name="connsiteX1131" fmla="*/ 4523691 w 12192002"/>
              <a:gd name="connsiteY1131" fmla="*/ 1127776 h 6858000"/>
              <a:gd name="connsiteX1132" fmla="*/ 4509875 w 12192002"/>
              <a:gd name="connsiteY1132" fmla="*/ 1167552 h 6858000"/>
              <a:gd name="connsiteX1133" fmla="*/ 4478168 w 12192002"/>
              <a:gd name="connsiteY1133" fmla="*/ 1260735 h 6858000"/>
              <a:gd name="connsiteX1134" fmla="*/ 4409309 w 12192002"/>
              <a:gd name="connsiteY1134" fmla="*/ 1666996 h 6858000"/>
              <a:gd name="connsiteX1135" fmla="*/ 4370031 w 12192002"/>
              <a:gd name="connsiteY1135" fmla="*/ 1955666 h 6858000"/>
              <a:gd name="connsiteX1136" fmla="*/ 4570198 w 12192002"/>
              <a:gd name="connsiteY1136" fmla="*/ 978081 h 6858000"/>
              <a:gd name="connsiteX1137" fmla="*/ 12149131 w 12192002"/>
              <a:gd name="connsiteY1137" fmla="*/ 959050 h 6858000"/>
              <a:gd name="connsiteX1138" fmla="*/ 12105664 w 12192002"/>
              <a:gd name="connsiteY1138" fmla="*/ 1006960 h 6858000"/>
              <a:gd name="connsiteX1139" fmla="*/ 11883102 w 12192002"/>
              <a:gd name="connsiteY1139" fmla="*/ 1184424 h 6858000"/>
              <a:gd name="connsiteX1140" fmla="*/ 11665174 w 12192002"/>
              <a:gd name="connsiteY1140" fmla="*/ 1317493 h 6858000"/>
              <a:gd name="connsiteX1141" fmla="*/ 11590337 w 12192002"/>
              <a:gd name="connsiteY1141" fmla="*/ 1348256 h 6858000"/>
              <a:gd name="connsiteX1142" fmla="*/ 11492588 w 12192002"/>
              <a:gd name="connsiteY1142" fmla="*/ 1390573 h 6858000"/>
              <a:gd name="connsiteX1143" fmla="*/ 11888865 w 12192002"/>
              <a:gd name="connsiteY1143" fmla="*/ 1220988 h 6858000"/>
              <a:gd name="connsiteX1144" fmla="*/ 12149131 w 12192002"/>
              <a:gd name="connsiteY1144" fmla="*/ 959050 h 6858000"/>
              <a:gd name="connsiteX1145" fmla="*/ 4557898 w 12192002"/>
              <a:gd name="connsiteY1145" fmla="*/ 900011 h 6858000"/>
              <a:gd name="connsiteX1146" fmla="*/ 4344840 w 12192002"/>
              <a:gd name="connsiteY1146" fmla="*/ 1922038 h 6858000"/>
              <a:gd name="connsiteX1147" fmla="*/ 4378710 w 12192002"/>
              <a:gd name="connsiteY1147" fmla="*/ 1665516 h 6858000"/>
              <a:gd name="connsiteX1148" fmla="*/ 4448798 w 12192002"/>
              <a:gd name="connsiteY1148" fmla="*/ 1253024 h 6858000"/>
              <a:gd name="connsiteX1149" fmla="*/ 4480315 w 12192002"/>
              <a:gd name="connsiteY1149" fmla="*/ 1158454 h 6858000"/>
              <a:gd name="connsiteX1150" fmla="*/ 4494133 w 12192002"/>
              <a:gd name="connsiteY1150" fmla="*/ 1118676 h 6858000"/>
              <a:gd name="connsiteX1151" fmla="*/ 4557898 w 12192002"/>
              <a:gd name="connsiteY1151" fmla="*/ 900011 h 6858000"/>
              <a:gd name="connsiteX1152" fmla="*/ 5870151 w 12192002"/>
              <a:gd name="connsiteY1152" fmla="*/ 898890 h 6858000"/>
              <a:gd name="connsiteX1153" fmla="*/ 5861335 w 12192002"/>
              <a:gd name="connsiteY1153" fmla="*/ 899177 h 6858000"/>
              <a:gd name="connsiteX1154" fmla="*/ 5843702 w 12192002"/>
              <a:gd name="connsiteY1154" fmla="*/ 899748 h 6858000"/>
              <a:gd name="connsiteX1155" fmla="*/ 5651107 w 12192002"/>
              <a:gd name="connsiteY1155" fmla="*/ 920306 h 6858000"/>
              <a:gd name="connsiteX1156" fmla="*/ 5459407 w 12192002"/>
              <a:gd name="connsiteY1156" fmla="*/ 940975 h 6858000"/>
              <a:gd name="connsiteX1157" fmla="*/ 5374846 w 12192002"/>
              <a:gd name="connsiteY1157" fmla="*/ 941988 h 6858000"/>
              <a:gd name="connsiteX1158" fmla="*/ 5256105 w 12192002"/>
              <a:gd name="connsiteY1158" fmla="*/ 945632 h 6858000"/>
              <a:gd name="connsiteX1159" fmla="*/ 5107071 w 12192002"/>
              <a:gd name="connsiteY1159" fmla="*/ 969720 h 6858000"/>
              <a:gd name="connsiteX1160" fmla="*/ 4998681 w 12192002"/>
              <a:gd name="connsiteY1160" fmla="*/ 988771 h 6858000"/>
              <a:gd name="connsiteX1161" fmla="*/ 5870151 w 12192002"/>
              <a:gd name="connsiteY1161" fmla="*/ 898890 h 6858000"/>
              <a:gd name="connsiteX1162" fmla="*/ 12190084 w 12192002"/>
              <a:gd name="connsiteY1162" fmla="*/ 854709 h 6858000"/>
              <a:gd name="connsiteX1163" fmla="*/ 12162947 w 12192002"/>
              <a:gd name="connsiteY1163" fmla="*/ 879275 h 6858000"/>
              <a:gd name="connsiteX1164" fmla="*/ 11721478 w 12192002"/>
              <a:gd name="connsiteY1164" fmla="*/ 1216434 h 6858000"/>
              <a:gd name="connsiteX1165" fmla="*/ 11680712 w 12192002"/>
              <a:gd name="connsiteY1165" fmla="*/ 1239730 h 6858000"/>
              <a:gd name="connsiteX1166" fmla="*/ 11505347 w 12192002"/>
              <a:gd name="connsiteY1166" fmla="*/ 1352837 h 6858000"/>
              <a:gd name="connsiteX1167" fmla="*/ 11580962 w 12192002"/>
              <a:gd name="connsiteY1167" fmla="*/ 1321759 h 6858000"/>
              <a:gd name="connsiteX1168" fmla="*/ 11654234 w 12192002"/>
              <a:gd name="connsiteY1168" fmla="*/ 1291618 h 6858000"/>
              <a:gd name="connsiteX1169" fmla="*/ 11867274 w 12192002"/>
              <a:gd name="connsiteY1169" fmla="*/ 1160983 h 6858000"/>
              <a:gd name="connsiteX1170" fmla="*/ 12086035 w 12192002"/>
              <a:gd name="connsiteY1170" fmla="*/ 986418 h 6858000"/>
              <a:gd name="connsiteX1171" fmla="*/ 12190084 w 12192002"/>
              <a:gd name="connsiteY1171" fmla="*/ 854709 h 6858000"/>
              <a:gd name="connsiteX1172" fmla="*/ 5504425 w 12192002"/>
              <a:gd name="connsiteY1172" fmla="*/ 848067 h 6858000"/>
              <a:gd name="connsiteX1173" fmla="*/ 4968849 w 12192002"/>
              <a:gd name="connsiteY1173" fmla="*/ 962318 h 6858000"/>
              <a:gd name="connsiteX1174" fmla="*/ 5104039 w 12192002"/>
              <a:gd name="connsiteY1174" fmla="*/ 940634 h 6858000"/>
              <a:gd name="connsiteX1175" fmla="*/ 5256311 w 12192002"/>
              <a:gd name="connsiteY1175" fmla="*/ 916490 h 6858000"/>
              <a:gd name="connsiteX1176" fmla="*/ 5377381 w 12192002"/>
              <a:gd name="connsiteY1176" fmla="*/ 912671 h 6858000"/>
              <a:gd name="connsiteX1177" fmla="*/ 5460148 w 12192002"/>
              <a:gd name="connsiteY1177" fmla="*/ 911442 h 6858000"/>
              <a:gd name="connsiteX1178" fmla="*/ 5648970 w 12192002"/>
              <a:gd name="connsiteY1178" fmla="*/ 891331 h 6858000"/>
              <a:gd name="connsiteX1179" fmla="*/ 5844807 w 12192002"/>
              <a:gd name="connsiteY1179" fmla="*/ 870718 h 6858000"/>
              <a:gd name="connsiteX1180" fmla="*/ 5862975 w 12192002"/>
              <a:gd name="connsiteY1180" fmla="*/ 869756 h 6858000"/>
              <a:gd name="connsiteX1181" fmla="*/ 5920887 w 12192002"/>
              <a:gd name="connsiteY1181" fmla="*/ 865929 h 6858000"/>
              <a:gd name="connsiteX1182" fmla="*/ 5504425 w 12192002"/>
              <a:gd name="connsiteY1182" fmla="*/ 848067 h 6858000"/>
              <a:gd name="connsiteX1183" fmla="*/ 8924104 w 12192002"/>
              <a:gd name="connsiteY1183" fmla="*/ 777000 h 6858000"/>
              <a:gd name="connsiteX1184" fmla="*/ 8921999 w 12192002"/>
              <a:gd name="connsiteY1184" fmla="*/ 794136 h 6858000"/>
              <a:gd name="connsiteX1185" fmla="*/ 8916066 w 12192002"/>
              <a:gd name="connsiteY1185" fmla="*/ 843129 h 6858000"/>
              <a:gd name="connsiteX1186" fmla="*/ 8909852 w 12192002"/>
              <a:gd name="connsiteY1186" fmla="*/ 1005313 h 6858000"/>
              <a:gd name="connsiteX1187" fmla="*/ 8936982 w 12192002"/>
              <a:gd name="connsiteY1187" fmla="*/ 1614896 h 6858000"/>
              <a:gd name="connsiteX1188" fmla="*/ 8939706 w 12192002"/>
              <a:gd name="connsiteY1188" fmla="*/ 1632791 h 6858000"/>
              <a:gd name="connsiteX1189" fmla="*/ 8946691 w 12192002"/>
              <a:gd name="connsiteY1189" fmla="*/ 1680170 h 6858000"/>
              <a:gd name="connsiteX1190" fmla="*/ 8947643 w 12192002"/>
              <a:gd name="connsiteY1190" fmla="*/ 1649028 h 6858000"/>
              <a:gd name="connsiteX1191" fmla="*/ 8931687 w 12192002"/>
              <a:gd name="connsiteY1191" fmla="*/ 871628 h 6858000"/>
              <a:gd name="connsiteX1192" fmla="*/ 8929804 w 12192002"/>
              <a:gd name="connsiteY1192" fmla="*/ 850229 h 6858000"/>
              <a:gd name="connsiteX1193" fmla="*/ 8924104 w 12192002"/>
              <a:gd name="connsiteY1193" fmla="*/ 777000 h 6858000"/>
              <a:gd name="connsiteX1194" fmla="*/ 8951219 w 12192002"/>
              <a:gd name="connsiteY1194" fmla="*/ 764662 h 6858000"/>
              <a:gd name="connsiteX1195" fmla="*/ 8957270 w 12192002"/>
              <a:gd name="connsiteY1195" fmla="*/ 847698 h 6858000"/>
              <a:gd name="connsiteX1196" fmla="*/ 8959153 w 12192002"/>
              <a:gd name="connsiteY1196" fmla="*/ 869097 h 6858000"/>
              <a:gd name="connsiteX1197" fmla="*/ 8976081 w 12192002"/>
              <a:gd name="connsiteY1197" fmla="*/ 1619865 h 6858000"/>
              <a:gd name="connsiteX1198" fmla="*/ 8951219 w 12192002"/>
              <a:gd name="connsiteY1198" fmla="*/ 764662 h 6858000"/>
              <a:gd name="connsiteX1199" fmla="*/ 8898081 w 12192002"/>
              <a:gd name="connsiteY1199" fmla="*/ 630137 h 6858000"/>
              <a:gd name="connsiteX1200" fmla="*/ 8910095 w 12192002"/>
              <a:gd name="connsiteY1200" fmla="*/ 1626691 h 6858000"/>
              <a:gd name="connsiteX1201" fmla="*/ 8908822 w 12192002"/>
              <a:gd name="connsiteY1201" fmla="*/ 1619067 h 6858000"/>
              <a:gd name="connsiteX1202" fmla="*/ 8881669 w 12192002"/>
              <a:gd name="connsiteY1202" fmla="*/ 1004967 h 6858000"/>
              <a:gd name="connsiteX1203" fmla="*/ 8888265 w 12192002"/>
              <a:gd name="connsiteY1203" fmla="*/ 840369 h 6858000"/>
              <a:gd name="connsiteX1204" fmla="*/ 8894429 w 12192002"/>
              <a:gd name="connsiteY1204" fmla="*/ 790831 h 6858000"/>
              <a:gd name="connsiteX1205" fmla="*/ 8898081 w 12192002"/>
              <a:gd name="connsiteY1205" fmla="*/ 630137 h 6858000"/>
              <a:gd name="connsiteX1206" fmla="*/ 11491396 w 12192002"/>
              <a:gd name="connsiteY1206" fmla="*/ 623931 h 6858000"/>
              <a:gd name="connsiteX1207" fmla="*/ 11413329 w 12192002"/>
              <a:gd name="connsiteY1207" fmla="*/ 662344 h 6858000"/>
              <a:gd name="connsiteX1208" fmla="*/ 10966547 w 12192002"/>
              <a:gd name="connsiteY1208" fmla="*/ 818916 h 6858000"/>
              <a:gd name="connsiteX1209" fmla="*/ 10498883 w 12192002"/>
              <a:gd name="connsiteY1209" fmla="*/ 1111507 h 6858000"/>
              <a:gd name="connsiteX1210" fmla="*/ 10671292 w 12192002"/>
              <a:gd name="connsiteY1210" fmla="*/ 1035777 h 6858000"/>
              <a:gd name="connsiteX1211" fmla="*/ 10685894 w 12192002"/>
              <a:gd name="connsiteY1211" fmla="*/ 1027151 h 6858000"/>
              <a:gd name="connsiteX1212" fmla="*/ 11104337 w 12192002"/>
              <a:gd name="connsiteY1212" fmla="*/ 817377 h 6858000"/>
              <a:gd name="connsiteX1213" fmla="*/ 11491396 w 12192002"/>
              <a:gd name="connsiteY1213" fmla="*/ 623931 h 6858000"/>
              <a:gd name="connsiteX1214" fmla="*/ 10779304 w 12192002"/>
              <a:gd name="connsiteY1214" fmla="*/ 584486 h 6858000"/>
              <a:gd name="connsiteX1215" fmla="*/ 10658378 w 12192002"/>
              <a:gd name="connsiteY1215" fmla="*/ 772788 h 6858000"/>
              <a:gd name="connsiteX1216" fmla="*/ 10475581 w 12192002"/>
              <a:gd name="connsiteY1216" fmla="*/ 1070739 h 6858000"/>
              <a:gd name="connsiteX1217" fmla="*/ 10735178 w 12192002"/>
              <a:gd name="connsiteY1217" fmla="*/ 693281 h 6858000"/>
              <a:gd name="connsiteX1218" fmla="*/ 10132488 w 12192002"/>
              <a:gd name="connsiteY1218" fmla="*/ 518596 h 6858000"/>
              <a:gd name="connsiteX1219" fmla="*/ 9879465 w 12192002"/>
              <a:gd name="connsiteY1219" fmla="*/ 567273 h 6858000"/>
              <a:gd name="connsiteX1220" fmla="*/ 9364243 w 12192002"/>
              <a:gd name="connsiteY1220" fmla="*/ 809468 h 6858000"/>
              <a:gd name="connsiteX1221" fmla="*/ 9366655 w 12192002"/>
              <a:gd name="connsiteY1221" fmla="*/ 809848 h 6858000"/>
              <a:gd name="connsiteX1222" fmla="*/ 9914233 w 12192002"/>
              <a:gd name="connsiteY1222" fmla="*/ 596159 h 6858000"/>
              <a:gd name="connsiteX1223" fmla="*/ 10264524 w 12192002"/>
              <a:gd name="connsiteY1223" fmla="*/ 501747 h 6858000"/>
              <a:gd name="connsiteX1224" fmla="*/ 9922837 w 12192002"/>
              <a:gd name="connsiteY1224" fmla="*/ 622979 h 6858000"/>
              <a:gd name="connsiteX1225" fmla="*/ 9416908 w 12192002"/>
              <a:gd name="connsiteY1225" fmla="*/ 818889 h 6858000"/>
              <a:gd name="connsiteX1226" fmla="*/ 9418234 w 12192002"/>
              <a:gd name="connsiteY1226" fmla="*/ 818810 h 6858000"/>
              <a:gd name="connsiteX1227" fmla="*/ 10264524 w 12192002"/>
              <a:gd name="connsiteY1227" fmla="*/ 501747 h 6858000"/>
              <a:gd name="connsiteX1228" fmla="*/ 10802699 w 12192002"/>
              <a:gd name="connsiteY1228" fmla="*/ 488163 h 6858000"/>
              <a:gd name="connsiteX1229" fmla="*/ 10618739 w 12192002"/>
              <a:gd name="connsiteY1229" fmla="*/ 734118 h 6858000"/>
              <a:gd name="connsiteX1230" fmla="*/ 10604580 w 12192002"/>
              <a:gd name="connsiteY1230" fmla="*/ 753877 h 6858000"/>
              <a:gd name="connsiteX1231" fmla="*/ 10529643 w 12192002"/>
              <a:gd name="connsiteY1231" fmla="*/ 867004 h 6858000"/>
              <a:gd name="connsiteX1232" fmla="*/ 10462194 w 12192002"/>
              <a:gd name="connsiteY1232" fmla="*/ 1035452 h 6858000"/>
              <a:gd name="connsiteX1233" fmla="*/ 10635117 w 12192002"/>
              <a:gd name="connsiteY1233" fmla="*/ 757788 h 6858000"/>
              <a:gd name="connsiteX1234" fmla="*/ 10802699 w 12192002"/>
              <a:gd name="connsiteY1234" fmla="*/ 488163 h 6858000"/>
              <a:gd name="connsiteX1235" fmla="*/ 10359107 w 12192002"/>
              <a:gd name="connsiteY1235" fmla="*/ 485136 h 6858000"/>
              <a:gd name="connsiteX1236" fmla="*/ 9515108 w 12192002"/>
              <a:gd name="connsiteY1236" fmla="*/ 825701 h 6858000"/>
              <a:gd name="connsiteX1237" fmla="*/ 10359107 w 12192002"/>
              <a:gd name="connsiteY1237" fmla="*/ 485136 h 6858000"/>
              <a:gd name="connsiteX1238" fmla="*/ 11886089 w 12192002"/>
              <a:gd name="connsiteY1238" fmla="*/ 483936 h 6858000"/>
              <a:gd name="connsiteX1239" fmla="*/ 11622890 w 12192002"/>
              <a:gd name="connsiteY1239" fmla="*/ 661575 h 6858000"/>
              <a:gd name="connsiteX1240" fmla="*/ 11038640 w 12192002"/>
              <a:gd name="connsiteY1240" fmla="*/ 996875 h 6858000"/>
              <a:gd name="connsiteX1241" fmla="*/ 10561310 w 12192002"/>
              <a:gd name="connsiteY1241" fmla="*/ 1145020 h 6858000"/>
              <a:gd name="connsiteX1242" fmla="*/ 10675127 w 12192002"/>
              <a:gd name="connsiteY1242" fmla="*/ 1163586 h 6858000"/>
              <a:gd name="connsiteX1243" fmla="*/ 11120351 w 12192002"/>
              <a:gd name="connsiteY1243" fmla="*/ 990907 h 6858000"/>
              <a:gd name="connsiteX1244" fmla="*/ 11648506 w 12192002"/>
              <a:gd name="connsiteY1244" fmla="*/ 680145 h 6858000"/>
              <a:gd name="connsiteX1245" fmla="*/ 11886089 w 12192002"/>
              <a:gd name="connsiteY1245" fmla="*/ 483936 h 6858000"/>
              <a:gd name="connsiteX1246" fmla="*/ 3607114 w 12192002"/>
              <a:gd name="connsiteY1246" fmla="*/ 467441 h 6858000"/>
              <a:gd name="connsiteX1247" fmla="*/ 3296242 w 12192002"/>
              <a:gd name="connsiteY1247" fmla="*/ 807991 h 6858000"/>
              <a:gd name="connsiteX1248" fmla="*/ 3174674 w 12192002"/>
              <a:gd name="connsiteY1248" fmla="*/ 919759 h 6858000"/>
              <a:gd name="connsiteX1249" fmla="*/ 3042978 w 12192002"/>
              <a:gd name="connsiteY1249" fmla="*/ 1054894 h 6858000"/>
              <a:gd name="connsiteX1250" fmla="*/ 2968914 w 12192002"/>
              <a:gd name="connsiteY1250" fmla="*/ 1133756 h 6858000"/>
              <a:gd name="connsiteX1251" fmla="*/ 3103823 w 12192002"/>
              <a:gd name="connsiteY1251" fmla="*/ 1026814 h 6858000"/>
              <a:gd name="connsiteX1252" fmla="*/ 3607114 w 12192002"/>
              <a:gd name="connsiteY1252" fmla="*/ 467441 h 6858000"/>
              <a:gd name="connsiteX1253" fmla="*/ 10784544 w 12192002"/>
              <a:gd name="connsiteY1253" fmla="*/ 465669 h 6858000"/>
              <a:gd name="connsiteX1254" fmla="*/ 10426419 w 12192002"/>
              <a:gd name="connsiteY1254" fmla="*/ 1062158 h 6858000"/>
              <a:gd name="connsiteX1255" fmla="*/ 10471732 w 12192002"/>
              <a:gd name="connsiteY1255" fmla="*/ 921679 h 6858000"/>
              <a:gd name="connsiteX1256" fmla="*/ 10504824 w 12192002"/>
              <a:gd name="connsiteY1256" fmla="*/ 852631 h 6858000"/>
              <a:gd name="connsiteX1257" fmla="*/ 10582237 w 12192002"/>
              <a:gd name="connsiteY1257" fmla="*/ 736692 h 6858000"/>
              <a:gd name="connsiteX1258" fmla="*/ 10596401 w 12192002"/>
              <a:gd name="connsiteY1258" fmla="*/ 716935 h 6858000"/>
              <a:gd name="connsiteX1259" fmla="*/ 10784544 w 12192002"/>
              <a:gd name="connsiteY1259" fmla="*/ 465669 h 6858000"/>
              <a:gd name="connsiteX1260" fmla="*/ 11916494 w 12192002"/>
              <a:gd name="connsiteY1260" fmla="*/ 422768 h 6858000"/>
              <a:gd name="connsiteX1261" fmla="*/ 11703185 w 12192002"/>
              <a:gd name="connsiteY1261" fmla="*/ 528178 h 6858000"/>
              <a:gd name="connsiteX1262" fmla="*/ 11680755 w 12192002"/>
              <a:gd name="connsiteY1262" fmla="*/ 543149 h 6858000"/>
              <a:gd name="connsiteX1263" fmla="*/ 11116818 w 12192002"/>
              <a:gd name="connsiteY1263" fmla="*/ 842623 h 6858000"/>
              <a:gd name="connsiteX1264" fmla="*/ 10700164 w 12192002"/>
              <a:gd name="connsiteY1264" fmla="*/ 1051220 h 6858000"/>
              <a:gd name="connsiteX1265" fmla="*/ 10685570 w 12192002"/>
              <a:gd name="connsiteY1265" fmla="*/ 1059849 h 6858000"/>
              <a:gd name="connsiteX1266" fmla="*/ 10584288 w 12192002"/>
              <a:gd name="connsiteY1266" fmla="*/ 1113543 h 6858000"/>
              <a:gd name="connsiteX1267" fmla="*/ 11026698 w 12192002"/>
              <a:gd name="connsiteY1267" fmla="*/ 971858 h 6858000"/>
              <a:gd name="connsiteX1268" fmla="*/ 11607604 w 12192002"/>
              <a:gd name="connsiteY1268" fmla="*/ 638368 h 6858000"/>
              <a:gd name="connsiteX1269" fmla="*/ 11919452 w 12192002"/>
              <a:gd name="connsiteY1269" fmla="*/ 423380 h 6858000"/>
              <a:gd name="connsiteX1270" fmla="*/ 11916494 w 12192002"/>
              <a:gd name="connsiteY1270" fmla="*/ 422768 h 6858000"/>
              <a:gd name="connsiteX1271" fmla="*/ 8148168 w 12192002"/>
              <a:gd name="connsiteY1271" fmla="*/ 416949 h 6858000"/>
              <a:gd name="connsiteX1272" fmla="*/ 7862052 w 12192002"/>
              <a:gd name="connsiteY1272" fmla="*/ 694330 h 6858000"/>
              <a:gd name="connsiteX1273" fmla="*/ 7808002 w 12192002"/>
              <a:gd name="connsiteY1273" fmla="*/ 759654 h 6858000"/>
              <a:gd name="connsiteX1274" fmla="*/ 8295299 w 12192002"/>
              <a:gd name="connsiteY1274" fmla="*/ 416143 h 6858000"/>
              <a:gd name="connsiteX1275" fmla="*/ 8309124 w 12192002"/>
              <a:gd name="connsiteY1275" fmla="*/ 534021 h 6858000"/>
              <a:gd name="connsiteX1276" fmla="*/ 8293154 w 12192002"/>
              <a:gd name="connsiteY1276" fmla="*/ 672115 h 6858000"/>
              <a:gd name="connsiteX1277" fmla="*/ 8279099 w 12192002"/>
              <a:gd name="connsiteY1277" fmla="*/ 769176 h 6858000"/>
              <a:gd name="connsiteX1278" fmla="*/ 8309186 w 12192002"/>
              <a:gd name="connsiteY1278" fmla="*/ 1060039 h 6858000"/>
              <a:gd name="connsiteX1279" fmla="*/ 8410512 w 12192002"/>
              <a:gd name="connsiteY1279" fmla="*/ 1511108 h 6858000"/>
              <a:gd name="connsiteX1280" fmla="*/ 8351657 w 12192002"/>
              <a:gd name="connsiteY1280" fmla="*/ 521768 h 6858000"/>
              <a:gd name="connsiteX1281" fmla="*/ 8295299 w 12192002"/>
              <a:gd name="connsiteY1281" fmla="*/ 416143 h 6858000"/>
              <a:gd name="connsiteX1282" fmla="*/ 8266483 w 12192002"/>
              <a:gd name="connsiteY1282" fmla="*/ 414244 h 6858000"/>
              <a:gd name="connsiteX1283" fmla="*/ 8343425 w 12192002"/>
              <a:gd name="connsiteY1283" fmla="*/ 1357811 h 6858000"/>
              <a:gd name="connsiteX1284" fmla="*/ 8282114 w 12192002"/>
              <a:gd name="connsiteY1284" fmla="*/ 1064671 h 6858000"/>
              <a:gd name="connsiteX1285" fmla="*/ 8251298 w 12192002"/>
              <a:gd name="connsiteY1285" fmla="*/ 766414 h 6858000"/>
              <a:gd name="connsiteX1286" fmla="*/ 8265729 w 12192002"/>
              <a:gd name="connsiteY1286" fmla="*/ 666939 h 6858000"/>
              <a:gd name="connsiteX1287" fmla="*/ 8281494 w 12192002"/>
              <a:gd name="connsiteY1287" fmla="*/ 533909 h 6858000"/>
              <a:gd name="connsiteX1288" fmla="*/ 8266483 w 12192002"/>
              <a:gd name="connsiteY1288" fmla="*/ 414244 h 6858000"/>
              <a:gd name="connsiteX1289" fmla="*/ 8140802 w 12192002"/>
              <a:gd name="connsiteY1289" fmla="*/ 388720 h 6858000"/>
              <a:gd name="connsiteX1290" fmla="*/ 7860379 w 12192002"/>
              <a:gd name="connsiteY1290" fmla="*/ 596411 h 6858000"/>
              <a:gd name="connsiteX1291" fmla="*/ 7737688 w 12192002"/>
              <a:gd name="connsiteY1291" fmla="*/ 790400 h 6858000"/>
              <a:gd name="connsiteX1292" fmla="*/ 7726885 w 12192002"/>
              <a:gd name="connsiteY1292" fmla="*/ 812869 h 6858000"/>
              <a:gd name="connsiteX1293" fmla="*/ 7840490 w 12192002"/>
              <a:gd name="connsiteY1293" fmla="*/ 676832 h 6858000"/>
              <a:gd name="connsiteX1294" fmla="*/ 8140802 w 12192002"/>
              <a:gd name="connsiteY1294" fmla="*/ 388720 h 6858000"/>
              <a:gd name="connsiteX1295" fmla="*/ 3744487 w 12192002"/>
              <a:gd name="connsiteY1295" fmla="*/ 383136 h 6858000"/>
              <a:gd name="connsiteX1296" fmla="*/ 3970213 w 12192002"/>
              <a:gd name="connsiteY1296" fmla="*/ 995559 h 6858000"/>
              <a:gd name="connsiteX1297" fmla="*/ 3744487 w 12192002"/>
              <a:gd name="connsiteY1297" fmla="*/ 383136 h 6858000"/>
              <a:gd name="connsiteX1298" fmla="*/ 3624562 w 12192002"/>
              <a:gd name="connsiteY1298" fmla="*/ 367041 h 6858000"/>
              <a:gd name="connsiteX1299" fmla="*/ 3489712 w 12192002"/>
              <a:gd name="connsiteY1299" fmla="*/ 485386 h 6858000"/>
              <a:gd name="connsiteX1300" fmla="*/ 3182994 w 12192002"/>
              <a:gd name="connsiteY1300" fmla="*/ 828265 h 6858000"/>
              <a:gd name="connsiteX1301" fmla="*/ 2892114 w 12192002"/>
              <a:gd name="connsiteY1301" fmla="*/ 1172635 h 6858000"/>
              <a:gd name="connsiteX1302" fmla="*/ 3021459 w 12192002"/>
              <a:gd name="connsiteY1302" fmla="*/ 1035385 h 6858000"/>
              <a:gd name="connsiteX1303" fmla="*/ 3153873 w 12192002"/>
              <a:gd name="connsiteY1303" fmla="*/ 898971 h 6858000"/>
              <a:gd name="connsiteX1304" fmla="*/ 3276511 w 12192002"/>
              <a:gd name="connsiteY1304" fmla="*/ 786423 h 6858000"/>
              <a:gd name="connsiteX1305" fmla="*/ 3584154 w 12192002"/>
              <a:gd name="connsiteY1305" fmla="*/ 448218 h 6858000"/>
              <a:gd name="connsiteX1306" fmla="*/ 3624562 w 12192002"/>
              <a:gd name="connsiteY1306" fmla="*/ 367041 h 6858000"/>
              <a:gd name="connsiteX1307" fmla="*/ 3766672 w 12192002"/>
              <a:gd name="connsiteY1307" fmla="*/ 359429 h 6858000"/>
              <a:gd name="connsiteX1308" fmla="*/ 3996338 w 12192002"/>
              <a:gd name="connsiteY1308" fmla="*/ 968237 h 6858000"/>
              <a:gd name="connsiteX1309" fmla="*/ 3766672 w 12192002"/>
              <a:gd name="connsiteY1309" fmla="*/ 359429 h 6858000"/>
              <a:gd name="connsiteX1310" fmla="*/ 5805386 w 12192002"/>
              <a:gd name="connsiteY1310" fmla="*/ 239240 h 6858000"/>
              <a:gd name="connsiteX1311" fmla="*/ 5736947 w 12192002"/>
              <a:gd name="connsiteY1311" fmla="*/ 261367 h 6858000"/>
              <a:gd name="connsiteX1312" fmla="*/ 5427012 w 12192002"/>
              <a:gd name="connsiteY1312" fmla="*/ 311272 h 6858000"/>
              <a:gd name="connsiteX1313" fmla="*/ 5147818 w 12192002"/>
              <a:gd name="connsiteY1313" fmla="*/ 322112 h 6858000"/>
              <a:gd name="connsiteX1314" fmla="*/ 5060854 w 12192002"/>
              <a:gd name="connsiteY1314" fmla="*/ 311882 h 6858000"/>
              <a:gd name="connsiteX1315" fmla="*/ 4945989 w 12192002"/>
              <a:gd name="connsiteY1315" fmla="*/ 300516 h 6858000"/>
              <a:gd name="connsiteX1316" fmla="*/ 5410479 w 12192002"/>
              <a:gd name="connsiteY1316" fmla="*/ 348434 h 6858000"/>
              <a:gd name="connsiteX1317" fmla="*/ 5805386 w 12192002"/>
              <a:gd name="connsiteY1317" fmla="*/ 239240 h 6858000"/>
              <a:gd name="connsiteX1318" fmla="*/ 5905192 w 12192002"/>
              <a:gd name="connsiteY1318" fmla="*/ 163079 h 6858000"/>
              <a:gd name="connsiteX1319" fmla="*/ 5865655 w 12192002"/>
              <a:gd name="connsiteY1319" fmla="*/ 171901 h 6858000"/>
              <a:gd name="connsiteX1320" fmla="*/ 5259740 w 12192002"/>
              <a:gd name="connsiteY1320" fmla="*/ 257013 h 6858000"/>
              <a:gd name="connsiteX1321" fmla="*/ 5208466 w 12192002"/>
              <a:gd name="connsiteY1321" fmla="*/ 257550 h 6858000"/>
              <a:gd name="connsiteX1322" fmla="*/ 4980204 w 12192002"/>
              <a:gd name="connsiteY1322" fmla="*/ 271903 h 6858000"/>
              <a:gd name="connsiteX1323" fmla="*/ 5068068 w 12192002"/>
              <a:gd name="connsiteY1323" fmla="*/ 282244 h 6858000"/>
              <a:gd name="connsiteX1324" fmla="*/ 5153231 w 12192002"/>
              <a:gd name="connsiteY1324" fmla="*/ 292240 h 6858000"/>
              <a:gd name="connsiteX1325" fmla="*/ 5426491 w 12192002"/>
              <a:gd name="connsiteY1325" fmla="*/ 281128 h 6858000"/>
              <a:gd name="connsiteX1326" fmla="*/ 5731211 w 12192002"/>
              <a:gd name="connsiteY1326" fmla="*/ 231951 h 6858000"/>
              <a:gd name="connsiteX1327" fmla="*/ 5905192 w 12192002"/>
              <a:gd name="connsiteY1327" fmla="*/ 163079 h 6858000"/>
              <a:gd name="connsiteX1328" fmla="*/ 5944437 w 12192002"/>
              <a:gd name="connsiteY1328" fmla="*/ 113829 h 6858000"/>
              <a:gd name="connsiteX1329" fmla="*/ 5825032 w 12192002"/>
              <a:gd name="connsiteY1329" fmla="*/ 146405 h 6858000"/>
              <a:gd name="connsiteX1330" fmla="*/ 4955599 w 12192002"/>
              <a:gd name="connsiteY1330" fmla="*/ 247008 h 6858000"/>
              <a:gd name="connsiteX1331" fmla="*/ 5210103 w 12192002"/>
              <a:gd name="connsiteY1331" fmla="*/ 228123 h 6858000"/>
              <a:gd name="connsiteX1332" fmla="*/ 5261015 w 12192002"/>
              <a:gd name="connsiteY1332" fmla="*/ 227087 h 6858000"/>
              <a:gd name="connsiteX1333" fmla="*/ 5861181 w 12192002"/>
              <a:gd name="connsiteY1333" fmla="*/ 143093 h 6858000"/>
              <a:gd name="connsiteX1334" fmla="*/ 5961252 w 12192002"/>
              <a:gd name="connsiteY1334" fmla="*/ 114820 h 6858000"/>
              <a:gd name="connsiteX1335" fmla="*/ 5944437 w 12192002"/>
              <a:gd name="connsiteY1335" fmla="*/ 113829 h 6858000"/>
              <a:gd name="connsiteX1336" fmla="*/ 9095810 w 12192002"/>
              <a:gd name="connsiteY1336" fmla="*/ 0 h 6858000"/>
              <a:gd name="connsiteX1337" fmla="*/ 9215999 w 12192002"/>
              <a:gd name="connsiteY1337" fmla="*/ 0 h 6858000"/>
              <a:gd name="connsiteX1338" fmla="*/ 9250991 w 12192002"/>
              <a:gd name="connsiteY1338" fmla="*/ 17650 h 6858000"/>
              <a:gd name="connsiteX1339" fmla="*/ 9551793 w 12192002"/>
              <a:gd name="connsiteY1339" fmla="*/ 69947 h 6858000"/>
              <a:gd name="connsiteX1340" fmla="*/ 10211701 w 12192002"/>
              <a:gd name="connsiteY1340" fmla="*/ 15192 h 6858000"/>
              <a:gd name="connsiteX1341" fmla="*/ 9665014 w 12192002"/>
              <a:gd name="connsiteY1341" fmla="*/ 41266 h 6858000"/>
              <a:gd name="connsiteX1342" fmla="*/ 9382567 w 12192002"/>
              <a:gd name="connsiteY1342" fmla="*/ 18583 h 6858000"/>
              <a:gd name="connsiteX1343" fmla="*/ 9283159 w 12192002"/>
              <a:gd name="connsiteY1343" fmla="*/ 0 h 6858000"/>
              <a:gd name="connsiteX1344" fmla="*/ 9469266 w 12192002"/>
              <a:gd name="connsiteY1344" fmla="*/ 0 h 6858000"/>
              <a:gd name="connsiteX1345" fmla="*/ 9504117 w 12192002"/>
              <a:gd name="connsiteY1345" fmla="*/ 4274 h 6858000"/>
              <a:gd name="connsiteX1346" fmla="*/ 9667223 w 12192002"/>
              <a:gd name="connsiteY1346" fmla="*/ 13232 h 6858000"/>
              <a:gd name="connsiteX1347" fmla="*/ 9887703 w 12192002"/>
              <a:gd name="connsiteY1347" fmla="*/ 12601 h 6858000"/>
              <a:gd name="connsiteX1348" fmla="*/ 10088930 w 12192002"/>
              <a:gd name="connsiteY1348" fmla="*/ 0 h 6858000"/>
              <a:gd name="connsiteX1349" fmla="*/ 10544171 w 12192002"/>
              <a:gd name="connsiteY1349" fmla="*/ 0 h 6858000"/>
              <a:gd name="connsiteX1350" fmla="*/ 10392396 w 12192002"/>
              <a:gd name="connsiteY1350" fmla="*/ 36772 h 6858000"/>
              <a:gd name="connsiteX1351" fmla="*/ 9413803 w 12192002"/>
              <a:gd name="connsiteY1351" fmla="*/ 131277 h 6858000"/>
              <a:gd name="connsiteX1352" fmla="*/ 9174626 w 12192002"/>
              <a:gd name="connsiteY1352" fmla="*/ 44983 h 6858000"/>
              <a:gd name="connsiteX1353" fmla="*/ 8474998 w 12192002"/>
              <a:gd name="connsiteY1353" fmla="*/ 0 h 6858000"/>
              <a:gd name="connsiteX1354" fmla="*/ 8573502 w 12192002"/>
              <a:gd name="connsiteY1354" fmla="*/ 0 h 6858000"/>
              <a:gd name="connsiteX1355" fmla="*/ 8659539 w 12192002"/>
              <a:gd name="connsiteY1355" fmla="*/ 117664 h 6858000"/>
              <a:gd name="connsiteX1356" fmla="*/ 9248507 w 12192002"/>
              <a:gd name="connsiteY1356" fmla="*/ 743734 h 6858000"/>
              <a:gd name="connsiteX1357" fmla="*/ 9309457 w 12192002"/>
              <a:gd name="connsiteY1357" fmla="*/ 795932 h 6858000"/>
              <a:gd name="connsiteX1358" fmla="*/ 9785496 w 12192002"/>
              <a:gd name="connsiteY1358" fmla="*/ 530713 h 6858000"/>
              <a:gd name="connsiteX1359" fmla="*/ 10482828 w 12192002"/>
              <a:gd name="connsiteY1359" fmla="*/ 399738 h 6858000"/>
              <a:gd name="connsiteX1360" fmla="*/ 10468382 w 12192002"/>
              <a:gd name="connsiteY1360" fmla="*/ 461219 h 6858000"/>
              <a:gd name="connsiteX1361" fmla="*/ 9430790 w 12192002"/>
              <a:gd name="connsiteY1361" fmla="*/ 895589 h 6858000"/>
              <a:gd name="connsiteX1362" fmla="*/ 10019780 w 12192002"/>
              <a:gd name="connsiteY1362" fmla="*/ 1298815 h 6858000"/>
              <a:gd name="connsiteX1363" fmla="*/ 10372218 w 12192002"/>
              <a:gd name="connsiteY1363" fmla="*/ 1146081 h 6858000"/>
              <a:gd name="connsiteX1364" fmla="*/ 10896429 w 12192002"/>
              <a:gd name="connsiteY1364" fmla="*/ 310883 h 6858000"/>
              <a:gd name="connsiteX1365" fmla="*/ 10919735 w 12192002"/>
              <a:gd name="connsiteY1365" fmla="*/ 318176 h 6858000"/>
              <a:gd name="connsiteX1366" fmla="*/ 10637064 w 12192002"/>
              <a:gd name="connsiteY1366" fmla="*/ 935661 h 6858000"/>
              <a:gd name="connsiteX1367" fmla="*/ 10516995 w 12192002"/>
              <a:gd name="connsiteY1367" fmla="*/ 1070245 h 6858000"/>
              <a:gd name="connsiteX1368" fmla="*/ 10868835 w 12192002"/>
              <a:gd name="connsiteY1368" fmla="*/ 815534 h 6858000"/>
              <a:gd name="connsiteX1369" fmla="*/ 11704547 w 12192002"/>
              <a:gd name="connsiteY1369" fmla="*/ 465665 h 6858000"/>
              <a:gd name="connsiteX1370" fmla="*/ 12033562 w 12192002"/>
              <a:gd name="connsiteY1370" fmla="*/ 350012 h 6858000"/>
              <a:gd name="connsiteX1371" fmla="*/ 12025537 w 12192002"/>
              <a:gd name="connsiteY1371" fmla="*/ 382666 h 6858000"/>
              <a:gd name="connsiteX1372" fmla="*/ 11088649 w 12192002"/>
              <a:gd name="connsiteY1372" fmla="*/ 1056676 h 6858000"/>
              <a:gd name="connsiteX1373" fmla="*/ 10561600 w 12192002"/>
              <a:gd name="connsiteY1373" fmla="*/ 1229477 h 6858000"/>
              <a:gd name="connsiteX1374" fmla="*/ 10280797 w 12192002"/>
              <a:gd name="connsiteY1374" fmla="*/ 1263181 h 6858000"/>
              <a:gd name="connsiteX1375" fmla="*/ 10083376 w 12192002"/>
              <a:gd name="connsiteY1375" fmla="*/ 1334114 h 6858000"/>
              <a:gd name="connsiteX1376" fmla="*/ 10832582 w 12192002"/>
              <a:gd name="connsiteY1376" fmla="*/ 1687356 h 6858000"/>
              <a:gd name="connsiteX1377" fmla="*/ 10839263 w 12192002"/>
              <a:gd name="connsiteY1377" fmla="*/ 1683743 h 6858000"/>
              <a:gd name="connsiteX1378" fmla="*/ 11350910 w 12192002"/>
              <a:gd name="connsiteY1378" fmla="*/ 1443899 h 6858000"/>
              <a:gd name="connsiteX1379" fmla="*/ 11360346 w 12192002"/>
              <a:gd name="connsiteY1379" fmla="*/ 1429225 h 6858000"/>
              <a:gd name="connsiteX1380" fmla="*/ 12167580 w 12192002"/>
              <a:gd name="connsiteY1380" fmla="*/ 789523 h 6858000"/>
              <a:gd name="connsiteX1381" fmla="*/ 12192000 w 12192002"/>
              <a:gd name="connsiteY1381" fmla="*/ 769876 h 6858000"/>
              <a:gd name="connsiteX1382" fmla="*/ 12192000 w 12192002"/>
              <a:gd name="connsiteY1382" fmla="*/ 802845 h 6858000"/>
              <a:gd name="connsiteX1383" fmla="*/ 12173558 w 12192002"/>
              <a:gd name="connsiteY1383" fmla="*/ 821317 h 6858000"/>
              <a:gd name="connsiteX1384" fmla="*/ 12117398 w 12192002"/>
              <a:gd name="connsiteY1384" fmla="*/ 877374 h 6858000"/>
              <a:gd name="connsiteX1385" fmla="*/ 11472926 w 12192002"/>
              <a:gd name="connsiteY1385" fmla="*/ 1344259 h 6858000"/>
              <a:gd name="connsiteX1386" fmla="*/ 11666978 w 12192002"/>
              <a:gd name="connsiteY1386" fmla="*/ 1215889 h 6858000"/>
              <a:gd name="connsiteX1387" fmla="*/ 11707200 w 12192002"/>
              <a:gd name="connsiteY1387" fmla="*/ 1192361 h 6858000"/>
              <a:gd name="connsiteX1388" fmla="*/ 12144637 w 12192002"/>
              <a:gd name="connsiteY1388" fmla="*/ 858646 h 6858000"/>
              <a:gd name="connsiteX1389" fmla="*/ 12192000 w 12192002"/>
              <a:gd name="connsiteY1389" fmla="*/ 810414 h 6858000"/>
              <a:gd name="connsiteX1390" fmla="*/ 12192000 w 12192002"/>
              <a:gd name="connsiteY1390" fmla="*/ 916439 h 6858000"/>
              <a:gd name="connsiteX1391" fmla="*/ 12150630 w 12192002"/>
              <a:gd name="connsiteY1391" fmla="*/ 982925 h 6858000"/>
              <a:gd name="connsiteX1392" fmla="*/ 11389484 w 12192002"/>
              <a:gd name="connsiteY1392" fmla="*/ 1469889 h 6858000"/>
              <a:gd name="connsiteX1393" fmla="*/ 10923736 w 12192002"/>
              <a:gd name="connsiteY1393" fmla="*/ 1721439 h 6858000"/>
              <a:gd name="connsiteX1394" fmla="*/ 11091913 w 12192002"/>
              <a:gd name="connsiteY1394" fmla="*/ 1780406 h 6858000"/>
              <a:gd name="connsiteX1395" fmla="*/ 11771238 w 12192002"/>
              <a:gd name="connsiteY1395" fmla="*/ 1944400 h 6858000"/>
              <a:gd name="connsiteX1396" fmla="*/ 11783166 w 12192002"/>
              <a:gd name="connsiteY1396" fmla="*/ 1931422 h 6858000"/>
              <a:gd name="connsiteX1397" fmla="*/ 12131988 w 12192002"/>
              <a:gd name="connsiteY1397" fmla="*/ 1574357 h 6858000"/>
              <a:gd name="connsiteX1398" fmla="*/ 12192000 w 12192002"/>
              <a:gd name="connsiteY1398" fmla="*/ 1537429 h 6858000"/>
              <a:gd name="connsiteX1399" fmla="*/ 12192000 w 12192002"/>
              <a:gd name="connsiteY1399" fmla="*/ 1589108 h 6858000"/>
              <a:gd name="connsiteX1400" fmla="*/ 12112105 w 12192002"/>
              <a:gd name="connsiteY1400" fmla="*/ 1640352 h 6858000"/>
              <a:gd name="connsiteX1401" fmla="*/ 11849203 w 12192002"/>
              <a:gd name="connsiteY1401" fmla="*/ 1900149 h 6858000"/>
              <a:gd name="connsiteX1402" fmla="*/ 11946326 w 12192002"/>
              <a:gd name="connsiteY1402" fmla="*/ 1822808 h 6858000"/>
              <a:gd name="connsiteX1403" fmla="*/ 12055863 w 12192002"/>
              <a:gd name="connsiteY1403" fmla="*/ 1735914 h 6858000"/>
              <a:gd name="connsiteX1404" fmla="*/ 12150816 w 12192002"/>
              <a:gd name="connsiteY1404" fmla="*/ 1678902 h 6858000"/>
              <a:gd name="connsiteX1405" fmla="*/ 12192000 w 12192002"/>
              <a:gd name="connsiteY1405" fmla="*/ 1655121 h 6858000"/>
              <a:gd name="connsiteX1406" fmla="*/ 12192000 w 12192002"/>
              <a:gd name="connsiteY1406" fmla="*/ 1686869 h 6858000"/>
              <a:gd name="connsiteX1407" fmla="*/ 12163772 w 12192002"/>
              <a:gd name="connsiteY1407" fmla="*/ 1703058 h 6858000"/>
              <a:gd name="connsiteX1408" fmla="*/ 12070597 w 12192002"/>
              <a:gd name="connsiteY1408" fmla="*/ 1758893 h 6858000"/>
              <a:gd name="connsiteX1409" fmla="*/ 11963621 w 12192002"/>
              <a:gd name="connsiteY1409" fmla="*/ 1844299 h 6858000"/>
              <a:gd name="connsiteX1410" fmla="*/ 11886604 w 12192002"/>
              <a:gd name="connsiteY1410" fmla="*/ 1907617 h 6858000"/>
              <a:gd name="connsiteX1411" fmla="*/ 12153575 w 12192002"/>
              <a:gd name="connsiteY1411" fmla="*/ 1786372 h 6858000"/>
              <a:gd name="connsiteX1412" fmla="*/ 12192000 w 12192002"/>
              <a:gd name="connsiteY1412" fmla="*/ 1759693 h 6858000"/>
              <a:gd name="connsiteX1413" fmla="*/ 12192000 w 12192002"/>
              <a:gd name="connsiteY1413" fmla="*/ 1809459 h 6858000"/>
              <a:gd name="connsiteX1414" fmla="*/ 12121362 w 12192002"/>
              <a:gd name="connsiteY1414" fmla="*/ 1857561 h 6858000"/>
              <a:gd name="connsiteX1415" fmla="*/ 11895949 w 12192002"/>
              <a:gd name="connsiteY1415" fmla="*/ 1963079 h 6858000"/>
              <a:gd name="connsiteX1416" fmla="*/ 12192000 w 12192002"/>
              <a:gd name="connsiteY1416" fmla="*/ 1990579 h 6858000"/>
              <a:gd name="connsiteX1417" fmla="*/ 12192000 w 12192002"/>
              <a:gd name="connsiteY1417" fmla="*/ 2065582 h 6858000"/>
              <a:gd name="connsiteX1418" fmla="*/ 12153918 w 12192002"/>
              <a:gd name="connsiteY1418" fmla="*/ 2063926 h 6858000"/>
              <a:gd name="connsiteX1419" fmla="*/ 12192000 w 12192002"/>
              <a:gd name="connsiteY1419" fmla="*/ 2085104 h 6858000"/>
              <a:gd name="connsiteX1420" fmla="*/ 12192000 w 12192002"/>
              <a:gd name="connsiteY1420" fmla="*/ 2178471 h 6858000"/>
              <a:gd name="connsiteX1421" fmla="*/ 12085355 w 12192002"/>
              <a:gd name="connsiteY1421" fmla="*/ 2122457 h 6858000"/>
              <a:gd name="connsiteX1422" fmla="*/ 12192000 w 12192002"/>
              <a:gd name="connsiteY1422" fmla="*/ 2196158 h 6858000"/>
              <a:gd name="connsiteX1423" fmla="*/ 12192000 w 12192002"/>
              <a:gd name="connsiteY1423" fmla="*/ 2230374 h 6858000"/>
              <a:gd name="connsiteX1424" fmla="*/ 12041237 w 12192002"/>
              <a:gd name="connsiteY1424" fmla="*/ 2126309 h 6858000"/>
              <a:gd name="connsiteX1425" fmla="*/ 12174450 w 12192002"/>
              <a:gd name="connsiteY1425" fmla="*/ 2262541 h 6858000"/>
              <a:gd name="connsiteX1426" fmla="*/ 12192000 w 12192002"/>
              <a:gd name="connsiteY1426" fmla="*/ 2275857 h 6858000"/>
              <a:gd name="connsiteX1427" fmla="*/ 12192000 w 12192002"/>
              <a:gd name="connsiteY1427" fmla="*/ 2377131 h 6858000"/>
              <a:gd name="connsiteX1428" fmla="*/ 12155801 w 12192002"/>
              <a:gd name="connsiteY1428" fmla="*/ 2349925 h 6858000"/>
              <a:gd name="connsiteX1429" fmla="*/ 11930164 w 12192002"/>
              <a:gd name="connsiteY1429" fmla="*/ 2041945 h 6858000"/>
              <a:gd name="connsiteX1430" fmla="*/ 11561767 w 12192002"/>
              <a:gd name="connsiteY1430" fmla="*/ 1984479 h 6858000"/>
              <a:gd name="connsiteX1431" fmla="*/ 11987997 w 12192002"/>
              <a:gd name="connsiteY1431" fmla="*/ 3153822 h 6858000"/>
              <a:gd name="connsiteX1432" fmla="*/ 11926558 w 12192002"/>
              <a:gd name="connsiteY1432" fmla="*/ 3203134 h 6858000"/>
              <a:gd name="connsiteX1433" fmla="*/ 11440430 w 12192002"/>
              <a:gd name="connsiteY1433" fmla="*/ 1973028 h 6858000"/>
              <a:gd name="connsiteX1434" fmla="*/ 11446754 w 12192002"/>
              <a:gd name="connsiteY1434" fmla="*/ 1959605 h 6858000"/>
              <a:gd name="connsiteX1435" fmla="*/ 11050651 w 12192002"/>
              <a:gd name="connsiteY1435" fmla="*/ 1850495 h 6858000"/>
              <a:gd name="connsiteX1436" fmla="*/ 10389960 w 12192002"/>
              <a:gd name="connsiteY1436" fmla="*/ 1586232 h 6858000"/>
              <a:gd name="connsiteX1437" fmla="*/ 10500699 w 12192002"/>
              <a:gd name="connsiteY1437" fmla="*/ 1913175 h 6858000"/>
              <a:gd name="connsiteX1438" fmla="*/ 10507814 w 12192002"/>
              <a:gd name="connsiteY1438" fmla="*/ 1920694 h 6858000"/>
              <a:gd name="connsiteX1439" fmla="*/ 10518908 w 12192002"/>
              <a:gd name="connsiteY1439" fmla="*/ 1911226 h 6858000"/>
              <a:gd name="connsiteX1440" fmla="*/ 11258935 w 12192002"/>
              <a:gd name="connsiteY1440" fmla="*/ 2442781 h 6858000"/>
              <a:gd name="connsiteX1441" fmla="*/ 11211663 w 12192002"/>
              <a:gd name="connsiteY1441" fmla="*/ 2510325 h 6858000"/>
              <a:gd name="connsiteX1442" fmla="*/ 10571295 w 12192002"/>
              <a:gd name="connsiteY1442" fmla="*/ 2105302 h 6858000"/>
              <a:gd name="connsiteX1443" fmla="*/ 10435737 w 12192002"/>
              <a:gd name="connsiteY1443" fmla="*/ 2805672 h 6858000"/>
              <a:gd name="connsiteX1444" fmla="*/ 10206831 w 12192002"/>
              <a:gd name="connsiteY1444" fmla="*/ 3151701 h 6858000"/>
              <a:gd name="connsiteX1445" fmla="*/ 10196482 w 12192002"/>
              <a:gd name="connsiteY1445" fmla="*/ 3135084 h 6858000"/>
              <a:gd name="connsiteX1446" fmla="*/ 10381882 w 12192002"/>
              <a:gd name="connsiteY1446" fmla="*/ 2155807 h 6858000"/>
              <a:gd name="connsiteX1447" fmla="*/ 10439260 w 12192002"/>
              <a:gd name="connsiteY1447" fmla="*/ 1962486 h 6858000"/>
              <a:gd name="connsiteX1448" fmla="*/ 10439409 w 12192002"/>
              <a:gd name="connsiteY1448" fmla="*/ 1960615 h 6858000"/>
              <a:gd name="connsiteX1449" fmla="*/ 10439915 w 12192002"/>
              <a:gd name="connsiteY1449" fmla="*/ 1951821 h 6858000"/>
              <a:gd name="connsiteX1450" fmla="*/ 10314241 w 12192002"/>
              <a:gd name="connsiteY1450" fmla="*/ 1556749 h 6858000"/>
              <a:gd name="connsiteX1451" fmla="*/ 10315061 w 12192002"/>
              <a:gd name="connsiteY1451" fmla="*/ 1548729 h 6858000"/>
              <a:gd name="connsiteX1452" fmla="*/ 9526158 w 12192002"/>
              <a:gd name="connsiteY1452" fmla="*/ 1071804 h 6858000"/>
              <a:gd name="connsiteX1453" fmla="*/ 9758689 w 12192002"/>
              <a:gd name="connsiteY1453" fmla="*/ 1585512 h 6858000"/>
              <a:gd name="connsiteX1454" fmla="*/ 9941392 w 12192002"/>
              <a:gd name="connsiteY1454" fmla="*/ 2432858 h 6858000"/>
              <a:gd name="connsiteX1455" fmla="*/ 9887724 w 12192002"/>
              <a:gd name="connsiteY1455" fmla="*/ 2495762 h 6858000"/>
              <a:gd name="connsiteX1456" fmla="*/ 9587446 w 12192002"/>
              <a:gd name="connsiteY1456" fmla="*/ 1872898 h 6858000"/>
              <a:gd name="connsiteX1457" fmla="*/ 9462810 w 12192002"/>
              <a:gd name="connsiteY1457" fmla="*/ 1288346 h 6858000"/>
              <a:gd name="connsiteX1458" fmla="*/ 9318575 w 12192002"/>
              <a:gd name="connsiteY1458" fmla="*/ 1540820 h 6858000"/>
              <a:gd name="connsiteX1459" fmla="*/ 9191090 w 12192002"/>
              <a:gd name="connsiteY1459" fmla="*/ 1688355 h 6858000"/>
              <a:gd name="connsiteX1460" fmla="*/ 9177757 w 12192002"/>
              <a:gd name="connsiteY1460" fmla="*/ 1683354 h 6858000"/>
              <a:gd name="connsiteX1461" fmla="*/ 9274865 w 12192002"/>
              <a:gd name="connsiteY1461" fmla="*/ 1336896 h 6858000"/>
              <a:gd name="connsiteX1462" fmla="*/ 9478649 w 12192002"/>
              <a:gd name="connsiteY1462" fmla="*/ 1173376 h 6858000"/>
              <a:gd name="connsiteX1463" fmla="*/ 9482281 w 12192002"/>
              <a:gd name="connsiteY1463" fmla="*/ 1167830 h 6858000"/>
              <a:gd name="connsiteX1464" fmla="*/ 9438637 w 12192002"/>
              <a:gd name="connsiteY1464" fmla="*/ 1015438 h 6858000"/>
              <a:gd name="connsiteX1465" fmla="*/ 9439458 w 12192002"/>
              <a:gd name="connsiteY1465" fmla="*/ 1007420 h 6858000"/>
              <a:gd name="connsiteX1466" fmla="*/ 9197105 w 12192002"/>
              <a:gd name="connsiteY1466" fmla="*/ 808882 h 6858000"/>
              <a:gd name="connsiteX1467" fmla="*/ 8973607 w 12192002"/>
              <a:gd name="connsiteY1467" fmla="*/ 597733 h 6858000"/>
              <a:gd name="connsiteX1468" fmla="*/ 8967512 w 12192002"/>
              <a:gd name="connsiteY1468" fmla="*/ 1795211 h 6858000"/>
              <a:gd name="connsiteX1469" fmla="*/ 8912526 w 12192002"/>
              <a:gd name="connsiteY1469" fmla="*/ 1841464 h 6858000"/>
              <a:gd name="connsiteX1470" fmla="*/ 8893391 w 12192002"/>
              <a:gd name="connsiteY1470" fmla="*/ 572788 h 6858000"/>
              <a:gd name="connsiteX1471" fmla="*/ 8902990 w 12192002"/>
              <a:gd name="connsiteY1471" fmla="*/ 560750 h 6858000"/>
              <a:gd name="connsiteX1472" fmla="*/ 8919102 w 12192002"/>
              <a:gd name="connsiteY1472" fmla="*/ 542471 h 6858000"/>
              <a:gd name="connsiteX1473" fmla="*/ 8661728 w 12192002"/>
              <a:gd name="connsiteY1473" fmla="*/ 250903 h 6858000"/>
              <a:gd name="connsiteX1474" fmla="*/ 8357758 w 12192002"/>
              <a:gd name="connsiteY1474" fmla="*/ 0 h 6858000"/>
              <a:gd name="connsiteX1475" fmla="*/ 8405492 w 12192002"/>
              <a:gd name="connsiteY1475" fmla="*/ 0 h 6858000"/>
              <a:gd name="connsiteX1476" fmla="*/ 8392083 w 12192002"/>
              <a:gd name="connsiteY1476" fmla="*/ 30495 h 6858000"/>
              <a:gd name="connsiteX1477" fmla="*/ 8339888 w 12192002"/>
              <a:gd name="connsiteY1477" fmla="*/ 306259 h 6858000"/>
              <a:gd name="connsiteX1478" fmla="*/ 8473847 w 12192002"/>
              <a:gd name="connsiteY1478" fmla="*/ 727373 h 6858000"/>
              <a:gd name="connsiteX1479" fmla="*/ 8454081 w 12192002"/>
              <a:gd name="connsiteY1479" fmla="*/ 1611960 h 6858000"/>
              <a:gd name="connsiteX1480" fmla="*/ 8396000 w 12192002"/>
              <a:gd name="connsiteY1480" fmla="*/ 1663986 h 6858000"/>
              <a:gd name="connsiteX1481" fmla="*/ 8238881 w 12192002"/>
              <a:gd name="connsiteY1481" fmla="*/ 368438 h 6858000"/>
              <a:gd name="connsiteX1482" fmla="*/ 7668140 w 12192002"/>
              <a:gd name="connsiteY1482" fmla="*/ 942511 h 6858000"/>
              <a:gd name="connsiteX1483" fmla="*/ 7637853 w 12192002"/>
              <a:gd name="connsiteY1483" fmla="*/ 942567 h 6858000"/>
              <a:gd name="connsiteX1484" fmla="*/ 7909649 w 12192002"/>
              <a:gd name="connsiteY1484" fmla="*/ 489150 h 6858000"/>
              <a:gd name="connsiteX1485" fmla="*/ 8256182 w 12192002"/>
              <a:gd name="connsiteY1485" fmla="*/ 301724 h 6858000"/>
              <a:gd name="connsiteX1486" fmla="*/ 8255912 w 12192002"/>
              <a:gd name="connsiteY1486" fmla="*/ 276498 h 6858000"/>
              <a:gd name="connsiteX1487" fmla="*/ 8315225 w 12192002"/>
              <a:gd name="connsiteY1487" fmla="*/ 89075 h 6858000"/>
              <a:gd name="connsiteX1488" fmla="*/ 7497388 w 12192002"/>
              <a:gd name="connsiteY1488" fmla="*/ 0 h 6858000"/>
              <a:gd name="connsiteX1489" fmla="*/ 7560921 w 12192002"/>
              <a:gd name="connsiteY1489" fmla="*/ 0 h 6858000"/>
              <a:gd name="connsiteX1490" fmla="*/ 7546742 w 12192002"/>
              <a:gd name="connsiteY1490" fmla="*/ 68966 h 6858000"/>
              <a:gd name="connsiteX1491" fmla="*/ 7488853 w 12192002"/>
              <a:gd name="connsiteY1491" fmla="*/ 535687 h 6858000"/>
              <a:gd name="connsiteX1492" fmla="*/ 7529509 w 12192002"/>
              <a:gd name="connsiteY1492" fmla="*/ 380358 h 6858000"/>
              <a:gd name="connsiteX1493" fmla="*/ 7585939 w 12192002"/>
              <a:gd name="connsiteY1493" fmla="*/ 184712 h 6858000"/>
              <a:gd name="connsiteX1494" fmla="*/ 7621792 w 12192002"/>
              <a:gd name="connsiteY1494" fmla="*/ 87864 h 6858000"/>
              <a:gd name="connsiteX1495" fmla="*/ 7654204 w 12192002"/>
              <a:gd name="connsiteY1495" fmla="*/ 0 h 6858000"/>
              <a:gd name="connsiteX1496" fmla="*/ 7683986 w 12192002"/>
              <a:gd name="connsiteY1496" fmla="*/ 0 h 6858000"/>
              <a:gd name="connsiteX1497" fmla="*/ 7647914 w 12192002"/>
              <a:gd name="connsiteY1497" fmla="*/ 97640 h 6858000"/>
              <a:gd name="connsiteX1498" fmla="*/ 7612524 w 12192002"/>
              <a:gd name="connsiteY1498" fmla="*/ 193392 h 6858000"/>
              <a:gd name="connsiteX1499" fmla="*/ 7557013 w 12192002"/>
              <a:gd name="connsiteY1499" fmla="*/ 386853 h 6858000"/>
              <a:gd name="connsiteX1500" fmla="*/ 7517286 w 12192002"/>
              <a:gd name="connsiteY1500" fmla="*/ 539999 h 6858000"/>
              <a:gd name="connsiteX1501" fmla="*/ 7704204 w 12192002"/>
              <a:gd name="connsiteY1501" fmla="*/ 152292 h 6858000"/>
              <a:gd name="connsiteX1502" fmla="*/ 7756975 w 12192002"/>
              <a:gd name="connsiteY1502" fmla="*/ 0 h 6858000"/>
              <a:gd name="connsiteX1503" fmla="*/ 7837329 w 12192002"/>
              <a:gd name="connsiteY1503" fmla="*/ 0 h 6858000"/>
              <a:gd name="connsiteX1504" fmla="*/ 7821760 w 12192002"/>
              <a:gd name="connsiteY1504" fmla="*/ 65656 h 6858000"/>
              <a:gd name="connsiteX1505" fmla="*/ 7488925 w 12192002"/>
              <a:gd name="connsiteY1505" fmla="*/ 763628 h 6858000"/>
              <a:gd name="connsiteX1506" fmla="*/ 7419999 w 12192002"/>
              <a:gd name="connsiteY1506" fmla="*/ 774360 h 6858000"/>
              <a:gd name="connsiteX1507" fmla="*/ 7487820 w 12192002"/>
              <a:gd name="connsiteY1507" fmla="*/ 37416 h 6858000"/>
              <a:gd name="connsiteX1508" fmla="*/ 3882765 w 12192002"/>
              <a:gd name="connsiteY1508" fmla="*/ 0 h 6858000"/>
              <a:gd name="connsiteX1509" fmla="*/ 3995099 w 12192002"/>
              <a:gd name="connsiteY1509" fmla="*/ 0 h 6858000"/>
              <a:gd name="connsiteX1510" fmla="*/ 4163818 w 12192002"/>
              <a:gd name="connsiteY1510" fmla="*/ 234104 h 6858000"/>
              <a:gd name="connsiteX1511" fmla="*/ 4172099 w 12192002"/>
              <a:gd name="connsiteY1511" fmla="*/ 234207 h 6858000"/>
              <a:gd name="connsiteX1512" fmla="*/ 4784282 w 12192002"/>
              <a:gd name="connsiteY1512" fmla="*/ 276561 h 6858000"/>
              <a:gd name="connsiteX1513" fmla="*/ 4801687 w 12192002"/>
              <a:gd name="connsiteY1513" fmla="*/ 267764 h 6858000"/>
              <a:gd name="connsiteX1514" fmla="*/ 6082788 w 12192002"/>
              <a:gd name="connsiteY1514" fmla="*/ 64119 h 6858000"/>
              <a:gd name="connsiteX1515" fmla="*/ 6099442 w 12192002"/>
              <a:gd name="connsiteY1515" fmla="*/ 82568 h 6858000"/>
              <a:gd name="connsiteX1516" fmla="*/ 4804137 w 12192002"/>
              <a:gd name="connsiteY1516" fmla="*/ 320931 h 6858000"/>
              <a:gd name="connsiteX1517" fmla="*/ 4227047 w 12192002"/>
              <a:gd name="connsiteY1517" fmla="*/ 313415 h 6858000"/>
              <a:gd name="connsiteX1518" fmla="*/ 4346041 w 12192002"/>
              <a:gd name="connsiteY1518" fmla="*/ 456086 h 6858000"/>
              <a:gd name="connsiteX1519" fmla="*/ 4870967 w 12192002"/>
              <a:gd name="connsiteY1519" fmla="*/ 963061 h 6858000"/>
              <a:gd name="connsiteX1520" fmla="*/ 4889647 w 12192002"/>
              <a:gd name="connsiteY1520" fmla="*/ 957147 h 6858000"/>
              <a:gd name="connsiteX1521" fmla="*/ 5422504 w 12192002"/>
              <a:gd name="connsiteY1521" fmla="*/ 805191 h 6858000"/>
              <a:gd name="connsiteX1522" fmla="*/ 6087656 w 12192002"/>
              <a:gd name="connsiteY1522" fmla="*/ 826703 h 6858000"/>
              <a:gd name="connsiteX1523" fmla="*/ 6058717 w 12192002"/>
              <a:gd name="connsiteY1523" fmla="*/ 865992 h 6858000"/>
              <a:gd name="connsiteX1524" fmla="*/ 4974153 w 12192002"/>
              <a:gd name="connsiteY1524" fmla="*/ 1045456 h 6858000"/>
              <a:gd name="connsiteX1525" fmla="*/ 5627835 w 12192002"/>
              <a:gd name="connsiteY1525" fmla="*/ 1472077 h 6858000"/>
              <a:gd name="connsiteX1526" fmla="*/ 5629816 w 12192002"/>
              <a:gd name="connsiteY1526" fmla="*/ 1471412 h 6858000"/>
              <a:gd name="connsiteX1527" fmla="*/ 5634124 w 12192002"/>
              <a:gd name="connsiteY1527" fmla="*/ 1470572 h 6858000"/>
              <a:gd name="connsiteX1528" fmla="*/ 5755832 w 12192002"/>
              <a:gd name="connsiteY1528" fmla="*/ 1383886 h 6858000"/>
              <a:gd name="connsiteX1529" fmla="*/ 6014186 w 12192002"/>
              <a:gd name="connsiteY1529" fmla="*/ 1279799 h 6858000"/>
              <a:gd name="connsiteX1530" fmla="*/ 6901619 w 12192002"/>
              <a:gd name="connsiteY1530" fmla="*/ 1047874 h 6858000"/>
              <a:gd name="connsiteX1531" fmla="*/ 6931566 w 12192002"/>
              <a:gd name="connsiteY1531" fmla="*/ 1062034 h 6858000"/>
              <a:gd name="connsiteX1532" fmla="*/ 5790982 w 12192002"/>
              <a:gd name="connsiteY1532" fmla="*/ 1561380 h 6858000"/>
              <a:gd name="connsiteX1533" fmla="*/ 6188971 w 12192002"/>
              <a:gd name="connsiteY1533" fmla="*/ 1755168 h 6858000"/>
              <a:gd name="connsiteX1534" fmla="*/ 6202446 w 12192002"/>
              <a:gd name="connsiteY1534" fmla="*/ 1752268 h 6858000"/>
              <a:gd name="connsiteX1535" fmla="*/ 7179560 w 12192002"/>
              <a:gd name="connsiteY1535" fmla="*/ 1467551 h 6858000"/>
              <a:gd name="connsiteX1536" fmla="*/ 7158730 w 12192002"/>
              <a:gd name="connsiteY1536" fmla="*/ 1507835 h 6858000"/>
              <a:gd name="connsiteX1537" fmla="*/ 6326959 w 12192002"/>
              <a:gd name="connsiteY1537" fmla="*/ 1817686 h 6858000"/>
              <a:gd name="connsiteX1538" fmla="*/ 6537433 w 12192002"/>
              <a:gd name="connsiteY1538" fmla="*/ 1907790 h 6858000"/>
              <a:gd name="connsiteX1539" fmla="*/ 6550221 w 12192002"/>
              <a:gd name="connsiteY1539" fmla="*/ 1910729 h 6858000"/>
              <a:gd name="connsiteX1540" fmla="*/ 6964438 w 12192002"/>
              <a:gd name="connsiteY1540" fmla="*/ 2209505 h 6858000"/>
              <a:gd name="connsiteX1541" fmla="*/ 7367862 w 12192002"/>
              <a:gd name="connsiteY1541" fmla="*/ 2806833 h 6858000"/>
              <a:gd name="connsiteX1542" fmla="*/ 7364329 w 12192002"/>
              <a:gd name="connsiteY1542" fmla="*/ 2826907 h 6858000"/>
              <a:gd name="connsiteX1543" fmla="*/ 7290545 w 12192002"/>
              <a:gd name="connsiteY1543" fmla="*/ 2850663 h 6858000"/>
              <a:gd name="connsiteX1544" fmla="*/ 6472036 w 12192002"/>
              <a:gd name="connsiteY1544" fmla="*/ 1959003 h 6858000"/>
              <a:gd name="connsiteX1545" fmla="*/ 5792897 w 12192002"/>
              <a:gd name="connsiteY1545" fmla="*/ 1647747 h 6858000"/>
              <a:gd name="connsiteX1546" fmla="*/ 5842751 w 12192002"/>
              <a:gd name="connsiteY1546" fmla="*/ 1816112 h 6858000"/>
              <a:gd name="connsiteX1547" fmla="*/ 5847424 w 12192002"/>
              <a:gd name="connsiteY1547" fmla="*/ 1815776 h 6858000"/>
              <a:gd name="connsiteX1548" fmla="*/ 6399821 w 12192002"/>
              <a:gd name="connsiteY1548" fmla="*/ 2344799 h 6858000"/>
              <a:gd name="connsiteX1549" fmla="*/ 6323232 w 12192002"/>
              <a:gd name="connsiteY1549" fmla="*/ 2389634 h 6858000"/>
              <a:gd name="connsiteX1550" fmla="*/ 5942957 w 12192002"/>
              <a:gd name="connsiteY1550" fmla="*/ 2077708 h 6858000"/>
              <a:gd name="connsiteX1551" fmla="*/ 5921559 w 12192002"/>
              <a:gd name="connsiteY1551" fmla="*/ 2378596 h 6858000"/>
              <a:gd name="connsiteX1552" fmla="*/ 5817651 w 12192002"/>
              <a:gd name="connsiteY1552" fmla="*/ 3023919 h 6858000"/>
              <a:gd name="connsiteX1553" fmla="*/ 5729634 w 12192002"/>
              <a:gd name="connsiteY1553" fmla="*/ 3051849 h 6858000"/>
              <a:gd name="connsiteX1554" fmla="*/ 5611018 w 12192002"/>
              <a:gd name="connsiteY1554" fmla="*/ 2316769 h 6858000"/>
              <a:gd name="connsiteX1555" fmla="*/ 5687608 w 12192002"/>
              <a:gd name="connsiteY1555" fmla="*/ 2039972 h 6858000"/>
              <a:gd name="connsiteX1556" fmla="*/ 5657554 w 12192002"/>
              <a:gd name="connsiteY1556" fmla="*/ 1576445 h 6858000"/>
              <a:gd name="connsiteX1557" fmla="*/ 5150475 w 12192002"/>
              <a:gd name="connsiteY1557" fmla="*/ 1274012 h 6858000"/>
              <a:gd name="connsiteX1558" fmla="*/ 5349142 w 12192002"/>
              <a:gd name="connsiteY1558" fmla="*/ 2204405 h 6858000"/>
              <a:gd name="connsiteX1559" fmla="*/ 5262214 w 12192002"/>
              <a:gd name="connsiteY1559" fmla="*/ 2233836 h 6858000"/>
              <a:gd name="connsiteX1560" fmla="*/ 4981539 w 12192002"/>
              <a:gd name="connsiteY1560" fmla="*/ 1542201 h 6858000"/>
              <a:gd name="connsiteX1561" fmla="*/ 4958461 w 12192002"/>
              <a:gd name="connsiteY1561" fmla="*/ 1136957 h 6858000"/>
              <a:gd name="connsiteX1562" fmla="*/ 4655015 w 12192002"/>
              <a:gd name="connsiteY1562" fmla="*/ 891426 h 6858000"/>
              <a:gd name="connsiteX1563" fmla="*/ 4348002 w 12192002"/>
              <a:gd name="connsiteY1563" fmla="*/ 2205895 h 6858000"/>
              <a:gd name="connsiteX1564" fmla="*/ 4262250 w 12192002"/>
              <a:gd name="connsiteY1564" fmla="*/ 2219972 h 6858000"/>
              <a:gd name="connsiteX1565" fmla="*/ 4550611 w 12192002"/>
              <a:gd name="connsiteY1565" fmla="*/ 817540 h 6858000"/>
              <a:gd name="connsiteX1566" fmla="*/ 4564418 w 12192002"/>
              <a:gd name="connsiteY1566" fmla="*/ 808293 h 6858000"/>
              <a:gd name="connsiteX1567" fmla="*/ 4266388 w 12192002"/>
              <a:gd name="connsiteY1567" fmla="*/ 500083 h 6858000"/>
              <a:gd name="connsiteX1568" fmla="*/ 4032842 w 12192002"/>
              <a:gd name="connsiteY1568" fmla="*/ 211809 h 6858000"/>
              <a:gd name="connsiteX1569" fmla="*/ 3721337 w 12192002"/>
              <a:gd name="connsiteY1569" fmla="*/ 0 h 6858000"/>
              <a:gd name="connsiteX1570" fmla="*/ 3797544 w 12192002"/>
              <a:gd name="connsiteY1570" fmla="*/ 0 h 6858000"/>
              <a:gd name="connsiteX1571" fmla="*/ 3775734 w 12192002"/>
              <a:gd name="connsiteY1571" fmla="*/ 95131 h 6858000"/>
              <a:gd name="connsiteX1572" fmla="*/ 3724807 w 12192002"/>
              <a:gd name="connsiteY1572" fmla="*/ 272257 h 6858000"/>
              <a:gd name="connsiteX1573" fmla="*/ 3726844 w 12192002"/>
              <a:gd name="connsiteY1573" fmla="*/ 282988 h 6858000"/>
              <a:gd name="connsiteX1574" fmla="*/ 3742664 w 12192002"/>
              <a:gd name="connsiteY1574" fmla="*/ 279918 h 6858000"/>
              <a:gd name="connsiteX1575" fmla="*/ 4103910 w 12192002"/>
              <a:gd name="connsiteY1575" fmla="*/ 1161917 h 6858000"/>
              <a:gd name="connsiteX1576" fmla="*/ 4020269 w 12192002"/>
              <a:gd name="connsiteY1576" fmla="*/ 1200406 h 6858000"/>
              <a:gd name="connsiteX1577" fmla="*/ 3674882 w 12192002"/>
              <a:gd name="connsiteY1577" fmla="*/ 488524 h 6858000"/>
              <a:gd name="connsiteX1578" fmla="*/ 3132682 w 12192002"/>
              <a:gd name="connsiteY1578" fmla="*/ 1072284 h 6858000"/>
              <a:gd name="connsiteX1579" fmla="*/ 2716346 w 12192002"/>
              <a:gd name="connsiteY1579" fmla="*/ 1276376 h 6858000"/>
              <a:gd name="connsiteX1580" fmla="*/ 2716772 w 12192002"/>
              <a:gd name="connsiteY1580" fmla="*/ 1255462 h 6858000"/>
              <a:gd name="connsiteX1581" fmla="*/ 3471096 w 12192002"/>
              <a:gd name="connsiteY1581" fmla="*/ 437072 h 6858000"/>
              <a:gd name="connsiteX1582" fmla="*/ 3639057 w 12192002"/>
              <a:gd name="connsiteY1582" fmla="*/ 286334 h 6858000"/>
              <a:gd name="connsiteX1583" fmla="*/ 3640309 w 12192002"/>
              <a:gd name="connsiteY1583" fmla="*/ 284664 h 6858000"/>
              <a:gd name="connsiteX1584" fmla="*/ 3646022 w 12192002"/>
              <a:gd name="connsiteY1584" fmla="*/ 276711 h 6858000"/>
              <a:gd name="connsiteX1585" fmla="*/ 3707943 w 12192002"/>
              <a:gd name="connsiteY1585" fmla="*/ 65958 h 6858000"/>
              <a:gd name="connsiteX1586" fmla="*/ 2867960 w 12192002"/>
              <a:gd name="connsiteY1586" fmla="*/ 0 h 6858000"/>
              <a:gd name="connsiteX1587" fmla="*/ 2926351 w 12192002"/>
              <a:gd name="connsiteY1587" fmla="*/ 0 h 6858000"/>
              <a:gd name="connsiteX1588" fmla="*/ 2902823 w 12192002"/>
              <a:gd name="connsiteY1588" fmla="*/ 262929 h 6858000"/>
              <a:gd name="connsiteX1589" fmla="*/ 2940663 w 12192002"/>
              <a:gd name="connsiteY1589" fmla="*/ 140884 h 6858000"/>
              <a:gd name="connsiteX1590" fmla="*/ 2947039 w 12192002"/>
              <a:gd name="connsiteY1590" fmla="*/ 122524 h 6858000"/>
              <a:gd name="connsiteX1591" fmla="*/ 2984316 w 12192002"/>
              <a:gd name="connsiteY1591" fmla="*/ 0 h 6858000"/>
              <a:gd name="connsiteX1592" fmla="*/ 3016114 w 12192002"/>
              <a:gd name="connsiteY1592" fmla="*/ 0 h 6858000"/>
              <a:gd name="connsiteX1593" fmla="*/ 2979949 w 12192002"/>
              <a:gd name="connsiteY1593" fmla="*/ 119274 h 6858000"/>
              <a:gd name="connsiteX1594" fmla="*/ 3023879 w 12192002"/>
              <a:gd name="connsiteY1594" fmla="*/ 0 h 6858000"/>
              <a:gd name="connsiteX1595" fmla="*/ 3105400 w 12192002"/>
              <a:gd name="connsiteY1595" fmla="*/ 0 h 6858000"/>
              <a:gd name="connsiteX1596" fmla="*/ 3094669 w 12192002"/>
              <a:gd name="connsiteY1596" fmla="*/ 30308 h 6858000"/>
              <a:gd name="connsiteX1597" fmla="*/ 2901945 w 12192002"/>
              <a:gd name="connsiteY1597" fmla="*/ 466538 h 6858000"/>
              <a:gd name="connsiteX1598" fmla="*/ 2815209 w 12192002"/>
              <a:gd name="connsiteY1598" fmla="*/ 497361 h 6858000"/>
              <a:gd name="connsiteX1599" fmla="*/ 2844845 w 12192002"/>
              <a:gd name="connsiteY1599" fmla="*/ 127638 h 6858000"/>
              <a:gd name="connsiteX1600" fmla="*/ 1057230 w 12192002"/>
              <a:gd name="connsiteY1600" fmla="*/ 0 h 6858000"/>
              <a:gd name="connsiteX1601" fmla="*/ 1111003 w 12192002"/>
              <a:gd name="connsiteY1601" fmla="*/ 0 h 6858000"/>
              <a:gd name="connsiteX1602" fmla="*/ 1125553 w 12192002"/>
              <a:gd name="connsiteY1602" fmla="*/ 52588 h 6858000"/>
              <a:gd name="connsiteX1603" fmla="*/ 1304276 w 12192002"/>
              <a:gd name="connsiteY1603" fmla="*/ 476275 h 6858000"/>
              <a:gd name="connsiteX1604" fmla="*/ 1492066 w 12192002"/>
              <a:gd name="connsiteY1604" fmla="*/ 886333 h 6858000"/>
              <a:gd name="connsiteX1605" fmla="*/ 1423698 w 12192002"/>
              <a:gd name="connsiteY1605" fmla="*/ 710817 h 6858000"/>
              <a:gd name="connsiteX1606" fmla="*/ 1357609 w 12192002"/>
              <a:gd name="connsiteY1606" fmla="*/ 532892 h 6858000"/>
              <a:gd name="connsiteX1607" fmla="*/ 1309550 w 12192002"/>
              <a:gd name="connsiteY1607" fmla="*/ 374031 h 6858000"/>
              <a:gd name="connsiteX1608" fmla="*/ 1193673 w 12192002"/>
              <a:gd name="connsiteY1608" fmla="*/ 49533 h 6858000"/>
              <a:gd name="connsiteX1609" fmla="*/ 1164391 w 12192002"/>
              <a:gd name="connsiteY1609" fmla="*/ 0 h 6858000"/>
              <a:gd name="connsiteX1610" fmla="*/ 1200666 w 12192002"/>
              <a:gd name="connsiteY1610" fmla="*/ 0 h 6858000"/>
              <a:gd name="connsiteX1611" fmla="*/ 1223408 w 12192002"/>
              <a:gd name="connsiteY1611" fmla="*/ 38996 h 6858000"/>
              <a:gd name="connsiteX1612" fmla="*/ 1339635 w 12192002"/>
              <a:gd name="connsiteY1612" fmla="*/ 365517 h 6858000"/>
              <a:gd name="connsiteX1613" fmla="*/ 1387469 w 12192002"/>
              <a:gd name="connsiteY1613" fmla="*/ 523079 h 6858000"/>
              <a:gd name="connsiteX1614" fmla="*/ 1452685 w 12192002"/>
              <a:gd name="connsiteY1614" fmla="*/ 699806 h 6858000"/>
              <a:gd name="connsiteX1615" fmla="*/ 1492092 w 12192002"/>
              <a:gd name="connsiteY1615" fmla="*/ 800424 h 6858000"/>
              <a:gd name="connsiteX1616" fmla="*/ 1455302 w 12192002"/>
              <a:gd name="connsiteY1616" fmla="*/ 632913 h 6858000"/>
              <a:gd name="connsiteX1617" fmla="*/ 1222336 w 12192002"/>
              <a:gd name="connsiteY1617" fmla="*/ 9480 h 6858000"/>
              <a:gd name="connsiteX1618" fmla="*/ 1214634 w 12192002"/>
              <a:gd name="connsiteY1618" fmla="*/ 0 h 6858000"/>
              <a:gd name="connsiteX1619" fmla="*/ 1289827 w 12192002"/>
              <a:gd name="connsiteY1619" fmla="*/ 0 h 6858000"/>
              <a:gd name="connsiteX1620" fmla="*/ 1321076 w 12192002"/>
              <a:gd name="connsiteY1620" fmla="*/ 59722 h 6858000"/>
              <a:gd name="connsiteX1621" fmla="*/ 1512579 w 12192002"/>
              <a:gd name="connsiteY1621" fmla="*/ 626441 h 6858000"/>
              <a:gd name="connsiteX1622" fmla="*/ 1506076 w 12192002"/>
              <a:gd name="connsiteY1622" fmla="*/ 1089289 h 6858000"/>
              <a:gd name="connsiteX1623" fmla="*/ 1486346 w 12192002"/>
              <a:gd name="connsiteY1623" fmla="*/ 1079919 h 6858000"/>
              <a:gd name="connsiteX1624" fmla="*/ 1070511 w 12192002"/>
              <a:gd name="connsiteY1624" fmla="*/ 48609 h 6858000"/>
              <a:gd name="connsiteX1625" fmla="*/ 43151 w 12192002"/>
              <a:gd name="connsiteY1625" fmla="*/ 0 h 6858000"/>
              <a:gd name="connsiteX1626" fmla="*/ 95283 w 12192002"/>
              <a:gd name="connsiteY1626" fmla="*/ 0 h 6858000"/>
              <a:gd name="connsiteX1627" fmla="*/ 300708 w 12192002"/>
              <a:gd name="connsiteY1627" fmla="*/ 154571 h 6858000"/>
              <a:gd name="connsiteX1628" fmla="*/ 530414 w 12192002"/>
              <a:gd name="connsiteY1628" fmla="*/ 354673 h 6858000"/>
              <a:gd name="connsiteX1629" fmla="*/ 333785 w 12192002"/>
              <a:gd name="connsiteY1629" fmla="*/ 161564 h 6858000"/>
              <a:gd name="connsiteX1630" fmla="*/ 147005 w 12192002"/>
              <a:gd name="connsiteY1630" fmla="*/ 0 h 6858000"/>
              <a:gd name="connsiteX1631" fmla="*/ 272509 w 12192002"/>
              <a:gd name="connsiteY1631" fmla="*/ 0 h 6858000"/>
              <a:gd name="connsiteX1632" fmla="*/ 326276 w 12192002"/>
              <a:gd name="connsiteY1632" fmla="*/ 45847 h 6858000"/>
              <a:gd name="connsiteX1633" fmla="*/ 823759 w 12192002"/>
              <a:gd name="connsiteY1633" fmla="*/ 574145 h 6858000"/>
              <a:gd name="connsiteX1634" fmla="*/ 811254 w 12192002"/>
              <a:gd name="connsiteY1634" fmla="*/ 665546 h 6858000"/>
              <a:gd name="connsiteX1635" fmla="*/ 154042 w 12192002"/>
              <a:gd name="connsiteY1635" fmla="*/ 261522 h 6858000"/>
              <a:gd name="connsiteX1636" fmla="*/ 13550 w 12192002"/>
              <a:gd name="connsiteY1636" fmla="*/ 158423 h 6858000"/>
              <a:gd name="connsiteX1637" fmla="*/ 0 w 12192002"/>
              <a:gd name="connsiteY1637" fmla="*/ 146618 h 6858000"/>
              <a:gd name="connsiteX1638" fmla="*/ 0 w 12192002"/>
              <a:gd name="connsiteY1638" fmla="*/ 59161 h 6858000"/>
              <a:gd name="connsiteX1639" fmla="*/ 45427 w 12192002"/>
              <a:gd name="connsiteY1639" fmla="*/ 101078 h 6858000"/>
              <a:gd name="connsiteX1640" fmla="*/ 630103 w 12192002"/>
              <a:gd name="connsiteY1640" fmla="*/ 485885 h 6858000"/>
              <a:gd name="connsiteX1641" fmla="*/ 532040 w 12192002"/>
              <a:gd name="connsiteY1641" fmla="*/ 399359 h 6858000"/>
              <a:gd name="connsiteX1642" fmla="*/ 517618 w 12192002"/>
              <a:gd name="connsiteY1642" fmla="*/ 385726 h 6858000"/>
              <a:gd name="connsiteX1643" fmla="*/ 285074 w 12192002"/>
              <a:gd name="connsiteY1643" fmla="*/ 18275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Lst>
            <a:rect l="l" t="t" r="r" b="b"/>
            <a:pathLst>
              <a:path w="12192002" h="6858000">
                <a:moveTo>
                  <a:pt x="369702" y="6712169"/>
                </a:moveTo>
                <a:lnTo>
                  <a:pt x="366575" y="6715556"/>
                </a:lnTo>
                <a:cubicBezTo>
                  <a:pt x="367954" y="6715031"/>
                  <a:pt x="369326" y="6714512"/>
                  <a:pt x="371637" y="6713954"/>
                </a:cubicBezTo>
                <a:close/>
                <a:moveTo>
                  <a:pt x="7392322" y="6658238"/>
                </a:moveTo>
                <a:cubicBezTo>
                  <a:pt x="7466250" y="6681109"/>
                  <a:pt x="7539706" y="6707100"/>
                  <a:pt x="7611337" y="6732821"/>
                </a:cubicBezTo>
                <a:cubicBezTo>
                  <a:pt x="7723489" y="6773078"/>
                  <a:pt x="7838666" y="6813801"/>
                  <a:pt x="7955762" y="6842006"/>
                </a:cubicBezTo>
                <a:cubicBezTo>
                  <a:pt x="7825893" y="6763794"/>
                  <a:pt x="7655160" y="6705586"/>
                  <a:pt x="7512455" y="6674734"/>
                </a:cubicBezTo>
                <a:close/>
                <a:moveTo>
                  <a:pt x="9928143" y="6515312"/>
                </a:moveTo>
                <a:lnTo>
                  <a:pt x="9753801" y="6525103"/>
                </a:lnTo>
                <a:cubicBezTo>
                  <a:pt x="9696294" y="6528458"/>
                  <a:pt x="9636969" y="6531530"/>
                  <a:pt x="9578027" y="6532104"/>
                </a:cubicBezTo>
                <a:cubicBezTo>
                  <a:pt x="9526546" y="6532538"/>
                  <a:pt x="9474842" y="6530381"/>
                  <a:pt x="9424342" y="6528403"/>
                </a:cubicBezTo>
                <a:cubicBezTo>
                  <a:pt x="9283243" y="6523421"/>
                  <a:pt x="9137206" y="6518329"/>
                  <a:pt x="9001907" y="6560369"/>
                </a:cubicBezTo>
                <a:cubicBezTo>
                  <a:pt x="8974564" y="6568983"/>
                  <a:pt x="8948144" y="6579668"/>
                  <a:pt x="8922138" y="6591702"/>
                </a:cubicBezTo>
                <a:cubicBezTo>
                  <a:pt x="8976395" y="6597451"/>
                  <a:pt x="9031633" y="6600803"/>
                  <a:pt x="9087550" y="6599765"/>
                </a:cubicBezTo>
                <a:cubicBezTo>
                  <a:pt x="9228396" y="6598297"/>
                  <a:pt x="9371812" y="6576077"/>
                  <a:pt x="9512475" y="6563693"/>
                </a:cubicBezTo>
                <a:cubicBezTo>
                  <a:pt x="9626059" y="6554204"/>
                  <a:pt x="9898686" y="6537707"/>
                  <a:pt x="9928143" y="6515312"/>
                </a:cubicBezTo>
                <a:close/>
                <a:moveTo>
                  <a:pt x="9351220" y="6459370"/>
                </a:moveTo>
                <a:cubicBezTo>
                  <a:pt x="9225400" y="6463303"/>
                  <a:pt x="9098278" y="6481291"/>
                  <a:pt x="8999756" y="6529929"/>
                </a:cubicBezTo>
                <a:cubicBezTo>
                  <a:pt x="9138083" y="6488352"/>
                  <a:pt x="9284119" y="6493450"/>
                  <a:pt x="9425830" y="6498517"/>
                </a:cubicBezTo>
                <a:cubicBezTo>
                  <a:pt x="9476320" y="6500495"/>
                  <a:pt x="9528123" y="6502029"/>
                  <a:pt x="9578307" y="6502035"/>
                </a:cubicBezTo>
                <a:cubicBezTo>
                  <a:pt x="9636540" y="6501999"/>
                  <a:pt x="9695359" y="6498204"/>
                  <a:pt x="9752771" y="6495471"/>
                </a:cubicBezTo>
                <a:lnTo>
                  <a:pt x="9852779" y="6489665"/>
                </a:lnTo>
                <a:cubicBezTo>
                  <a:pt x="9815758" y="6484629"/>
                  <a:pt x="9764024" y="6478620"/>
                  <a:pt x="9694862" y="6473140"/>
                </a:cubicBezTo>
                <a:cubicBezTo>
                  <a:pt x="9601553" y="6465560"/>
                  <a:pt x="9477038" y="6455438"/>
                  <a:pt x="9351220" y="6459370"/>
                </a:cubicBez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7254615" y="5911918"/>
                </a:moveTo>
                <a:cubicBezTo>
                  <a:pt x="7274645" y="5934852"/>
                  <a:pt x="7294062" y="5957691"/>
                  <a:pt x="7312589" y="5982309"/>
                </a:cubicBezTo>
                <a:cubicBezTo>
                  <a:pt x="7413753" y="6114421"/>
                  <a:pt x="7483941" y="6266763"/>
                  <a:pt x="7580896" y="6402069"/>
                </a:cubicBezTo>
                <a:cubicBezTo>
                  <a:pt x="7695169" y="6561808"/>
                  <a:pt x="7849203" y="6676399"/>
                  <a:pt x="7990862" y="6807025"/>
                </a:cubicBezTo>
                <a:cubicBezTo>
                  <a:pt x="7962703" y="6748256"/>
                  <a:pt x="7917173" y="6697712"/>
                  <a:pt x="7871964" y="6649139"/>
                </a:cubicBezTo>
                <a:lnTo>
                  <a:pt x="7859674" y="6636358"/>
                </a:lnTo>
                <a:cubicBezTo>
                  <a:pt x="7748530" y="6516822"/>
                  <a:pt x="7645260" y="6386311"/>
                  <a:pt x="7545050" y="6260110"/>
                </a:cubicBezTo>
                <a:cubicBezTo>
                  <a:pt x="7452767" y="6142819"/>
                  <a:pt x="7357042" y="6023723"/>
                  <a:pt x="7254615" y="5911918"/>
                </a:cubicBezTo>
                <a:close/>
                <a:moveTo>
                  <a:pt x="9078855" y="5884754"/>
                </a:moveTo>
                <a:cubicBezTo>
                  <a:pt x="8942634" y="6070158"/>
                  <a:pt x="8787932" y="6315508"/>
                  <a:pt x="8825188" y="6496752"/>
                </a:cubicBezTo>
                <a:cubicBezTo>
                  <a:pt x="8871718" y="6270055"/>
                  <a:pt x="8975231" y="6063621"/>
                  <a:pt x="9078855" y="5884754"/>
                </a:cubicBezTo>
                <a:close/>
                <a:moveTo>
                  <a:pt x="9113805" y="5883072"/>
                </a:moveTo>
                <a:cubicBezTo>
                  <a:pt x="9009770" y="6060592"/>
                  <a:pt x="8903644" y="6267900"/>
                  <a:pt x="8855200" y="6494950"/>
                </a:cubicBezTo>
                <a:cubicBezTo>
                  <a:pt x="8971799" y="6300136"/>
                  <a:pt x="9069545" y="6103069"/>
                  <a:pt x="9113805" y="5883072"/>
                </a:cubicBezTo>
                <a:close/>
                <a:moveTo>
                  <a:pt x="9123940" y="5825040"/>
                </a:moveTo>
                <a:cubicBezTo>
                  <a:pt x="9123142" y="5826205"/>
                  <a:pt x="9122347" y="5827360"/>
                  <a:pt x="9120846" y="5829053"/>
                </a:cubicBezTo>
                <a:lnTo>
                  <a:pt x="9123267" y="5829425"/>
                </a:ln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close/>
                <a:moveTo>
                  <a:pt x="5539432" y="5642928"/>
                </a:moveTo>
                <a:cubicBezTo>
                  <a:pt x="5544304" y="5659969"/>
                  <a:pt x="5549664" y="5677449"/>
                  <a:pt x="5555462" y="5694454"/>
                </a:cubicBezTo>
                <a:cubicBezTo>
                  <a:pt x="5631122" y="5909386"/>
                  <a:pt x="5731219" y="6118228"/>
                  <a:pt x="5828270" y="6320663"/>
                </a:cubicBezTo>
                <a:cubicBezTo>
                  <a:pt x="5868407" y="6404290"/>
                  <a:pt x="5908581" y="6488842"/>
                  <a:pt x="5947416" y="6574846"/>
                </a:cubicBezTo>
                <a:cubicBezTo>
                  <a:pt x="5894674" y="6327329"/>
                  <a:pt x="5793017"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10097724" y="5591852"/>
                </a:moveTo>
                <a:cubicBezTo>
                  <a:pt x="9944682" y="5593954"/>
                  <a:pt x="9791714" y="5611746"/>
                  <a:pt x="9645248" y="5630119"/>
                </a:cubicBezTo>
                <a:cubicBezTo>
                  <a:pt x="9610727" y="5634568"/>
                  <a:pt x="9577456" y="5639754"/>
                  <a:pt x="9543858" y="5650510"/>
                </a:cubicBezTo>
                <a:cubicBezTo>
                  <a:pt x="9550063" y="5662642"/>
                  <a:pt x="9629757" y="5633895"/>
                  <a:pt x="9681648" y="5629828"/>
                </a:cubicBezTo>
                <a:cubicBezTo>
                  <a:pt x="9969341" y="5609845"/>
                  <a:pt x="10272689" y="5655720"/>
                  <a:pt x="10557846" y="5601337"/>
                </a:cubicBezTo>
                <a:cubicBezTo>
                  <a:pt x="10473933" y="5611321"/>
                  <a:pt x="10386637" y="5605065"/>
                  <a:pt x="10301704" y="5598847"/>
                </a:cubicBezTo>
                <a:cubicBezTo>
                  <a:pt x="10284536" y="5597562"/>
                  <a:pt x="10267371" y="5596280"/>
                  <a:pt x="10250553" y="5595539"/>
                </a:cubicBezTo>
                <a:cubicBezTo>
                  <a:pt x="10199759" y="5592194"/>
                  <a:pt x="10148737" y="5591152"/>
                  <a:pt x="10097724" y="5591852"/>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7015907" y="5541548"/>
                </a:moveTo>
                <a:cubicBezTo>
                  <a:pt x="7100896" y="5613517"/>
                  <a:pt x="7181386" y="5690562"/>
                  <a:pt x="7259646" y="5765985"/>
                </a:cubicBezTo>
                <a:cubicBezTo>
                  <a:pt x="7425913" y="5926010"/>
                  <a:pt x="7598167" y="6091445"/>
                  <a:pt x="7741483" y="6279980"/>
                </a:cubicBezTo>
                <a:cubicBezTo>
                  <a:pt x="7847640" y="6419905"/>
                  <a:pt x="7937072" y="6571994"/>
                  <a:pt x="8008941" y="6733560"/>
                </a:cubicBezTo>
                <a:cubicBezTo>
                  <a:pt x="8009955" y="6694639"/>
                  <a:pt x="8010548" y="6654374"/>
                  <a:pt x="7999234" y="6610993"/>
                </a:cubicBezTo>
                <a:cubicBezTo>
                  <a:pt x="7958140" y="6454784"/>
                  <a:pt x="7815502" y="6314397"/>
                  <a:pt x="7715154" y="6197148"/>
                </a:cubicBezTo>
                <a:cubicBezTo>
                  <a:pt x="7576575" y="6034314"/>
                  <a:pt x="7431075" y="5876188"/>
                  <a:pt x="7271900" y="5734551"/>
                </a:cubicBezTo>
                <a:cubicBezTo>
                  <a:pt x="7230409" y="5698079"/>
                  <a:pt x="7098810" y="5590772"/>
                  <a:pt x="7015907" y="5541548"/>
                </a:cubicBezTo>
                <a:close/>
                <a:moveTo>
                  <a:pt x="2650666" y="5530686"/>
                </a:moveTo>
                <a:cubicBezTo>
                  <a:pt x="2650695" y="5531619"/>
                  <a:pt x="2650695" y="5531619"/>
                  <a:pt x="2650249" y="5532101"/>
                </a:cubicBezTo>
                <a:cubicBezTo>
                  <a:pt x="2594633" y="5864991"/>
                  <a:pt x="2624834" y="6212617"/>
                  <a:pt x="2663808" y="6535215"/>
                </a:cubicBezTo>
                <a:lnTo>
                  <a:pt x="2665418" y="6132756"/>
                </a:lnTo>
                <a:cubicBezTo>
                  <a:pt x="2666315" y="5945493"/>
                  <a:pt x="2661038" y="5743579"/>
                  <a:pt x="2650666" y="5530686"/>
                </a:cubicBezTo>
                <a:close/>
                <a:moveTo>
                  <a:pt x="10218664" y="5525300"/>
                </a:moveTo>
                <a:cubicBezTo>
                  <a:pt x="10171755" y="5524070"/>
                  <a:pt x="10126463" y="5525064"/>
                  <a:pt x="10086154" y="5525937"/>
                </a:cubicBezTo>
                <a:cubicBezTo>
                  <a:pt x="9975638" y="5528402"/>
                  <a:pt x="9876341" y="5531370"/>
                  <a:pt x="9778614" y="5550189"/>
                </a:cubicBezTo>
                <a:cubicBezTo>
                  <a:pt x="9714017" y="5562376"/>
                  <a:pt x="9654494" y="5581286"/>
                  <a:pt x="9601703" y="5605852"/>
                </a:cubicBezTo>
                <a:cubicBezTo>
                  <a:pt x="9614985" y="5603489"/>
                  <a:pt x="9628056" y="5602024"/>
                  <a:pt x="9641684" y="5600203"/>
                </a:cubicBezTo>
                <a:cubicBezTo>
                  <a:pt x="9838075" y="5575001"/>
                  <a:pt x="10046725" y="5551921"/>
                  <a:pt x="10252799" y="5564971"/>
                </a:cubicBezTo>
                <a:lnTo>
                  <a:pt x="10304297" y="5568822"/>
                </a:lnTo>
                <a:cubicBezTo>
                  <a:pt x="10380931" y="5574228"/>
                  <a:pt x="10459361" y="5580014"/>
                  <a:pt x="10533945" y="5573703"/>
                </a:cubicBezTo>
                <a:cubicBezTo>
                  <a:pt x="10504378" y="5568851"/>
                  <a:pt x="10475221" y="5562210"/>
                  <a:pt x="10446061" y="5555562"/>
                </a:cubicBezTo>
                <a:cubicBezTo>
                  <a:pt x="10417803" y="5549116"/>
                  <a:pt x="10389545" y="5542665"/>
                  <a:pt x="10360877" y="5538004"/>
                </a:cubicBezTo>
                <a:cubicBezTo>
                  <a:pt x="10314101" y="5529982"/>
                  <a:pt x="10265574" y="5526529"/>
                  <a:pt x="10218664" y="5525300"/>
                </a:cubicBezTo>
                <a:close/>
                <a:moveTo>
                  <a:pt x="6946849" y="5523271"/>
                </a:moveTo>
                <a:cubicBezTo>
                  <a:pt x="6946657" y="5524520"/>
                  <a:pt x="6946560" y="5525151"/>
                  <a:pt x="6946972" y="5526491"/>
                </a:cubicBezTo>
                <a:cubicBezTo>
                  <a:pt x="6980090" y="5601397"/>
                  <a:pt x="7043425" y="5661082"/>
                  <a:pt x="7105827" y="5718700"/>
                </a:cubicBezTo>
                <a:lnTo>
                  <a:pt x="7126431" y="5737872"/>
                </a:lnTo>
                <a:cubicBezTo>
                  <a:pt x="7289613" y="5889736"/>
                  <a:pt x="7430828" y="6067705"/>
                  <a:pt x="7567269" y="6240461"/>
                </a:cubicBezTo>
                <a:cubicBezTo>
                  <a:pt x="7666876" y="6366562"/>
                  <a:pt x="7769633" y="6496348"/>
                  <a:pt x="7880270" y="6615176"/>
                </a:cubicBezTo>
                <a:lnTo>
                  <a:pt x="7892560" y="6627949"/>
                </a:lnTo>
                <a:cubicBezTo>
                  <a:pt x="7919687" y="6657095"/>
                  <a:pt x="7947417" y="6686334"/>
                  <a:pt x="7971643" y="6718236"/>
                </a:cubicBezTo>
                <a:cubicBezTo>
                  <a:pt x="7902183" y="6569208"/>
                  <a:pt x="7817787" y="6428779"/>
                  <a:pt x="7719359" y="6299011"/>
                </a:cubicBezTo>
                <a:cubicBezTo>
                  <a:pt x="7577670" y="6112005"/>
                  <a:pt x="7405928" y="5947293"/>
                  <a:pt x="7240170" y="5787985"/>
                </a:cubicBezTo>
                <a:cubicBezTo>
                  <a:pt x="7146175" y="5697975"/>
                  <a:pt x="7050053" y="5605722"/>
                  <a:pt x="6946849" y="5523271"/>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0104407" y="5458317"/>
                </a:moveTo>
                <a:cubicBezTo>
                  <a:pt x="9978788" y="5456650"/>
                  <a:pt x="9828621" y="5479881"/>
                  <a:pt x="9704375" y="5536349"/>
                </a:cubicBezTo>
                <a:cubicBezTo>
                  <a:pt x="9726987" y="5530319"/>
                  <a:pt x="9749595" y="5524291"/>
                  <a:pt x="9773804" y="5519543"/>
                </a:cubicBezTo>
                <a:cubicBezTo>
                  <a:pt x="9873880" y="5500749"/>
                  <a:pt x="9974285" y="5497081"/>
                  <a:pt x="10086605" y="5494992"/>
                </a:cubicBezTo>
                <a:cubicBezTo>
                  <a:pt x="10168672" y="5493085"/>
                  <a:pt x="10271028" y="5491236"/>
                  <a:pt x="10367276" y="5507848"/>
                </a:cubicBezTo>
                <a:cubicBezTo>
                  <a:pt x="10396291" y="5513052"/>
                  <a:pt x="10425102" y="5519151"/>
                  <a:pt x="10454262" y="5525798"/>
                </a:cubicBezTo>
                <a:cubicBezTo>
                  <a:pt x="10493323" y="5534530"/>
                  <a:pt x="10531142" y="5542536"/>
                  <a:pt x="10569223" y="5547311"/>
                </a:cubicBezTo>
                <a:cubicBezTo>
                  <a:pt x="10422236" y="5490328"/>
                  <a:pt x="10260055" y="5460700"/>
                  <a:pt x="10104407" y="5458317"/>
                </a:cubicBezTo>
                <a:close/>
                <a:moveTo>
                  <a:pt x="6861797" y="5419899"/>
                </a:moveTo>
                <a:cubicBezTo>
                  <a:pt x="6869009" y="5420845"/>
                  <a:pt x="6876359" y="5423413"/>
                  <a:pt x="6879594" y="5424547"/>
                </a:cubicBezTo>
                <a:cubicBezTo>
                  <a:pt x="7239561" y="5537402"/>
                  <a:pt x="7549592" y="5931521"/>
                  <a:pt x="7789028" y="6212316"/>
                </a:cubicBezTo>
                <a:cubicBezTo>
                  <a:pt x="7920282" y="6366340"/>
                  <a:pt x="8046009" y="6507973"/>
                  <a:pt x="8093600" y="6710671"/>
                </a:cubicBezTo>
                <a:cubicBezTo>
                  <a:pt x="8106357" y="6764837"/>
                  <a:pt x="8115219" y="6810078"/>
                  <a:pt x="8129425" y="6854298"/>
                </a:cubicBezTo>
                <a:lnTo>
                  <a:pt x="8130898" y="6857998"/>
                </a:lnTo>
                <a:lnTo>
                  <a:pt x="7899365" y="6857998"/>
                </a:lnTo>
                <a:lnTo>
                  <a:pt x="7761176" y="6816656"/>
                </a:lnTo>
                <a:cubicBezTo>
                  <a:pt x="7707614" y="6798833"/>
                  <a:pt x="7654620" y="6779815"/>
                  <a:pt x="7602080" y="6760867"/>
                </a:cubicBezTo>
                <a:cubicBezTo>
                  <a:pt x="7499839" y="6724697"/>
                  <a:pt x="7395868" y="6687609"/>
                  <a:pt x="7289862" y="6659827"/>
                </a:cubicBezTo>
                <a:cubicBezTo>
                  <a:pt x="7386721" y="6702866"/>
                  <a:pt x="7479917" y="6741496"/>
                  <a:pt x="7582411" y="6784122"/>
                </a:cubicBezTo>
                <a:lnTo>
                  <a:pt x="7605759" y="6793465"/>
                </a:lnTo>
                <a:cubicBezTo>
                  <a:pt x="7652356" y="6812785"/>
                  <a:pt x="7694400" y="6829482"/>
                  <a:pt x="7737910" y="6840638"/>
                </a:cubicBezTo>
                <a:lnTo>
                  <a:pt x="7826532" y="6857999"/>
                </a:lnTo>
                <a:lnTo>
                  <a:pt x="7696096" y="6857999"/>
                </a:lnTo>
                <a:lnTo>
                  <a:pt x="7594081" y="6821149"/>
                </a:lnTo>
                <a:lnTo>
                  <a:pt x="7570734" y="6811799"/>
                </a:lnTo>
                <a:lnTo>
                  <a:pt x="7271814" y="6684601"/>
                </a:lnTo>
                <a:cubicBezTo>
                  <a:pt x="7315012" y="6740237"/>
                  <a:pt x="7445060" y="6805183"/>
                  <a:pt x="7585232" y="6850060"/>
                </a:cubicBezTo>
                <a:lnTo>
                  <a:pt x="7613775" y="6857998"/>
                </a:lnTo>
                <a:lnTo>
                  <a:pt x="7522197" y="6857998"/>
                </a:lnTo>
                <a:lnTo>
                  <a:pt x="7410696" y="6803861"/>
                </a:lnTo>
                <a:cubicBezTo>
                  <a:pt x="7272778" y="6731418"/>
                  <a:pt x="7152025" y="6653264"/>
                  <a:pt x="7088673" y="6610396"/>
                </a:cubicBezTo>
                <a:cubicBezTo>
                  <a:pt x="7075202" y="6601287"/>
                  <a:pt x="7065689" y="6582532"/>
                  <a:pt x="7090188" y="6584365"/>
                </a:cubicBezTo>
                <a:cubicBezTo>
                  <a:pt x="7322587" y="6603983"/>
                  <a:pt x="7561036" y="6624528"/>
                  <a:pt x="7780046" y="6711283"/>
                </a:cubicBezTo>
                <a:cubicBezTo>
                  <a:pt x="7810971" y="6723712"/>
                  <a:pt x="7991193" y="6837187"/>
                  <a:pt x="7944957" y="6799347"/>
                </a:cubicBezTo>
                <a:cubicBezTo>
                  <a:pt x="7830578" y="6704934"/>
                  <a:pt x="7705171" y="6617800"/>
                  <a:pt x="7601828" y="6503934"/>
                </a:cubicBezTo>
                <a:cubicBezTo>
                  <a:pt x="7389349" y="6269558"/>
                  <a:pt x="7257096" y="5972523"/>
                  <a:pt x="7042773" y="5734011"/>
                </a:cubicBezTo>
                <a:cubicBezTo>
                  <a:pt x="7007812" y="5695337"/>
                  <a:pt x="6799377" y="5515396"/>
                  <a:pt x="6844835" y="5424988"/>
                </a:cubicBezTo>
                <a:cubicBezTo>
                  <a:pt x="6847512" y="5419632"/>
                  <a:pt x="6854586" y="5418954"/>
                  <a:pt x="6861797" y="5419899"/>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cubicBezTo>
                  <a:pt x="1766288" y="5450544"/>
                  <a:pt x="1795121" y="5449390"/>
                  <a:pt x="1824397" y="5447757"/>
                </a:cubicBez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cubicBezTo>
                  <a:pt x="4364015" y="5738366"/>
                  <a:pt x="4369890" y="5733933"/>
                  <a:pt x="4376219" y="5729027"/>
                </a:cubicBez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7427076" y="5142684"/>
                </a:moveTo>
                <a:cubicBezTo>
                  <a:pt x="7446602" y="5152725"/>
                  <a:pt x="7466122" y="5162767"/>
                  <a:pt x="7485963" y="5174783"/>
                </a:cubicBezTo>
                <a:cubicBezTo>
                  <a:pt x="7567460" y="5225071"/>
                  <a:pt x="7639772" y="5286770"/>
                  <a:pt x="7719410" y="5357281"/>
                </a:cubicBezTo>
                <a:cubicBezTo>
                  <a:pt x="7777835" y="5408518"/>
                  <a:pt x="7850375" y="5472816"/>
                  <a:pt x="7907163" y="5546863"/>
                </a:cubicBezTo>
                <a:cubicBezTo>
                  <a:pt x="7924160" y="5569331"/>
                  <a:pt x="7940457" y="5592330"/>
                  <a:pt x="7956656" y="5615961"/>
                </a:cubicBezTo>
                <a:cubicBezTo>
                  <a:pt x="7978464" y="5647485"/>
                  <a:pt x="7999857" y="5677676"/>
                  <a:pt x="8023445" y="5705642"/>
                </a:cubicBezTo>
                <a:cubicBezTo>
                  <a:pt x="7956400" y="5569150"/>
                  <a:pt x="7861731" y="5443166"/>
                  <a:pt x="7754656" y="5341546"/>
                </a:cubicBezTo>
                <a:cubicBezTo>
                  <a:pt x="7668081" y="5259722"/>
                  <a:pt x="7548884" y="5180582"/>
                  <a:pt x="7427076" y="5142684"/>
                </a:cubicBezTo>
                <a:close/>
                <a:moveTo>
                  <a:pt x="7312201" y="5128278"/>
                </a:moveTo>
                <a:cubicBezTo>
                  <a:pt x="7322935" y="5135049"/>
                  <a:pt x="7332964" y="5142350"/>
                  <a:pt x="7343603" y="5149746"/>
                </a:cubicBezTo>
                <a:cubicBezTo>
                  <a:pt x="7496266" y="5257079"/>
                  <a:pt x="7656157" y="5373847"/>
                  <a:pt x="7791759" y="5515717"/>
                </a:cubicBezTo>
                <a:lnTo>
                  <a:pt x="7825280" y="5551608"/>
                </a:lnTo>
                <a:cubicBezTo>
                  <a:pt x="7875363" y="5604773"/>
                  <a:pt x="7926463" y="5659374"/>
                  <a:pt x="7982410" y="5702551"/>
                </a:cubicBezTo>
                <a:cubicBezTo>
                  <a:pt x="7964809" y="5679989"/>
                  <a:pt x="7948608" y="5656366"/>
                  <a:pt x="7932408" y="5632736"/>
                </a:cubicBezTo>
                <a:cubicBezTo>
                  <a:pt x="7916712" y="5609836"/>
                  <a:pt x="7901020" y="5586930"/>
                  <a:pt x="7883927" y="5565087"/>
                </a:cubicBezTo>
                <a:cubicBezTo>
                  <a:pt x="7828664" y="5493188"/>
                  <a:pt x="7757146" y="5430331"/>
                  <a:pt x="7699832" y="5379904"/>
                </a:cubicBezTo>
                <a:cubicBezTo>
                  <a:pt x="7621217" y="5310828"/>
                  <a:pt x="7550116" y="5249322"/>
                  <a:pt x="7470240" y="5200559"/>
                </a:cubicBezTo>
                <a:cubicBezTo>
                  <a:pt x="7417598" y="5168141"/>
                  <a:pt x="7364314" y="5143956"/>
                  <a:pt x="7312201" y="5128278"/>
                </a:cubicBezTo>
                <a:close/>
                <a:moveTo>
                  <a:pt x="7244057" y="5124233"/>
                </a:moveTo>
                <a:cubicBezTo>
                  <a:pt x="7240832" y="5137197"/>
                  <a:pt x="7314310" y="5167040"/>
                  <a:pt x="7353035" y="5197318"/>
                </a:cubicBezTo>
                <a:cubicBezTo>
                  <a:pt x="7566127" y="5367091"/>
                  <a:pt x="7749139" y="5595671"/>
                  <a:pt x="7981878" y="5738345"/>
                </a:cubicBezTo>
                <a:cubicBezTo>
                  <a:pt x="7917138" y="5691903"/>
                  <a:pt x="7860147" y="5631267"/>
                  <a:pt x="7804780" y="5572174"/>
                </a:cubicBezTo>
                <a:cubicBezTo>
                  <a:pt x="7793606" y="5560210"/>
                  <a:pt x="7782433" y="5548247"/>
                  <a:pt x="7771164" y="5536908"/>
                </a:cubicBezTo>
                <a:cubicBezTo>
                  <a:pt x="7637791" y="5396658"/>
                  <a:pt x="7478920" y="5281329"/>
                  <a:pt x="7327465" y="5174181"/>
                </a:cubicBezTo>
                <a:cubicBezTo>
                  <a:pt x="7300620" y="5155330"/>
                  <a:pt x="7274186" y="5137825"/>
                  <a:pt x="7244057" y="5124233"/>
                </a:cubicBezTo>
                <a:close/>
                <a:moveTo>
                  <a:pt x="7133363" y="5050246"/>
                </a:moveTo>
                <a:cubicBezTo>
                  <a:pt x="7577149" y="5121491"/>
                  <a:pt x="7947715" y="5355125"/>
                  <a:pt x="8128687" y="5790959"/>
                </a:cubicBezTo>
                <a:cubicBezTo>
                  <a:pt x="8276565" y="5905246"/>
                  <a:pt x="8400253" y="6044012"/>
                  <a:pt x="8497002" y="6204913"/>
                </a:cubicBezTo>
                <a:cubicBezTo>
                  <a:pt x="8503575" y="6141856"/>
                  <a:pt x="8502497" y="6159666"/>
                  <a:pt x="8514292" y="6015372"/>
                </a:cubicBezTo>
                <a:cubicBezTo>
                  <a:pt x="8536052" y="5749157"/>
                  <a:pt x="8547760" y="5533819"/>
                  <a:pt x="8491838" y="5336275"/>
                </a:cubicBezTo>
                <a:cubicBezTo>
                  <a:pt x="8507078" y="5267180"/>
                  <a:pt x="8575461" y="5351481"/>
                  <a:pt x="8605731" y="5600804"/>
                </a:cubicBezTo>
                <a:cubicBezTo>
                  <a:pt x="8608350" y="5745349"/>
                  <a:pt x="8605836" y="5891029"/>
                  <a:pt x="8594880" y="6039262"/>
                </a:cubicBezTo>
                <a:cubicBezTo>
                  <a:pt x="8575957" y="6291971"/>
                  <a:pt x="8542313" y="6543716"/>
                  <a:pt x="8494242" y="6792600"/>
                </a:cubicBezTo>
                <a:cubicBezTo>
                  <a:pt x="8597730" y="6727745"/>
                  <a:pt x="8691862" y="6639036"/>
                  <a:pt x="8794675" y="6590735"/>
                </a:cubicBezTo>
                <a:cubicBezTo>
                  <a:pt x="8796362" y="6587786"/>
                  <a:pt x="8798755" y="6584312"/>
                  <a:pt x="8800448" y="6581371"/>
                </a:cubicBezTo>
                <a:cubicBezTo>
                  <a:pt x="8795284" y="6578656"/>
                  <a:pt x="8790221" y="6575317"/>
                  <a:pt x="8788186" y="6572441"/>
                </a:cubicBezTo>
                <a:cubicBezTo>
                  <a:pt x="8594646" y="6311498"/>
                  <a:pt x="8993712" y="5858248"/>
                  <a:pt x="9137232" y="5665639"/>
                </a:cubicBezTo>
                <a:cubicBezTo>
                  <a:pt x="9150495" y="5647816"/>
                  <a:pt x="9217510" y="5675384"/>
                  <a:pt x="9216765" y="5696416"/>
                </a:cubicBezTo>
                <a:cubicBezTo>
                  <a:pt x="9208076" y="5983368"/>
                  <a:pt x="9105464" y="6228377"/>
                  <a:pt x="8969849" y="6466405"/>
                </a:cubicBezTo>
                <a:cubicBezTo>
                  <a:pt x="9192790" y="6382070"/>
                  <a:pt x="9514633" y="6424367"/>
                  <a:pt x="9706237" y="6419148"/>
                </a:cubicBezTo>
                <a:cubicBezTo>
                  <a:pt x="9875985" y="6415062"/>
                  <a:pt x="9998989" y="6424957"/>
                  <a:pt x="10110375" y="6563116"/>
                </a:cubicBezTo>
                <a:cubicBezTo>
                  <a:pt x="10119737" y="6574800"/>
                  <a:pt x="10104347" y="6578204"/>
                  <a:pt x="10096281" y="6578254"/>
                </a:cubicBezTo>
                <a:cubicBezTo>
                  <a:pt x="9752742" y="6584519"/>
                  <a:pt x="9411210" y="6642343"/>
                  <a:pt x="9067672" y="6648608"/>
                </a:cubicBezTo>
                <a:cubicBezTo>
                  <a:pt x="9008636" y="6649807"/>
                  <a:pt x="8918484" y="6627657"/>
                  <a:pt x="8859441" y="6641028"/>
                </a:cubicBezTo>
                <a:cubicBezTo>
                  <a:pt x="8858839" y="6640935"/>
                  <a:pt x="8858138" y="6641468"/>
                  <a:pt x="8857528" y="6641375"/>
                </a:cubicBezTo>
                <a:cubicBezTo>
                  <a:pt x="8854312" y="6642158"/>
                  <a:pt x="8851192" y="6642319"/>
                  <a:pt x="8848579" y="6643204"/>
                </a:cubicBezTo>
                <a:cubicBezTo>
                  <a:pt x="8763018" y="6670925"/>
                  <a:pt x="8669480" y="6759768"/>
                  <a:pt x="8576285" y="6824788"/>
                </a:cubicBezTo>
                <a:lnTo>
                  <a:pt x="8519159" y="6857998"/>
                </a:lnTo>
                <a:lnTo>
                  <a:pt x="8393540" y="6857998"/>
                </a:lnTo>
                <a:lnTo>
                  <a:pt x="8417346" y="6745652"/>
                </a:lnTo>
                <a:cubicBezTo>
                  <a:pt x="8445294" y="6600749"/>
                  <a:pt x="8467982" y="6454800"/>
                  <a:pt x="8485502" y="6308216"/>
                </a:cubicBezTo>
                <a:cubicBezTo>
                  <a:pt x="8483369" y="6305964"/>
                  <a:pt x="8481139" y="6304343"/>
                  <a:pt x="8480214" y="6302278"/>
                </a:cubicBezTo>
                <a:cubicBezTo>
                  <a:pt x="8389148" y="6120471"/>
                  <a:pt x="8265637" y="5964433"/>
                  <a:pt x="8112215" y="5837768"/>
                </a:cubicBezTo>
                <a:cubicBezTo>
                  <a:pt x="8107469" y="5836403"/>
                  <a:pt x="8101510" y="5834843"/>
                  <a:pt x="8095146" y="5831943"/>
                </a:cubicBezTo>
                <a:cubicBezTo>
                  <a:pt x="7720999" y="5670157"/>
                  <a:pt x="7460805" y="5310579"/>
                  <a:pt x="7131946" y="5075653"/>
                </a:cubicBezTo>
                <a:cubicBezTo>
                  <a:pt x="7120196" y="5067444"/>
                  <a:pt x="7107334" y="5046255"/>
                  <a:pt x="7133363" y="5050246"/>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1544294" y="4944364"/>
                </a:moveTo>
                <a:cubicBezTo>
                  <a:pt x="11560186" y="5180994"/>
                  <a:pt x="11601886" y="5476223"/>
                  <a:pt x="11755210" y="5588157"/>
                </a:cubicBezTo>
                <a:cubicBezTo>
                  <a:pt x="11638730" y="5382912"/>
                  <a:pt x="11582097" y="5153179"/>
                  <a:pt x="11544294" y="4944364"/>
                </a:cubicBezTo>
                <a:close/>
                <a:moveTo>
                  <a:pt x="11571408" y="4918599"/>
                </a:moveTo>
                <a:cubicBezTo>
                  <a:pt x="11607963" y="5126676"/>
                  <a:pt x="11663078" y="5358905"/>
                  <a:pt x="11778250" y="5565760"/>
                </a:cubicBezTo>
                <a:cubicBezTo>
                  <a:pt x="11740096" y="5335710"/>
                  <a:pt x="11685166" y="5117152"/>
                  <a:pt x="11571408" y="4918599"/>
                </a:cubicBezTo>
                <a:close/>
                <a:moveTo>
                  <a:pt x="11540154" y="4867303"/>
                </a:moveTo>
                <a:cubicBezTo>
                  <a:pt x="11540302" y="4868748"/>
                  <a:pt x="11540443" y="4870186"/>
                  <a:pt x="11540380" y="4872526"/>
                </a:cubicBezTo>
                <a:lnTo>
                  <a:pt x="11542590" y="4871112"/>
                </a:lnTo>
                <a:close/>
                <a:moveTo>
                  <a:pt x="10567662" y="4866948"/>
                </a:moveTo>
                <a:cubicBezTo>
                  <a:pt x="10522198" y="4867672"/>
                  <a:pt x="10476263" y="4872522"/>
                  <a:pt x="10431225" y="4877568"/>
                </a:cubicBezTo>
                <a:cubicBezTo>
                  <a:pt x="10381279" y="4883457"/>
                  <a:pt x="10328981" y="4889314"/>
                  <a:pt x="10277556" y="4889247"/>
                </a:cubicBezTo>
                <a:cubicBezTo>
                  <a:pt x="10236449" y="4889475"/>
                  <a:pt x="10195262" y="4885932"/>
                  <a:pt x="10155875" y="4882769"/>
                </a:cubicBezTo>
                <a:cubicBezTo>
                  <a:pt x="10128043" y="4880639"/>
                  <a:pt x="10100420" y="4877611"/>
                  <a:pt x="10072733" y="4876924"/>
                </a:cubicBezTo>
                <a:cubicBezTo>
                  <a:pt x="10009605" y="4874377"/>
                  <a:pt x="9945053" y="4878112"/>
                  <a:pt x="9882500" y="4881330"/>
                </a:cubicBezTo>
                <a:cubicBezTo>
                  <a:pt x="9817947" y="4885065"/>
                  <a:pt x="9751031" y="4888772"/>
                  <a:pt x="9685205" y="4885650"/>
                </a:cubicBezTo>
                <a:lnTo>
                  <a:pt x="9666932" y="4885075"/>
                </a:lnTo>
                <a:cubicBezTo>
                  <a:pt x="9647413" y="4883768"/>
                  <a:pt x="9627689" y="4883349"/>
                  <a:pt x="9608662" y="4884027"/>
                </a:cubicBezTo>
                <a:cubicBezTo>
                  <a:pt x="9746940" y="4906717"/>
                  <a:pt x="9886187" y="4927258"/>
                  <a:pt x="10026230" y="4938088"/>
                </a:cubicBezTo>
                <a:cubicBezTo>
                  <a:pt x="10217917" y="4954217"/>
                  <a:pt x="10389161" y="4921336"/>
                  <a:pt x="10567662" y="4866948"/>
                </a:cubicBezTo>
                <a:close/>
                <a:moveTo>
                  <a:pt x="10221015" y="4783657"/>
                </a:moveTo>
                <a:cubicBezTo>
                  <a:pt x="10183412" y="4782731"/>
                  <a:pt x="10145345" y="4783278"/>
                  <a:pt x="10107121" y="4785091"/>
                </a:cubicBezTo>
                <a:cubicBezTo>
                  <a:pt x="9954224" y="4792347"/>
                  <a:pt x="9798826" y="4819883"/>
                  <a:pt x="9660668" y="4854595"/>
                </a:cubicBezTo>
                <a:cubicBezTo>
                  <a:pt x="9663924" y="4854814"/>
                  <a:pt x="9666276" y="4854838"/>
                  <a:pt x="9669531" y="4855057"/>
                </a:cubicBezTo>
                <a:lnTo>
                  <a:pt x="9687254" y="4855986"/>
                </a:lnTo>
                <a:cubicBezTo>
                  <a:pt x="9751279" y="4858722"/>
                  <a:pt x="9817637" y="4855370"/>
                  <a:pt x="9881290" y="4851445"/>
                </a:cubicBezTo>
                <a:cubicBezTo>
                  <a:pt x="9944395" y="4847874"/>
                  <a:pt x="10009857" y="4844334"/>
                  <a:pt x="10074432" y="4846715"/>
                </a:cubicBezTo>
                <a:cubicBezTo>
                  <a:pt x="10102466" y="4847944"/>
                  <a:pt x="10131190" y="4850269"/>
                  <a:pt x="10159369" y="4852935"/>
                </a:cubicBezTo>
                <a:cubicBezTo>
                  <a:pt x="10198208" y="4856456"/>
                  <a:pt x="10239045" y="4859459"/>
                  <a:pt x="10278706" y="4859393"/>
                </a:cubicBezTo>
                <a:cubicBezTo>
                  <a:pt x="10328324" y="4859079"/>
                  <a:pt x="10379724" y="4853023"/>
                  <a:pt x="10429120" y="4847493"/>
                </a:cubicBezTo>
                <a:cubicBezTo>
                  <a:pt x="10465435" y="4843425"/>
                  <a:pt x="10501756" y="4839354"/>
                  <a:pt x="10538565" y="4837270"/>
                </a:cubicBezTo>
                <a:cubicBezTo>
                  <a:pt x="10442450" y="4802463"/>
                  <a:pt x="10333824" y="4786435"/>
                  <a:pt x="10221015" y="478365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cubicBezTo>
                  <a:pt x="2826662" y="5016937"/>
                  <a:pt x="2852553" y="5023818"/>
                  <a:pt x="2879408" y="5031590"/>
                </a:cubicBez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9857254" y="4275904"/>
                </a:moveTo>
                <a:cubicBezTo>
                  <a:pt x="9525980" y="4300770"/>
                  <a:pt x="9241479" y="4364703"/>
                  <a:pt x="8989866" y="4472742"/>
                </a:cubicBezTo>
                <a:lnTo>
                  <a:pt x="8931614" y="4498508"/>
                </a:lnTo>
                <a:cubicBezTo>
                  <a:pt x="8902659" y="4511659"/>
                  <a:pt x="8873359" y="4524268"/>
                  <a:pt x="8843711" y="4536334"/>
                </a:cubicBezTo>
                <a:cubicBezTo>
                  <a:pt x="8889894" y="4522124"/>
                  <a:pt x="8937874" y="4508296"/>
                  <a:pt x="8966093" y="4502509"/>
                </a:cubicBezTo>
                <a:cubicBezTo>
                  <a:pt x="9076195" y="4481142"/>
                  <a:pt x="9187512" y="4468967"/>
                  <a:pt x="9299227" y="4454994"/>
                </a:cubicBezTo>
                <a:cubicBezTo>
                  <a:pt x="9502333" y="4429326"/>
                  <a:pt x="9654280" y="4317586"/>
                  <a:pt x="9857254" y="4275904"/>
                </a:cubicBezTo>
                <a:close/>
                <a:moveTo>
                  <a:pt x="9615182" y="4220499"/>
                </a:moveTo>
                <a:cubicBezTo>
                  <a:pt x="9415185" y="4228027"/>
                  <a:pt x="9214426" y="4329700"/>
                  <a:pt x="9023688" y="4425819"/>
                </a:cubicBezTo>
                <a:cubicBezTo>
                  <a:pt x="9256457" y="4332127"/>
                  <a:pt x="9516545" y="4273854"/>
                  <a:pt x="9814527" y="4248048"/>
                </a:cubicBezTo>
                <a:cubicBezTo>
                  <a:pt x="9748431" y="4225943"/>
                  <a:pt x="9681848" y="4217991"/>
                  <a:pt x="9615182" y="4220499"/>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9258094" y="3958602"/>
                </a:moveTo>
                <a:cubicBezTo>
                  <a:pt x="9013678" y="4006086"/>
                  <a:pt x="8768731" y="4060051"/>
                  <a:pt x="8526712" y="4119804"/>
                </a:cubicBezTo>
                <a:cubicBezTo>
                  <a:pt x="8781748" y="4123003"/>
                  <a:pt x="9026494" y="4069940"/>
                  <a:pt x="9258094" y="3958602"/>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close/>
                <a:moveTo>
                  <a:pt x="11225213" y="3936722"/>
                </a:moveTo>
                <a:cubicBezTo>
                  <a:pt x="11207028" y="4022695"/>
                  <a:pt x="11194593" y="4110355"/>
                  <a:pt x="11182914" y="4196771"/>
                </a:cubicBezTo>
                <a:cubicBezTo>
                  <a:pt x="11164076" y="4335276"/>
                  <a:pt x="11145116" y="4478465"/>
                  <a:pt x="11099211" y="4613594"/>
                </a:cubicBezTo>
                <a:cubicBezTo>
                  <a:pt x="11088245" y="4645134"/>
                  <a:pt x="11076378" y="4676477"/>
                  <a:pt x="11064509" y="4707830"/>
                </a:cubicBezTo>
                <a:lnTo>
                  <a:pt x="11049349" y="4747418"/>
                </a:lnTo>
                <a:cubicBezTo>
                  <a:pt x="11022123" y="4819250"/>
                  <a:pt x="10998838" y="4892390"/>
                  <a:pt x="10978260" y="4966094"/>
                </a:cubicBezTo>
                <a:cubicBezTo>
                  <a:pt x="11216457" y="4678857"/>
                  <a:pt x="11222923" y="4300706"/>
                  <a:pt x="11225213" y="393672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1201005" y="3900089"/>
                </a:moveTo>
                <a:cubicBezTo>
                  <a:pt x="11064705" y="4216426"/>
                  <a:pt x="10958405" y="4541932"/>
                  <a:pt x="10968432" y="4885010"/>
                </a:cubicBezTo>
                <a:cubicBezTo>
                  <a:pt x="10984596" y="4834817"/>
                  <a:pt x="11001105" y="4785171"/>
                  <a:pt x="11019967" y="4735553"/>
                </a:cubicBezTo>
                <a:lnTo>
                  <a:pt x="11035125" y="4695966"/>
                </a:lnTo>
                <a:cubicBezTo>
                  <a:pt x="11047342" y="4665154"/>
                  <a:pt x="11059004" y="4634706"/>
                  <a:pt x="11069972" y="4603168"/>
                </a:cubicBezTo>
                <a:cubicBezTo>
                  <a:pt x="11114708" y="4471083"/>
                  <a:pt x="11133811" y="4329343"/>
                  <a:pt x="11152239" y="4192628"/>
                </a:cubicBezTo>
                <a:cubicBezTo>
                  <a:pt x="11165272" y="4096160"/>
                  <a:pt x="11178361" y="3997344"/>
                  <a:pt x="11201005" y="3900089"/>
                </a:cubicBez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close/>
                <a:moveTo>
                  <a:pt x="10268559" y="3871054"/>
                </a:moveTo>
                <a:cubicBezTo>
                  <a:pt x="10277021" y="4100939"/>
                  <a:pt x="10375577" y="4306148"/>
                  <a:pt x="10494169" y="4520780"/>
                </a:cubicBezTo>
                <a:cubicBezTo>
                  <a:pt x="10447177" y="4399850"/>
                  <a:pt x="10400743" y="4278562"/>
                  <a:pt x="10356661" y="4157302"/>
                </a:cubicBezTo>
                <a:cubicBezTo>
                  <a:pt x="10321871" y="4061517"/>
                  <a:pt x="10289232" y="3966669"/>
                  <a:pt x="10268559" y="3871054"/>
                </a:cubicBez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0277529" y="3701307"/>
                </a:moveTo>
                <a:cubicBezTo>
                  <a:pt x="10277467" y="3703640"/>
                  <a:pt x="10276853" y="3706334"/>
                  <a:pt x="10276797" y="3708672"/>
                </a:cubicBezTo>
                <a:cubicBezTo>
                  <a:pt x="10284209" y="3854149"/>
                  <a:pt x="10331835" y="3999199"/>
                  <a:pt x="10385906" y="4147031"/>
                </a:cubicBezTo>
                <a:cubicBezTo>
                  <a:pt x="10434036" y="4279493"/>
                  <a:pt x="10484873" y="4412529"/>
                  <a:pt x="10536458" y="4544310"/>
                </a:cubicBezTo>
                <a:cubicBezTo>
                  <a:pt x="10537315" y="4408107"/>
                  <a:pt x="10476552" y="4266858"/>
                  <a:pt x="10436479" y="4144570"/>
                </a:cubicBezTo>
                <a:cubicBezTo>
                  <a:pt x="10386976" y="3995354"/>
                  <a:pt x="10333255" y="3848072"/>
                  <a:pt x="10277529" y="3701307"/>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0" y="3982240"/>
                  <a:pt x="5111996" y="4065759"/>
                </a:cubicBezTo>
                <a:cubicBezTo>
                  <a:pt x="5199925" y="4149276"/>
                  <a:pt x="5291490" y="4229096"/>
                  <a:pt x="5388877" y="4300185"/>
                </a:cubicBezTo>
                <a:cubicBezTo>
                  <a:pt x="5401113"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1" y="3090882"/>
                </a:moveTo>
                <a:lnTo>
                  <a:pt x="5480135" y="3565802"/>
                </a:lnTo>
                <a:cubicBezTo>
                  <a:pt x="5490809" y="3762845"/>
                  <a:pt x="5501220" y="3965024"/>
                  <a:pt x="5499022" y="4166310"/>
                </a:cubicBezTo>
                <a:cubicBezTo>
                  <a:pt x="5546233" y="3984186"/>
                  <a:pt x="5562118" y="3799116"/>
                  <a:pt x="5547022" y="3607838"/>
                </a:cubicBezTo>
                <a:cubicBezTo>
                  <a:pt x="5541143" y="3530760"/>
                  <a:pt x="5529684" y="3453908"/>
                  <a:pt x="5515964" y="3378541"/>
                </a:cubicBezTo>
                <a:cubicBezTo>
                  <a:pt x="5505773" y="3321668"/>
                  <a:pt x="5475310" y="3095607"/>
                  <a:pt x="5453701"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69"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lnTo>
                  <a:pt x="6038705" y="4763847"/>
                </a:lnTo>
                <a:lnTo>
                  <a:pt x="6037783"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0"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6"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2"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7"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3"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6"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cubicBezTo>
                  <a:pt x="2766432" y="5397515"/>
                  <a:pt x="2740950" y="5412509"/>
                  <a:pt x="2714982" y="5427051"/>
                </a:cubicBez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lnTo>
                  <a:pt x="1794914" y="6858000"/>
                </a:ln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lnTo>
                  <a:pt x="1203671" y="6858000"/>
                </a:lnTo>
                <a:lnTo>
                  <a:pt x="1143180" y="6858000"/>
                </a:lnTo>
                <a:lnTo>
                  <a:pt x="1142176" y="6766045"/>
                </a:ln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1"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cubicBezTo>
                  <a:pt x="10068034" y="4289020"/>
                  <a:pt x="10235704" y="4406341"/>
                  <a:pt x="10395379" y="4531843"/>
                </a:cubicBezTo>
                <a:cubicBezTo>
                  <a:pt x="10227815" y="4223610"/>
                  <a:pt x="10104867" y="3926696"/>
                  <a:pt x="10225980" y="3561061"/>
                </a:cubicBezTo>
                <a:cubicBezTo>
                  <a:pt x="10233239" y="3539559"/>
                  <a:pt x="10303382" y="3509255"/>
                  <a:pt x="10314210" y="3538353"/>
                </a:cubicBezTo>
                <a:cubicBezTo>
                  <a:pt x="10408734" y="3779872"/>
                  <a:pt x="10497596" y="4023472"/>
                  <a:pt x="10573663" y="4271430"/>
                </a:cubicBezTo>
                <a:cubicBezTo>
                  <a:pt x="10618238" y="4415363"/>
                  <a:pt x="10653304" y="4549296"/>
                  <a:pt x="10583736" y="4688819"/>
                </a:cubicBezTo>
                <a:cubicBezTo>
                  <a:pt x="10685909" y="4776757"/>
                  <a:pt x="10784700" y="4869157"/>
                  <a:pt x="10880472" y="4966558"/>
                </a:cubicBezTo>
                <a:cubicBezTo>
                  <a:pt x="10849056" y="4499967"/>
                  <a:pt x="11034230" y="4066538"/>
                  <a:pt x="11231212" y="3645474"/>
                </a:cubicBezTo>
                <a:cubicBezTo>
                  <a:pt x="11242138" y="3622394"/>
                  <a:pt x="11319709" y="3598841"/>
                  <a:pt x="11317765" y="3638405"/>
                </a:cubicBezTo>
                <a:cubicBezTo>
                  <a:pt x="11295958" y="4125233"/>
                  <a:pt x="11372236" y="4676562"/>
                  <a:pt x="10982911" y="5051260"/>
                </a:cubicBezTo>
                <a:cubicBezTo>
                  <a:pt x="10979389" y="5054277"/>
                  <a:pt x="10974419" y="5057456"/>
                  <a:pt x="10968747" y="5059552"/>
                </a:cubicBezTo>
                <a:cubicBezTo>
                  <a:pt x="11069120" y="5167803"/>
                  <a:pt x="11166116" y="5280511"/>
                  <a:pt x="11258020" y="5401078"/>
                </a:cubicBezTo>
                <a:cubicBezTo>
                  <a:pt x="11414501" y="5606795"/>
                  <a:pt x="11558425" y="5822089"/>
                  <a:pt x="11688741" y="6045312"/>
                </a:cubicBezTo>
                <a:cubicBezTo>
                  <a:pt x="11728326" y="5923422"/>
                  <a:pt x="11744133" y="5789920"/>
                  <a:pt x="11794425" y="5681109"/>
                </a:cubicBezTo>
                <a:cubicBezTo>
                  <a:pt x="11793785" y="5677682"/>
                  <a:pt x="11793359" y="5673360"/>
                  <a:pt x="11792727" y="5669934"/>
                </a:cubicBezTo>
                <a:cubicBezTo>
                  <a:pt x="11786706" y="5671483"/>
                  <a:pt x="11780344" y="5672486"/>
                  <a:pt x="11776744" y="5671723"/>
                </a:cubicBezTo>
                <a:cubicBezTo>
                  <a:pt x="11442886" y="5608574"/>
                  <a:pt x="11457436" y="4983823"/>
                  <a:pt x="11442546" y="4736592"/>
                </a:cubicBezTo>
                <a:cubicBezTo>
                  <a:pt x="11441155" y="4713728"/>
                  <a:pt x="11514076" y="4687776"/>
                  <a:pt x="11527771" y="4704317"/>
                </a:cubicBezTo>
                <a:cubicBezTo>
                  <a:pt x="11715804" y="4928943"/>
                  <a:pt x="11799388" y="5187422"/>
                  <a:pt x="11851542" y="5463703"/>
                </a:cubicBezTo>
                <a:cubicBezTo>
                  <a:pt x="11913004" y="5353500"/>
                  <a:pt x="12015977" y="5250086"/>
                  <a:pt x="12122505" y="5156948"/>
                </a:cubicBezTo>
                <a:lnTo>
                  <a:pt x="12192002" y="5098973"/>
                </a:lnTo>
                <a:lnTo>
                  <a:pt x="12192001" y="5160062"/>
                </a:lnTo>
                <a:lnTo>
                  <a:pt x="12155105" y="5191181"/>
                </a:lnTo>
                <a:cubicBezTo>
                  <a:pt x="12056052" y="5282318"/>
                  <a:pt x="11965498" y="5385071"/>
                  <a:pt x="11918903" y="5491132"/>
                </a:cubicBezTo>
                <a:cubicBezTo>
                  <a:pt x="11960691" y="5426848"/>
                  <a:pt x="12011970" y="5370101"/>
                  <a:pt x="12067554" y="5317498"/>
                </a:cubicBezTo>
                <a:lnTo>
                  <a:pt x="12192001" y="5211391"/>
                </a:lnTo>
                <a:lnTo>
                  <a:pt x="12192001" y="5251558"/>
                </a:lnTo>
                <a:lnTo>
                  <a:pt x="12087498" y="5340764"/>
                </a:lnTo>
                <a:cubicBezTo>
                  <a:pt x="12032329" y="5393102"/>
                  <a:pt x="11981742" y="5449408"/>
                  <a:pt x="11941335" y="5512809"/>
                </a:cubicBezTo>
                <a:cubicBezTo>
                  <a:pt x="11925082" y="5538523"/>
                  <a:pt x="11910985" y="5565169"/>
                  <a:pt x="11898139" y="5592553"/>
                </a:cubicBezTo>
                <a:cubicBezTo>
                  <a:pt x="11945914" y="5558922"/>
                  <a:pt x="11992854" y="5522778"/>
                  <a:pt x="12037359" y="5482816"/>
                </a:cubicBezTo>
                <a:lnTo>
                  <a:pt x="12192001" y="5330890"/>
                </a:lnTo>
                <a:lnTo>
                  <a:pt x="12192001" y="5402911"/>
                </a:lnTo>
                <a:lnTo>
                  <a:pt x="12054488" y="5533939"/>
                </a:lnTo>
                <a:cubicBezTo>
                  <a:pt x="12007570" y="5576210"/>
                  <a:pt x="11919625" y="5622495"/>
                  <a:pt x="11880977" y="5674040"/>
                </a:cubicBezTo>
                <a:cubicBezTo>
                  <a:pt x="11880428" y="5674391"/>
                  <a:pt x="11880223" y="5675288"/>
                  <a:pt x="11879666" y="5675644"/>
                </a:cubicBezTo>
                <a:cubicBezTo>
                  <a:pt x="11877599" y="5678494"/>
                  <a:pt x="11875186" y="5680803"/>
                  <a:pt x="11873674" y="5683306"/>
                </a:cubicBezTo>
                <a:cubicBezTo>
                  <a:pt x="11806563" y="5791374"/>
                  <a:pt x="11801847" y="5992131"/>
                  <a:pt x="11738608" y="6118417"/>
                </a:cubicBezTo>
                <a:cubicBezTo>
                  <a:pt x="11737642" y="6120562"/>
                  <a:pt x="11735234" y="6122876"/>
                  <a:pt x="11732820" y="6125184"/>
                </a:cubicBezTo>
                <a:cubicBezTo>
                  <a:pt x="11856220" y="6344593"/>
                  <a:pt x="11965159" y="6571523"/>
                  <a:pt x="12058063" y="6805045"/>
                </a:cubicBezTo>
                <a:lnTo>
                  <a:pt x="12077722" y="6857999"/>
                </a:lnTo>
                <a:lnTo>
                  <a:pt x="11980831" y="6857999"/>
                </a:lnTo>
                <a:lnTo>
                  <a:pt x="11842370" y="6532596"/>
                </a:lnTo>
                <a:lnTo>
                  <a:pt x="11807118" y="6461642"/>
                </a:lnTo>
                <a:cubicBezTo>
                  <a:pt x="11675874" y="6190726"/>
                  <a:pt x="11523363" y="5930353"/>
                  <a:pt x="11352410" y="5682534"/>
                </a:cubicBezTo>
                <a:cubicBezTo>
                  <a:pt x="11349154" y="5682314"/>
                  <a:pt x="11346248" y="5682642"/>
                  <a:pt x="11344098" y="5681717"/>
                </a:cubicBezTo>
                <a:cubicBezTo>
                  <a:pt x="11146884" y="5607050"/>
                  <a:pt x="10940954" y="5574737"/>
                  <a:pt x="10730809" y="5585749"/>
                </a:cubicBezTo>
                <a:cubicBezTo>
                  <a:pt x="10726045" y="5588034"/>
                  <a:pt x="10720166" y="5591021"/>
                  <a:pt x="10713050" y="5593271"/>
                </a:cubicBezTo>
                <a:cubicBezTo>
                  <a:pt x="10300570" y="5732161"/>
                  <a:pt x="9845774" y="5640588"/>
                  <a:pt x="9420192" y="5692050"/>
                </a:cubicBezTo>
                <a:cubicBezTo>
                  <a:pt x="9405112" y="5694029"/>
                  <a:pt x="9380308" y="5686903"/>
                  <a:pt x="9404066" y="5671708"/>
                </a:cubicBezTo>
                <a:cubicBezTo>
                  <a:pt x="9811305" y="5415077"/>
                  <a:pt x="10269729" y="5333413"/>
                  <a:pt x="10712309" y="5538562"/>
                </a:cubicBezTo>
                <a:cubicBezTo>
                  <a:pt x="10909559" y="5522006"/>
                  <a:pt x="11103888" y="5541041"/>
                  <a:pt x="11291486" y="5595804"/>
                </a:cubicBezTo>
                <a:cubicBezTo>
                  <a:pt x="11253937" y="5543176"/>
                  <a:pt x="11215832" y="5490905"/>
                  <a:pt x="11176624" y="5439340"/>
                </a:cubicBezTo>
                <a:cubicBezTo>
                  <a:pt x="11019444" y="5232532"/>
                  <a:pt x="10848144" y="5046247"/>
                  <a:pt x="10665962" y="4874588"/>
                </a:cubicBezTo>
                <a:cubicBezTo>
                  <a:pt x="10659400" y="4876493"/>
                  <a:pt x="10653378" y="4878043"/>
                  <a:pt x="10647017" y="4879047"/>
                </a:cubicBezTo>
                <a:cubicBezTo>
                  <a:pt x="10469841" y="4937947"/>
                  <a:pt x="10294852" y="4989315"/>
                  <a:pt x="10107096" y="4989072"/>
                </a:cubicBezTo>
                <a:cubicBezTo>
                  <a:pt x="9884392" y="4988955"/>
                  <a:pt x="9658777" y="4947776"/>
                  <a:pt x="9439953" y="4909921"/>
                </a:cubicBezTo>
                <a:cubicBezTo>
                  <a:pt x="9408584" y="4904693"/>
                  <a:pt x="9464056" y="4874580"/>
                  <a:pt x="9470279" y="4872131"/>
                </a:cubicBezTo>
                <a:cubicBezTo>
                  <a:pt x="9777078" y="4772480"/>
                  <a:pt x="10227985" y="4680296"/>
                  <a:pt x="10565024" y="4781269"/>
                </a:cubicBezTo>
                <a:cubicBezTo>
                  <a:pt x="10362949" y="4601638"/>
                  <a:pt x="10148128" y="4438593"/>
                  <a:pt x="9922490" y="4287833"/>
                </a:cubicBezTo>
                <a:cubicBezTo>
                  <a:pt x="9921938" y="4288186"/>
                  <a:pt x="9921032" y="4287993"/>
                  <a:pt x="9920481" y="4288346"/>
                </a:cubicBezTo>
                <a:cubicBezTo>
                  <a:pt x="9919033" y="4288508"/>
                  <a:pt x="9917026" y="4289026"/>
                  <a:pt x="9916127" y="4288836"/>
                </a:cubicBezTo>
                <a:cubicBezTo>
                  <a:pt x="9902906" y="4288860"/>
                  <a:pt x="9795895" y="4364971"/>
                  <a:pt x="9791125" y="4367248"/>
                </a:cubicBezTo>
                <a:cubicBezTo>
                  <a:pt x="9707175" y="4406384"/>
                  <a:pt x="9617775" y="4432133"/>
                  <a:pt x="9528364" y="4451767"/>
                </a:cubicBezTo>
                <a:cubicBezTo>
                  <a:pt x="9228232" y="4518029"/>
                  <a:pt x="8927622" y="4526349"/>
                  <a:pt x="8629850" y="4613329"/>
                </a:cubicBezTo>
                <a:cubicBezTo>
                  <a:pt x="8609591" y="4619390"/>
                  <a:pt x="8554225" y="4618011"/>
                  <a:pt x="8600239" y="4596243"/>
                </a:cubicBezTo>
                <a:cubicBezTo>
                  <a:pt x="8928850" y="4438196"/>
                  <a:pt x="9367700" y="4136057"/>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0"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0"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6" y="2637633"/>
                </a:cubicBezTo>
                <a:cubicBezTo>
                  <a:pt x="5803017" y="2582794"/>
                  <a:pt x="5810097"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4"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4"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0" y="891331"/>
                </a:cubicBezTo>
                <a:cubicBezTo>
                  <a:pt x="5712973"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5" y="246988"/>
                  <a:pt x="5760847" y="254734"/>
                  <a:pt x="5736947" y="261367"/>
                </a:cubicBezTo>
                <a:cubicBezTo>
                  <a:pt x="5638132"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7"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1" y="231951"/>
                </a:cubicBezTo>
                <a:cubicBezTo>
                  <a:pt x="5794994"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3" y="228123"/>
                </a:cubicBezTo>
                <a:cubicBezTo>
                  <a:pt x="5227195" y="227945"/>
                  <a:pt x="5244285" y="227765"/>
                  <a:pt x="5261015" y="227087"/>
                </a:cubicBezTo>
                <a:cubicBezTo>
                  <a:pt x="5463242" y="223204"/>
                  <a:pt x="5667966" y="183171"/>
                  <a:pt x="5861181" y="143093"/>
                </a:cubicBezTo>
                <a:cubicBezTo>
                  <a:pt x="5895330"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6"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6"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7"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2" y="2135538"/>
                  <a:pt x="5687608" y="2039972"/>
                </a:cubicBezTo>
                <a:cubicBezTo>
                  <a:pt x="5744741" y="1859679"/>
                  <a:pt x="5733310" y="1742061"/>
                  <a:pt x="5657554" y="1576445"/>
                </a:cubicBezTo>
                <a:cubicBezTo>
                  <a:pt x="5483231"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1026" name="Picture 2" descr="See the source image">
            <a:extLst>
              <a:ext uri="{FF2B5EF4-FFF2-40B4-BE49-F238E27FC236}">
                <a16:creationId xmlns:a16="http://schemas.microsoft.com/office/drawing/2014/main" id="{F4450E27-229F-E296-CFAE-D99DBED4CD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538" b="8506"/>
          <a:stretch/>
        </p:blipFill>
        <p:spPr bwMode="auto">
          <a:xfrm>
            <a:off x="457200" y="457200"/>
            <a:ext cx="11277599" cy="5943599"/>
          </a:xfrm>
          <a:prstGeom prst="rect">
            <a:avLst/>
          </a:prstGeom>
          <a:noFill/>
          <a:ln w="12700" cap="flat" cmpd="sng" algn="ctr">
            <a:noFill/>
            <a:prstDash val="solid"/>
            <a:miter lim="800000"/>
          </a:ln>
          <a:effectLst>
            <a:outerShdw blurRad="317500" algn="ctr" rotWithShape="0">
              <a:schemeClr val="tx1">
                <a:alpha val="25000"/>
              </a:schemeClr>
            </a:outerShdw>
          </a:effectLst>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EB3AA667-7140-4054-6DB3-A8B74FEBD563}"/>
              </a:ext>
            </a:extLst>
          </p:cNvPr>
          <p:cNvSpPr>
            <a:spLocks noGrp="1"/>
          </p:cNvSpPr>
          <p:nvPr>
            <p:ph type="sldNum" sz="quarter" idx="12"/>
          </p:nvPr>
        </p:nvSpPr>
        <p:spPr/>
        <p:txBody>
          <a:bodyPr/>
          <a:lstStyle/>
          <a:p>
            <a:fld id="{7DE213D0-F4A8-4002-9EDD-2AA04CFB5054}" type="slidenum">
              <a:rPr lang="en-US" smtClean="0"/>
              <a:t>27</a:t>
            </a:fld>
            <a:endParaRPr lang="en-US"/>
          </a:p>
        </p:txBody>
      </p:sp>
    </p:spTree>
    <p:extLst>
      <p:ext uri="{BB962C8B-B14F-4D97-AF65-F5344CB8AC3E}">
        <p14:creationId xmlns:p14="http://schemas.microsoft.com/office/powerpoint/2010/main" val="3127013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2CCD93CA-FC44-465D-9544-1EC9E2D7E9F7}"/>
              </a:ext>
            </a:extLst>
          </p:cNvPr>
          <p:cNvSpPr>
            <a:spLocks noGrp="1" noChangeArrowheads="1"/>
          </p:cNvSpPr>
          <p:nvPr>
            <p:ph type="title"/>
          </p:nvPr>
        </p:nvSpPr>
        <p:spPr>
          <a:xfrm>
            <a:off x="2032000" y="-1588"/>
            <a:ext cx="8547100" cy="762001"/>
          </a:xfrm>
          <a:noFill/>
          <a:ln/>
        </p:spPr>
        <p:txBody>
          <a:bodyPr/>
          <a:lstStyle/>
          <a:p>
            <a:r>
              <a:rPr lang="en-US" altLang="en-US" sz="2400" dirty="0"/>
              <a:t>Conservation of Energy and Equilibrium Temperature</a:t>
            </a:r>
            <a:endParaRPr lang="en-US" altLang="en-US" dirty="0"/>
          </a:p>
        </p:txBody>
      </p:sp>
      <p:sp>
        <p:nvSpPr>
          <p:cNvPr id="58373" name="Rectangle 5">
            <a:extLst>
              <a:ext uri="{FF2B5EF4-FFF2-40B4-BE49-F238E27FC236}">
                <a16:creationId xmlns:a16="http://schemas.microsoft.com/office/drawing/2014/main" id="{D535B8E9-AC1D-45EF-8B9A-0F3753ACD677}"/>
              </a:ext>
            </a:extLst>
          </p:cNvPr>
          <p:cNvSpPr>
            <a:spLocks noChangeArrowheads="1"/>
          </p:cNvSpPr>
          <p:nvPr/>
        </p:nvSpPr>
        <p:spPr bwMode="auto">
          <a:xfrm>
            <a:off x="1765301" y="5448301"/>
            <a:ext cx="8653463" cy="695325"/>
          </a:xfrm>
          <a:prstGeom prst="rect">
            <a:avLst/>
          </a:prstGeom>
          <a:noFill/>
          <a:ln w="25400">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en-US" sz="1900" b="1"/>
              <a:t>Using this energy balance relationship, we can determine the equilibrium temperature and, if necessary, change how the satellite radiates heat</a:t>
            </a:r>
          </a:p>
        </p:txBody>
      </p:sp>
      <p:sp>
        <p:nvSpPr>
          <p:cNvPr id="58377" name="Rectangle 9">
            <a:extLst>
              <a:ext uri="{FF2B5EF4-FFF2-40B4-BE49-F238E27FC236}">
                <a16:creationId xmlns:a16="http://schemas.microsoft.com/office/drawing/2014/main" id="{A105BEC5-C91A-452E-9565-4E6CD3F240DE}"/>
              </a:ext>
            </a:extLst>
          </p:cNvPr>
          <p:cNvSpPr>
            <a:spLocks noChangeArrowheads="1"/>
          </p:cNvSpPr>
          <p:nvPr/>
        </p:nvSpPr>
        <p:spPr bwMode="auto">
          <a:xfrm>
            <a:off x="1835151" y="1079500"/>
            <a:ext cx="8321675"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en-US" sz="2000"/>
              <a:t>Energy must be conserved:</a:t>
            </a:r>
          </a:p>
        </p:txBody>
      </p:sp>
      <p:sp>
        <p:nvSpPr>
          <p:cNvPr id="58378" name="Rectangle 10">
            <a:extLst>
              <a:ext uri="{FF2B5EF4-FFF2-40B4-BE49-F238E27FC236}">
                <a16:creationId xmlns:a16="http://schemas.microsoft.com/office/drawing/2014/main" id="{87F91D17-8B64-480F-A55B-AE4869403702}"/>
              </a:ext>
            </a:extLst>
          </p:cNvPr>
          <p:cNvSpPr>
            <a:spLocks noChangeArrowheads="1"/>
          </p:cNvSpPr>
          <p:nvPr/>
        </p:nvSpPr>
        <p:spPr bwMode="auto">
          <a:xfrm>
            <a:off x="1835151" y="3440113"/>
            <a:ext cx="8583613"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en-US" sz="2000"/>
              <a:t>For a satellite in Earth orbit, externals sources of heat include direct sunlight, sunlight reflected off of the Earth, and Earth IR radiated energy</a:t>
            </a:r>
          </a:p>
        </p:txBody>
      </p:sp>
      <p:graphicFrame>
        <p:nvGraphicFramePr>
          <p:cNvPr id="58379" name="Object 11">
            <a:extLst>
              <a:ext uri="{FF2B5EF4-FFF2-40B4-BE49-F238E27FC236}">
                <a16:creationId xmlns:a16="http://schemas.microsoft.com/office/drawing/2014/main" id="{273E87BA-288C-496D-8520-2BE51B08CCF9}"/>
              </a:ext>
            </a:extLst>
          </p:cNvPr>
          <p:cNvGraphicFramePr>
            <a:graphicFrameLocks/>
          </p:cNvGraphicFramePr>
          <p:nvPr/>
        </p:nvGraphicFramePr>
        <p:xfrm>
          <a:off x="5095875" y="1798638"/>
          <a:ext cx="1504950" cy="498475"/>
        </p:xfrm>
        <a:graphic>
          <a:graphicData uri="http://schemas.openxmlformats.org/presentationml/2006/ole">
            <mc:AlternateContent xmlns:mc="http://schemas.openxmlformats.org/markup-compatibility/2006">
              <mc:Choice xmlns:v="urn:schemas-microsoft-com:vml" Requires="v">
                <p:oleObj name="Equation" r:id="rId3" imgW="723600" imgH="228600" progId="Equation.3">
                  <p:embed/>
                </p:oleObj>
              </mc:Choice>
              <mc:Fallback>
                <p:oleObj name="Equation" r:id="rId3" imgW="723600" imgH="228600" progId="Equation.3">
                  <p:embed/>
                  <p:pic>
                    <p:nvPicPr>
                      <p:cNvPr id="58379" name="Object 11">
                        <a:extLst>
                          <a:ext uri="{FF2B5EF4-FFF2-40B4-BE49-F238E27FC236}">
                            <a16:creationId xmlns:a16="http://schemas.microsoft.com/office/drawing/2014/main" id="{273E87BA-288C-496D-8520-2BE51B08CCF9}"/>
                          </a:ext>
                        </a:extLst>
                      </p:cNvPr>
                      <p:cNvPicPr>
                        <a:picLocks noChangeArrowheads="1"/>
                      </p:cNvPicPr>
                      <p:nvPr/>
                    </p:nvPicPr>
                    <p:blipFill>
                      <a:blip r:embed="rId4"/>
                      <a:srcRect/>
                      <a:stretch>
                        <a:fillRect/>
                      </a:stretch>
                    </p:blipFill>
                    <p:spPr bwMode="auto">
                      <a:xfrm>
                        <a:off x="5095875" y="1798638"/>
                        <a:ext cx="1504950" cy="498475"/>
                      </a:xfrm>
                      <a:prstGeom prst="rect">
                        <a:avLst/>
                      </a:prstGeom>
                      <a:solidFill>
                        <a:schemeClr val="accent1"/>
                      </a:solidFill>
                      <a:ln>
                        <a:noFill/>
                      </a:ln>
                      <a:effectLst/>
                    </p:spPr>
                  </p:pic>
                </p:oleObj>
              </mc:Fallback>
            </mc:AlternateContent>
          </a:graphicData>
        </a:graphic>
      </p:graphicFrame>
      <p:sp>
        <p:nvSpPr>
          <p:cNvPr id="58380" name="Rectangle 12">
            <a:extLst>
              <a:ext uri="{FF2B5EF4-FFF2-40B4-BE49-F238E27FC236}">
                <a16:creationId xmlns:a16="http://schemas.microsoft.com/office/drawing/2014/main" id="{F2B3ED08-32FA-447A-B9E6-62F140BB3DFB}"/>
              </a:ext>
            </a:extLst>
          </p:cNvPr>
          <p:cNvSpPr>
            <a:spLocks noChangeArrowheads="1"/>
          </p:cNvSpPr>
          <p:nvPr/>
        </p:nvSpPr>
        <p:spPr bwMode="auto">
          <a:xfrm>
            <a:off x="9475788" y="1795464"/>
            <a:ext cx="1192212"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en-US" sz="1000"/>
              <a:t>SMAD, Eq 11.12</a:t>
            </a:r>
          </a:p>
        </p:txBody>
      </p:sp>
      <p:graphicFrame>
        <p:nvGraphicFramePr>
          <p:cNvPr id="58382" name="Object 14">
            <a:extLst>
              <a:ext uri="{FF2B5EF4-FFF2-40B4-BE49-F238E27FC236}">
                <a16:creationId xmlns:a16="http://schemas.microsoft.com/office/drawing/2014/main" id="{80CD531F-FBE0-4734-BB2D-B5A6CC33DFA4}"/>
              </a:ext>
            </a:extLst>
          </p:cNvPr>
          <p:cNvGraphicFramePr>
            <a:graphicFrameLocks/>
          </p:cNvGraphicFramePr>
          <p:nvPr/>
        </p:nvGraphicFramePr>
        <p:xfrm>
          <a:off x="3944938" y="2620964"/>
          <a:ext cx="4037012" cy="496887"/>
        </p:xfrm>
        <a:graphic>
          <a:graphicData uri="http://schemas.openxmlformats.org/presentationml/2006/ole">
            <mc:AlternateContent xmlns:mc="http://schemas.openxmlformats.org/markup-compatibility/2006">
              <mc:Choice xmlns:v="urn:schemas-microsoft-com:vml" Requires="v">
                <p:oleObj name="Equation" r:id="rId5" imgW="1892160" imgH="228600" progId="Equation.3">
                  <p:embed/>
                </p:oleObj>
              </mc:Choice>
              <mc:Fallback>
                <p:oleObj name="Equation" r:id="rId5" imgW="1892160" imgH="228600" progId="Equation.3">
                  <p:embed/>
                  <p:pic>
                    <p:nvPicPr>
                      <p:cNvPr id="58382" name="Object 14">
                        <a:extLst>
                          <a:ext uri="{FF2B5EF4-FFF2-40B4-BE49-F238E27FC236}">
                            <a16:creationId xmlns:a16="http://schemas.microsoft.com/office/drawing/2014/main" id="{80CD531F-FBE0-4734-BB2D-B5A6CC33DFA4}"/>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44938" y="2620964"/>
                        <a:ext cx="4037012" cy="496887"/>
                      </a:xfrm>
                      <a:prstGeom prst="rect">
                        <a:avLst/>
                      </a:prstGeom>
                      <a:solidFill>
                        <a:schemeClr val="accent1"/>
                      </a:solidFill>
                      <a:ln>
                        <a:noFill/>
                      </a:ln>
                      <a:effectLst/>
                    </p:spPr>
                  </p:pic>
                </p:oleObj>
              </mc:Fallback>
            </mc:AlternateContent>
          </a:graphicData>
        </a:graphic>
      </p:graphicFrame>
      <p:sp>
        <p:nvSpPr>
          <p:cNvPr id="58383" name="Rectangle 15">
            <a:extLst>
              <a:ext uri="{FF2B5EF4-FFF2-40B4-BE49-F238E27FC236}">
                <a16:creationId xmlns:a16="http://schemas.microsoft.com/office/drawing/2014/main" id="{9144BABB-875D-46D3-824A-9E214387A5C6}"/>
              </a:ext>
            </a:extLst>
          </p:cNvPr>
          <p:cNvSpPr>
            <a:spLocks noChangeArrowheads="1"/>
          </p:cNvSpPr>
          <p:nvPr/>
        </p:nvSpPr>
        <p:spPr bwMode="auto">
          <a:xfrm>
            <a:off x="9475788" y="2722564"/>
            <a:ext cx="1192212"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en-US" sz="1000"/>
              <a:t>SMAD, Eq 11.14</a:t>
            </a:r>
          </a:p>
        </p:txBody>
      </p:sp>
      <p:sp>
        <p:nvSpPr>
          <p:cNvPr id="6" name="Slide Number Placeholder 5">
            <a:extLst>
              <a:ext uri="{FF2B5EF4-FFF2-40B4-BE49-F238E27FC236}">
                <a16:creationId xmlns:a16="http://schemas.microsoft.com/office/drawing/2014/main" id="{1D436C5B-544B-4A0F-BDA7-6BC775BFB5AE}"/>
              </a:ext>
            </a:extLst>
          </p:cNvPr>
          <p:cNvSpPr>
            <a:spLocks noGrp="1"/>
          </p:cNvSpPr>
          <p:nvPr>
            <p:ph type="sldNum" sz="quarter" idx="12"/>
          </p:nvPr>
        </p:nvSpPr>
        <p:spPr/>
        <p:txBody>
          <a:bodyPr/>
          <a:lstStyle/>
          <a:p>
            <a:fld id="{D57F1E4F-1CFF-5643-939E-217C01CDF565}" type="slidenum">
              <a:rPr lang="en-US" smtClean="0"/>
              <a:pPr/>
              <a:t>28</a:t>
            </a:fld>
            <a:endParaRPr lang="en-US" dirty="0"/>
          </a:p>
        </p:txBody>
      </p:sp>
      <p:pic>
        <p:nvPicPr>
          <p:cNvPr id="3" name="Picture 2">
            <a:extLst>
              <a:ext uri="{FF2B5EF4-FFF2-40B4-BE49-F238E27FC236}">
                <a16:creationId xmlns:a16="http://schemas.microsoft.com/office/drawing/2014/main" id="{CE2598B3-421D-43B5-8F26-4E3E1FF1911A}"/>
              </a:ext>
            </a:extLst>
          </p:cNvPr>
          <p:cNvPicPr>
            <a:picLocks noChangeAspect="1"/>
          </p:cNvPicPr>
          <p:nvPr/>
        </p:nvPicPr>
        <p:blipFill>
          <a:blip r:embed="rId7"/>
          <a:stretch>
            <a:fillRect/>
          </a:stretch>
        </p:blipFill>
        <p:spPr>
          <a:xfrm>
            <a:off x="823852" y="4217075"/>
            <a:ext cx="10721800" cy="1018502"/>
          </a:xfrm>
          <a:prstGeom prst="rect">
            <a:avLst/>
          </a:prstGeom>
        </p:spPr>
      </p:pic>
      <p:sp>
        <p:nvSpPr>
          <p:cNvPr id="4" name="Rectangle 3">
            <a:extLst>
              <a:ext uri="{FF2B5EF4-FFF2-40B4-BE49-F238E27FC236}">
                <a16:creationId xmlns:a16="http://schemas.microsoft.com/office/drawing/2014/main" id="{A989A264-D64F-426B-BC21-8915586F7F83}"/>
              </a:ext>
            </a:extLst>
          </p:cNvPr>
          <p:cNvSpPr/>
          <p:nvPr/>
        </p:nvSpPr>
        <p:spPr>
          <a:xfrm>
            <a:off x="0" y="4219211"/>
            <a:ext cx="12236521" cy="101636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F72B519-F3E7-4E8A-BE60-FB0831EF46EB}"/>
              </a:ext>
            </a:extLst>
          </p:cNvPr>
          <p:cNvPicPr>
            <a:picLocks noChangeAspect="1"/>
          </p:cNvPicPr>
          <p:nvPr/>
        </p:nvPicPr>
        <p:blipFill>
          <a:blip r:embed="rId8"/>
          <a:stretch>
            <a:fillRect/>
          </a:stretch>
        </p:blipFill>
        <p:spPr>
          <a:xfrm>
            <a:off x="0" y="4379335"/>
            <a:ext cx="12192000" cy="698377"/>
          </a:xfrm>
          <a:prstGeom prst="rect">
            <a:avLst/>
          </a:prstGeom>
        </p:spPr>
      </p:pic>
    </p:spTree>
    <p:extLst>
      <p:ext uri="{BB962C8B-B14F-4D97-AF65-F5344CB8AC3E}">
        <p14:creationId xmlns:p14="http://schemas.microsoft.com/office/powerpoint/2010/main" val="30704313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C33C6E-87AC-4833-9C33-83CD2B9882CD}"/>
              </a:ext>
            </a:extLst>
          </p:cNvPr>
          <p:cNvPicPr>
            <a:picLocks noChangeAspect="1"/>
          </p:cNvPicPr>
          <p:nvPr/>
        </p:nvPicPr>
        <p:blipFill>
          <a:blip r:embed="rId3"/>
          <a:stretch>
            <a:fillRect/>
          </a:stretch>
        </p:blipFill>
        <p:spPr>
          <a:xfrm>
            <a:off x="968513" y="2503927"/>
            <a:ext cx="3390900" cy="781050"/>
          </a:xfrm>
          <a:prstGeom prst="rect">
            <a:avLst/>
          </a:prstGeom>
        </p:spPr>
      </p:pic>
      <p:sp>
        <p:nvSpPr>
          <p:cNvPr id="5" name="Rectangle 2">
            <a:extLst>
              <a:ext uri="{FF2B5EF4-FFF2-40B4-BE49-F238E27FC236}">
                <a16:creationId xmlns:a16="http://schemas.microsoft.com/office/drawing/2014/main" id="{F0F314B0-EE1F-46E0-B1EE-AEF229560068}"/>
              </a:ext>
            </a:extLst>
          </p:cNvPr>
          <p:cNvSpPr>
            <a:spLocks noGrp="1" noChangeArrowheads="1"/>
          </p:cNvSpPr>
          <p:nvPr>
            <p:ph type="title"/>
          </p:nvPr>
        </p:nvSpPr>
        <p:spPr>
          <a:xfrm>
            <a:off x="2613891" y="152372"/>
            <a:ext cx="8547100" cy="762001"/>
          </a:xfrm>
          <a:noFill/>
          <a:ln/>
        </p:spPr>
        <p:txBody>
          <a:bodyPr/>
          <a:lstStyle/>
          <a:p>
            <a:r>
              <a:rPr lang="en-US" altLang="en-US" sz="2400" dirty="0"/>
              <a:t>Conservation of Energy and Equilibrium Temperature</a:t>
            </a:r>
            <a:endParaRPr lang="en-US" altLang="en-US" dirty="0"/>
          </a:p>
        </p:txBody>
      </p:sp>
      <p:pic>
        <p:nvPicPr>
          <p:cNvPr id="10242" name="Picture 2" descr="http://www.rense.com/general64/050427solar.jpg">
            <a:extLst>
              <a:ext uri="{FF2B5EF4-FFF2-40B4-BE49-F238E27FC236}">
                <a16:creationId xmlns:a16="http://schemas.microsoft.com/office/drawing/2014/main" id="{6AD8FD09-71D8-4881-A9F6-8AA033192D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3241" y="1883652"/>
            <a:ext cx="4745859" cy="474585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0C81F4A-F79F-4E15-AF78-465DF67C1325}"/>
              </a:ext>
            </a:extLst>
          </p:cNvPr>
          <p:cNvSpPr/>
          <p:nvPr/>
        </p:nvSpPr>
        <p:spPr>
          <a:xfrm>
            <a:off x="1015809" y="3940295"/>
            <a:ext cx="3573414" cy="369332"/>
          </a:xfrm>
          <a:prstGeom prst="rect">
            <a:avLst/>
          </a:prstGeom>
        </p:spPr>
        <p:txBody>
          <a:bodyPr wrap="none">
            <a:spAutoFit/>
          </a:bodyPr>
          <a:lstStyle/>
          <a:p>
            <a:r>
              <a:rPr lang="en-US" altLang="en-US" dirty="0"/>
              <a:t>Solar flux = 1367 watts/m</a:t>
            </a:r>
            <a:r>
              <a:rPr lang="en-US" altLang="en-US" baseline="30000" dirty="0"/>
              <a:t>2 </a:t>
            </a:r>
            <a:r>
              <a:rPr lang="en-US" altLang="en-US" dirty="0"/>
              <a:t>for earth</a:t>
            </a:r>
            <a:endParaRPr lang="en-US" dirty="0"/>
          </a:p>
        </p:txBody>
      </p:sp>
      <p:sp>
        <p:nvSpPr>
          <p:cNvPr id="6" name="Slide Number Placeholder 5">
            <a:extLst>
              <a:ext uri="{FF2B5EF4-FFF2-40B4-BE49-F238E27FC236}">
                <a16:creationId xmlns:a16="http://schemas.microsoft.com/office/drawing/2014/main" id="{1A216E20-38E8-4470-BEB9-75A348FF92B4}"/>
              </a:ext>
            </a:extLst>
          </p:cNvPr>
          <p:cNvSpPr>
            <a:spLocks noGrp="1"/>
          </p:cNvSpPr>
          <p:nvPr>
            <p:ph type="sldNum" sz="quarter" idx="12"/>
          </p:nvPr>
        </p:nvSpPr>
        <p:spPr/>
        <p:txBody>
          <a:bodyPr/>
          <a:lstStyle/>
          <a:p>
            <a:fld id="{D57F1E4F-1CFF-5643-939E-217C01CDF565}" type="slidenum">
              <a:rPr lang="en-US" smtClean="0"/>
              <a:pPr/>
              <a:t>29</a:t>
            </a:fld>
            <a:endParaRPr lang="en-US" dirty="0"/>
          </a:p>
        </p:txBody>
      </p:sp>
      <p:pic>
        <p:nvPicPr>
          <p:cNvPr id="9" name="Picture 8">
            <a:extLst>
              <a:ext uri="{FF2B5EF4-FFF2-40B4-BE49-F238E27FC236}">
                <a16:creationId xmlns:a16="http://schemas.microsoft.com/office/drawing/2014/main" id="{05B5CCD8-6564-4B27-A33A-4F492585C1FD}"/>
              </a:ext>
            </a:extLst>
          </p:cNvPr>
          <p:cNvPicPr>
            <a:picLocks noChangeAspect="1"/>
          </p:cNvPicPr>
          <p:nvPr/>
        </p:nvPicPr>
        <p:blipFill>
          <a:blip r:embed="rId5"/>
          <a:stretch>
            <a:fillRect/>
          </a:stretch>
        </p:blipFill>
        <p:spPr>
          <a:xfrm>
            <a:off x="1862316" y="1004474"/>
            <a:ext cx="8225423" cy="781363"/>
          </a:xfrm>
          <a:prstGeom prst="rect">
            <a:avLst/>
          </a:prstGeom>
        </p:spPr>
      </p:pic>
      <p:pic>
        <p:nvPicPr>
          <p:cNvPr id="4" name="Picture 3">
            <a:extLst>
              <a:ext uri="{FF2B5EF4-FFF2-40B4-BE49-F238E27FC236}">
                <a16:creationId xmlns:a16="http://schemas.microsoft.com/office/drawing/2014/main" id="{C440973E-5143-4EC5-8593-E21C369F0FE2}"/>
              </a:ext>
            </a:extLst>
          </p:cNvPr>
          <p:cNvPicPr>
            <a:picLocks noChangeAspect="1"/>
          </p:cNvPicPr>
          <p:nvPr/>
        </p:nvPicPr>
        <p:blipFill>
          <a:blip r:embed="rId6"/>
          <a:stretch>
            <a:fillRect/>
          </a:stretch>
        </p:blipFill>
        <p:spPr>
          <a:xfrm>
            <a:off x="-1" y="997705"/>
            <a:ext cx="12293030" cy="788132"/>
          </a:xfrm>
          <a:prstGeom prst="rect">
            <a:avLst/>
          </a:prstGeom>
        </p:spPr>
      </p:pic>
      <p:pic>
        <p:nvPicPr>
          <p:cNvPr id="11" name="Picture 10">
            <a:extLst>
              <a:ext uri="{FF2B5EF4-FFF2-40B4-BE49-F238E27FC236}">
                <a16:creationId xmlns:a16="http://schemas.microsoft.com/office/drawing/2014/main" id="{73E68904-EFA9-4B29-A241-496560BB47C4}"/>
              </a:ext>
            </a:extLst>
          </p:cNvPr>
          <p:cNvPicPr>
            <a:picLocks noChangeAspect="1"/>
          </p:cNvPicPr>
          <p:nvPr/>
        </p:nvPicPr>
        <p:blipFill>
          <a:blip r:embed="rId7"/>
          <a:stretch>
            <a:fillRect/>
          </a:stretch>
        </p:blipFill>
        <p:spPr>
          <a:xfrm>
            <a:off x="990832" y="2845941"/>
            <a:ext cx="663308" cy="251717"/>
          </a:xfrm>
          <a:prstGeom prst="rect">
            <a:avLst/>
          </a:prstGeom>
        </p:spPr>
      </p:pic>
    </p:spTree>
    <p:extLst>
      <p:ext uri="{BB962C8B-B14F-4D97-AF65-F5344CB8AC3E}">
        <p14:creationId xmlns:p14="http://schemas.microsoft.com/office/powerpoint/2010/main" val="10513385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F0F314B0-EE1F-46E0-B1EE-AEF229560068}"/>
              </a:ext>
            </a:extLst>
          </p:cNvPr>
          <p:cNvSpPr>
            <a:spLocks noGrp="1" noChangeArrowheads="1"/>
          </p:cNvSpPr>
          <p:nvPr>
            <p:ph type="title"/>
          </p:nvPr>
        </p:nvSpPr>
        <p:spPr>
          <a:xfrm>
            <a:off x="2032000" y="392550"/>
            <a:ext cx="8547100" cy="762001"/>
          </a:xfrm>
          <a:noFill/>
          <a:ln/>
        </p:spPr>
        <p:txBody>
          <a:bodyPr/>
          <a:lstStyle/>
          <a:p>
            <a:r>
              <a:rPr lang="en-US" altLang="en-US" sz="2400" dirty="0"/>
              <a:t>Conservation of Energy and Equilibrium Temperature</a:t>
            </a:r>
            <a:endParaRPr lang="en-US" altLang="en-US" dirty="0"/>
          </a:p>
        </p:txBody>
      </p:sp>
      <p:pic>
        <p:nvPicPr>
          <p:cNvPr id="6" name="Picture 5">
            <a:extLst>
              <a:ext uri="{FF2B5EF4-FFF2-40B4-BE49-F238E27FC236}">
                <a16:creationId xmlns:a16="http://schemas.microsoft.com/office/drawing/2014/main" id="{2BA60155-DC72-4709-9ED0-265781A71812}"/>
              </a:ext>
            </a:extLst>
          </p:cNvPr>
          <p:cNvPicPr>
            <a:picLocks noChangeAspect="1"/>
          </p:cNvPicPr>
          <p:nvPr/>
        </p:nvPicPr>
        <p:blipFill>
          <a:blip r:embed="rId2"/>
          <a:stretch>
            <a:fillRect/>
          </a:stretch>
        </p:blipFill>
        <p:spPr>
          <a:xfrm>
            <a:off x="5483857" y="2508127"/>
            <a:ext cx="5767880" cy="3262568"/>
          </a:xfrm>
          <a:prstGeom prst="rect">
            <a:avLst/>
          </a:prstGeom>
        </p:spPr>
      </p:pic>
      <p:pic>
        <p:nvPicPr>
          <p:cNvPr id="2" name="Picture 1">
            <a:extLst>
              <a:ext uri="{FF2B5EF4-FFF2-40B4-BE49-F238E27FC236}">
                <a16:creationId xmlns:a16="http://schemas.microsoft.com/office/drawing/2014/main" id="{0C121B33-1EF5-4A9C-9C39-4F61FDEA1D7A}"/>
              </a:ext>
            </a:extLst>
          </p:cNvPr>
          <p:cNvPicPr>
            <a:picLocks noChangeAspect="1"/>
          </p:cNvPicPr>
          <p:nvPr/>
        </p:nvPicPr>
        <p:blipFill>
          <a:blip r:embed="rId3"/>
          <a:stretch>
            <a:fillRect/>
          </a:stretch>
        </p:blipFill>
        <p:spPr>
          <a:xfrm>
            <a:off x="1118038" y="2333788"/>
            <a:ext cx="3429000" cy="771525"/>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17E4737-3B39-4473-A03A-7433D38E5FBD}"/>
                  </a:ext>
                </a:extLst>
              </p:cNvPr>
              <p:cNvSpPr txBox="1"/>
              <p:nvPr/>
            </p:nvSpPr>
            <p:spPr>
              <a:xfrm>
                <a:off x="1118038" y="3718708"/>
                <a:ext cx="3337452" cy="485646"/>
              </a:xfrm>
              <a:prstGeom prst="rect">
                <a:avLst/>
              </a:prstGeom>
              <a:noFill/>
            </p:spPr>
            <p:txBody>
              <a:bodyPr wrap="none" rtlCol="0">
                <a:spAutoFit/>
              </a:bodyPr>
              <a:lstStyle/>
              <a:p>
                <a:r>
                  <a:rPr lang="en-US" dirty="0"/>
                  <a:t>Albedo Flux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465</m:t>
                    </m:r>
                  </m:oMath>
                </a14:m>
                <a:r>
                  <a:rPr lang="en-US" dirty="0"/>
                  <a:t> </a:t>
                </a:r>
                <a14:m>
                  <m:oMath xmlns:m="http://schemas.openxmlformats.org/officeDocument/2006/math">
                    <m:f>
                      <m:fPr>
                        <m:ctrlPr>
                          <a:rPr lang="en-US" i="1" dirty="0" smtClean="0">
                            <a:latin typeface="Cambria Math" panose="02040503050406030204" pitchFamily="18" charset="0"/>
                          </a:rPr>
                        </m:ctrlPr>
                      </m:fPr>
                      <m:num>
                        <m:r>
                          <a:rPr lang="en-US" b="0" i="1" dirty="0" smtClean="0">
                            <a:latin typeface="Cambria Math" panose="02040503050406030204" pitchFamily="18" charset="0"/>
                          </a:rPr>
                          <m:t>𝑊</m:t>
                        </m:r>
                      </m:num>
                      <m:den>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𝑚</m:t>
                            </m:r>
                          </m:e>
                          <m:sup>
                            <m:r>
                              <a:rPr lang="en-US" b="0" i="1" dirty="0" smtClean="0">
                                <a:latin typeface="Cambria Math" panose="02040503050406030204" pitchFamily="18" charset="0"/>
                              </a:rPr>
                              <m:t>2</m:t>
                            </m:r>
                          </m:sup>
                        </m:sSup>
                      </m:den>
                    </m:f>
                    <m:r>
                      <a:rPr lang="en-US" b="0" i="1" dirty="0" smtClean="0">
                        <a:latin typeface="Cambria Math" panose="02040503050406030204" pitchFamily="18" charset="0"/>
                      </a:rPr>
                      <m:t> </m:t>
                    </m:r>
                    <m:r>
                      <a:rPr lang="en-US" b="0" i="1" dirty="0" smtClean="0">
                        <a:latin typeface="Cambria Math" panose="02040503050406030204" pitchFamily="18" charset="0"/>
                      </a:rPr>
                      <m:t>𝑓𝑜𝑟</m:t>
                    </m:r>
                    <m:r>
                      <a:rPr lang="en-US" b="0" i="1" dirty="0" smtClean="0">
                        <a:latin typeface="Cambria Math" panose="02040503050406030204" pitchFamily="18" charset="0"/>
                      </a:rPr>
                      <m:t> </m:t>
                    </m:r>
                    <m:r>
                      <a:rPr lang="en-US" b="0" i="1" dirty="0" smtClean="0">
                        <a:latin typeface="Cambria Math" panose="02040503050406030204" pitchFamily="18" charset="0"/>
                      </a:rPr>
                      <m:t>𝑒𝑎𝑟𝑡h</m:t>
                    </m:r>
                  </m:oMath>
                </a14:m>
                <a:endParaRPr lang="en-US" dirty="0"/>
              </a:p>
            </p:txBody>
          </p:sp>
        </mc:Choice>
        <mc:Fallback xmlns="">
          <p:sp>
            <p:nvSpPr>
              <p:cNvPr id="8" name="TextBox 7">
                <a:extLst>
                  <a:ext uri="{FF2B5EF4-FFF2-40B4-BE49-F238E27FC236}">
                    <a16:creationId xmlns:a16="http://schemas.microsoft.com/office/drawing/2014/main" id="{617E4737-3B39-4473-A03A-7433D38E5FBD}"/>
                  </a:ext>
                </a:extLst>
              </p:cNvPr>
              <p:cNvSpPr txBox="1">
                <a:spLocks noRot="1" noChangeAspect="1" noMove="1" noResize="1" noEditPoints="1" noAdjustHandles="1" noChangeArrowheads="1" noChangeShapeType="1" noTextEdit="1"/>
              </p:cNvSpPr>
              <p:nvPr/>
            </p:nvSpPr>
            <p:spPr>
              <a:xfrm>
                <a:off x="1118038" y="3718708"/>
                <a:ext cx="3337452" cy="485646"/>
              </a:xfrm>
              <a:prstGeom prst="rect">
                <a:avLst/>
              </a:prstGeom>
              <a:blipFill>
                <a:blip r:embed="rId4"/>
                <a:stretch>
                  <a:fillRect l="-1460" b="-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99DA3BD-48A3-4C39-A455-6ECDBF58A46E}"/>
                  </a:ext>
                </a:extLst>
              </p:cNvPr>
              <p:cNvSpPr txBox="1"/>
              <p:nvPr/>
            </p:nvSpPr>
            <p:spPr>
              <a:xfrm>
                <a:off x="1036425" y="5902134"/>
                <a:ext cx="2853345" cy="485646"/>
              </a:xfrm>
              <a:prstGeom prst="rect">
                <a:avLst/>
              </a:prstGeom>
              <a:noFill/>
            </p:spPr>
            <p:txBody>
              <a:bodyPr wrap="none" rtlCol="0">
                <a:spAutoFit/>
              </a:bodyPr>
              <a:lstStyle/>
              <a:p>
                <a:r>
                  <a:rPr lang="en-US" dirty="0"/>
                  <a:t>IR Flux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237</m:t>
                    </m:r>
                  </m:oMath>
                </a14:m>
                <a:r>
                  <a:rPr lang="en-US" dirty="0"/>
                  <a:t> </a:t>
                </a:r>
                <a14:m>
                  <m:oMath xmlns:m="http://schemas.openxmlformats.org/officeDocument/2006/math">
                    <m:f>
                      <m:fPr>
                        <m:ctrlPr>
                          <a:rPr lang="en-US" i="1" dirty="0" smtClean="0">
                            <a:latin typeface="Cambria Math" panose="02040503050406030204" pitchFamily="18" charset="0"/>
                          </a:rPr>
                        </m:ctrlPr>
                      </m:fPr>
                      <m:num>
                        <m:r>
                          <a:rPr lang="en-US" b="0" i="1" dirty="0" smtClean="0">
                            <a:latin typeface="Cambria Math" panose="02040503050406030204" pitchFamily="18" charset="0"/>
                          </a:rPr>
                          <m:t>𝑊</m:t>
                        </m:r>
                      </m:num>
                      <m:den>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𝑚</m:t>
                            </m:r>
                          </m:e>
                          <m:sup>
                            <m:r>
                              <a:rPr lang="en-US" b="0" i="1" dirty="0" smtClean="0">
                                <a:latin typeface="Cambria Math" panose="02040503050406030204" pitchFamily="18" charset="0"/>
                              </a:rPr>
                              <m:t>2</m:t>
                            </m:r>
                          </m:sup>
                        </m:sSup>
                      </m:den>
                    </m:f>
                    <m:r>
                      <a:rPr lang="en-US" b="0" i="1" dirty="0" smtClean="0">
                        <a:latin typeface="Cambria Math" panose="02040503050406030204" pitchFamily="18" charset="0"/>
                      </a:rPr>
                      <m:t> </m:t>
                    </m:r>
                    <m:r>
                      <a:rPr lang="en-US" b="0" i="1" dirty="0" smtClean="0">
                        <a:latin typeface="Cambria Math" panose="02040503050406030204" pitchFamily="18" charset="0"/>
                      </a:rPr>
                      <m:t>𝑓𝑜𝑟</m:t>
                    </m:r>
                    <m:r>
                      <a:rPr lang="en-US" b="0" i="1" dirty="0" smtClean="0">
                        <a:latin typeface="Cambria Math" panose="02040503050406030204" pitchFamily="18" charset="0"/>
                      </a:rPr>
                      <m:t> </m:t>
                    </m:r>
                    <m:r>
                      <a:rPr lang="en-US" b="0" i="1" dirty="0" smtClean="0">
                        <a:latin typeface="Cambria Math" panose="02040503050406030204" pitchFamily="18" charset="0"/>
                      </a:rPr>
                      <m:t>𝑒𝑎𝑟𝑡h</m:t>
                    </m:r>
                  </m:oMath>
                </a14:m>
                <a:endParaRPr lang="en-US" dirty="0"/>
              </a:p>
            </p:txBody>
          </p:sp>
        </mc:Choice>
        <mc:Fallback xmlns="">
          <p:sp>
            <p:nvSpPr>
              <p:cNvPr id="9" name="TextBox 8">
                <a:extLst>
                  <a:ext uri="{FF2B5EF4-FFF2-40B4-BE49-F238E27FC236}">
                    <a16:creationId xmlns:a16="http://schemas.microsoft.com/office/drawing/2014/main" id="{B99DA3BD-48A3-4C39-A455-6ECDBF58A46E}"/>
                  </a:ext>
                </a:extLst>
              </p:cNvPr>
              <p:cNvSpPr txBox="1">
                <a:spLocks noRot="1" noChangeAspect="1" noMove="1" noResize="1" noEditPoints="1" noAdjustHandles="1" noChangeArrowheads="1" noChangeShapeType="1" noTextEdit="1"/>
              </p:cNvSpPr>
              <p:nvPr/>
            </p:nvSpPr>
            <p:spPr>
              <a:xfrm>
                <a:off x="1036425" y="5902134"/>
                <a:ext cx="2853345" cy="485646"/>
              </a:xfrm>
              <a:prstGeom prst="rect">
                <a:avLst/>
              </a:prstGeom>
              <a:blipFill>
                <a:blip r:embed="rId5"/>
                <a:stretch>
                  <a:fillRect l="-1709" b="-7500"/>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DD97CC9C-B66A-4EA4-9D54-D1E3A74C7C45}"/>
              </a:ext>
            </a:extLst>
          </p:cNvPr>
          <p:cNvSpPr>
            <a:spLocks noGrp="1"/>
          </p:cNvSpPr>
          <p:nvPr>
            <p:ph type="sldNum" sz="quarter" idx="12"/>
          </p:nvPr>
        </p:nvSpPr>
        <p:spPr/>
        <p:txBody>
          <a:bodyPr/>
          <a:lstStyle/>
          <a:p>
            <a:fld id="{D57F1E4F-1CFF-5643-939E-217C01CDF565}" type="slidenum">
              <a:rPr lang="en-US" smtClean="0"/>
              <a:pPr/>
              <a:t>30</a:t>
            </a:fld>
            <a:endParaRPr lang="en-US" dirty="0"/>
          </a:p>
        </p:txBody>
      </p:sp>
      <p:pic>
        <p:nvPicPr>
          <p:cNvPr id="11" name="Picture 10">
            <a:extLst>
              <a:ext uri="{FF2B5EF4-FFF2-40B4-BE49-F238E27FC236}">
                <a16:creationId xmlns:a16="http://schemas.microsoft.com/office/drawing/2014/main" id="{7BC192E6-9982-4171-9EDF-EFA4C3BEC603}"/>
              </a:ext>
            </a:extLst>
          </p:cNvPr>
          <p:cNvPicPr>
            <a:picLocks noChangeAspect="1"/>
          </p:cNvPicPr>
          <p:nvPr/>
        </p:nvPicPr>
        <p:blipFill>
          <a:blip r:embed="rId6"/>
          <a:stretch>
            <a:fillRect/>
          </a:stretch>
        </p:blipFill>
        <p:spPr>
          <a:xfrm>
            <a:off x="1408274" y="1087305"/>
            <a:ext cx="8647830" cy="821488"/>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C3D18F0-E4E6-459C-B1E6-C95296B70772}"/>
                  </a:ext>
                </a:extLst>
              </p:cNvPr>
              <p:cNvSpPr txBox="1"/>
              <p:nvPr/>
            </p:nvSpPr>
            <p:spPr>
              <a:xfrm>
                <a:off x="907983" y="4863320"/>
                <a:ext cx="27383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𝐼𝑅</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𝐴</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𝑠𝑖𝑛</m:t>
                          </m:r>
                        </m:e>
                        <m:sup>
                          <m:r>
                            <a:rPr lang="en-US" b="0" i="1" smtClean="0">
                              <a:latin typeface="Cambria Math" panose="02040503050406030204" pitchFamily="18" charset="0"/>
                              <a:ea typeface="Cambria Math" panose="02040503050406030204" pitchFamily="18" charset="0"/>
                            </a:rPr>
                            <m:t>2</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𝜌</m:t>
                          </m:r>
                        </m:e>
                      </m:d>
                      <m:r>
                        <a:rPr lang="en-US" b="0" i="1" smtClean="0">
                          <a:latin typeface="Cambria Math" panose="02040503050406030204" pitchFamily="18" charset="0"/>
                          <a:ea typeface="Cambria Math" panose="02040503050406030204" pitchFamily="18" charset="0"/>
                        </a:rPr>
                        <m:t>𝐼𝑅𝑓𝑙𝑢𝑥</m:t>
                      </m:r>
                    </m:oMath>
                  </m:oMathPara>
                </a14:m>
                <a:endParaRPr lang="en-US" dirty="0"/>
              </a:p>
            </p:txBody>
          </p:sp>
        </mc:Choice>
        <mc:Fallback xmlns="">
          <p:sp>
            <p:nvSpPr>
              <p:cNvPr id="4" name="TextBox 3">
                <a:extLst>
                  <a:ext uri="{FF2B5EF4-FFF2-40B4-BE49-F238E27FC236}">
                    <a16:creationId xmlns:a16="http://schemas.microsoft.com/office/drawing/2014/main" id="{DC3D18F0-E4E6-459C-B1E6-C95296B70772}"/>
                  </a:ext>
                </a:extLst>
              </p:cNvPr>
              <p:cNvSpPr txBox="1">
                <a:spLocks noRot="1" noChangeAspect="1" noMove="1" noResize="1" noEditPoints="1" noAdjustHandles="1" noChangeArrowheads="1" noChangeShapeType="1" noTextEdit="1"/>
              </p:cNvSpPr>
              <p:nvPr/>
            </p:nvSpPr>
            <p:spPr>
              <a:xfrm>
                <a:off x="907983" y="4863320"/>
                <a:ext cx="2738310" cy="369332"/>
              </a:xfrm>
              <a:prstGeom prst="rect">
                <a:avLst/>
              </a:prstGeom>
              <a:blipFill>
                <a:blip r:embed="rId7"/>
                <a:stretch>
                  <a:fillRect b="-13333"/>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2516F7AF-CD62-40C8-81D5-C6BF77F88A38}"/>
              </a:ext>
            </a:extLst>
          </p:cNvPr>
          <p:cNvPicPr>
            <a:picLocks noChangeAspect="1"/>
          </p:cNvPicPr>
          <p:nvPr/>
        </p:nvPicPr>
        <p:blipFill>
          <a:blip r:embed="rId8"/>
          <a:stretch>
            <a:fillRect/>
          </a:stretch>
        </p:blipFill>
        <p:spPr>
          <a:xfrm>
            <a:off x="75263" y="1150672"/>
            <a:ext cx="12041474" cy="762001"/>
          </a:xfrm>
          <a:prstGeom prst="rect">
            <a:avLst/>
          </a:prstGeom>
        </p:spPr>
      </p:pic>
      <p:pic>
        <p:nvPicPr>
          <p:cNvPr id="12" name="Picture 11">
            <a:extLst>
              <a:ext uri="{FF2B5EF4-FFF2-40B4-BE49-F238E27FC236}">
                <a16:creationId xmlns:a16="http://schemas.microsoft.com/office/drawing/2014/main" id="{3FD5A1C7-F35A-412B-8B69-B333E075C87A}"/>
              </a:ext>
            </a:extLst>
          </p:cNvPr>
          <p:cNvPicPr>
            <a:picLocks noChangeAspect="1"/>
          </p:cNvPicPr>
          <p:nvPr/>
        </p:nvPicPr>
        <p:blipFill>
          <a:blip r:embed="rId9"/>
          <a:stretch>
            <a:fillRect/>
          </a:stretch>
        </p:blipFill>
        <p:spPr>
          <a:xfrm>
            <a:off x="1118038" y="2704189"/>
            <a:ext cx="792955" cy="271031"/>
          </a:xfrm>
          <a:prstGeom prst="rect">
            <a:avLst/>
          </a:prstGeom>
        </p:spPr>
      </p:pic>
    </p:spTree>
    <p:extLst>
      <p:ext uri="{BB962C8B-B14F-4D97-AF65-F5344CB8AC3E}">
        <p14:creationId xmlns:p14="http://schemas.microsoft.com/office/powerpoint/2010/main" val="3796596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4B65C-7752-445E-84F2-8A2DE3F2D251}"/>
              </a:ext>
            </a:extLst>
          </p:cNvPr>
          <p:cNvSpPr>
            <a:spLocks noGrp="1"/>
          </p:cNvSpPr>
          <p:nvPr>
            <p:ph type="title"/>
          </p:nvPr>
        </p:nvSpPr>
        <p:spPr>
          <a:xfrm>
            <a:off x="327620" y="52508"/>
            <a:ext cx="12322396" cy="1325563"/>
          </a:xfrm>
        </p:spPr>
        <p:txBody>
          <a:bodyPr>
            <a:normAutofit/>
          </a:bodyPr>
          <a:lstStyle/>
          <a:p>
            <a:r>
              <a:rPr lang="en-US" sz="4000" dirty="0"/>
              <a:t>AVERAGE ALBEDOS AND IR EMISSIONS OF THE PLANETS</a:t>
            </a:r>
          </a:p>
        </p:txBody>
      </p:sp>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D75246E0-A7BB-4073-BA27-320C1E045CE4}"/>
                  </a:ext>
                </a:extLst>
              </p:cNvPr>
              <p:cNvGraphicFramePr>
                <a:graphicFrameLocks noGrp="1"/>
              </p:cNvGraphicFramePr>
              <p:nvPr/>
            </p:nvGraphicFramePr>
            <p:xfrm>
              <a:off x="1601694" y="991772"/>
              <a:ext cx="9097275" cy="42479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964253436"/>
                        </a:ext>
                      </a:extLst>
                    </a:gridCol>
                    <a:gridCol w="2032000">
                      <a:extLst>
                        <a:ext uri="{9D8B030D-6E8A-4147-A177-3AD203B41FA5}">
                          <a16:colId xmlns:a16="http://schemas.microsoft.com/office/drawing/2014/main" val="3030065663"/>
                        </a:ext>
                      </a:extLst>
                    </a:gridCol>
                    <a:gridCol w="2145282">
                      <a:extLst>
                        <a:ext uri="{9D8B030D-6E8A-4147-A177-3AD203B41FA5}">
                          <a16:colId xmlns:a16="http://schemas.microsoft.com/office/drawing/2014/main" val="3671847426"/>
                        </a:ext>
                      </a:extLst>
                    </a:gridCol>
                    <a:gridCol w="2887993">
                      <a:extLst>
                        <a:ext uri="{9D8B030D-6E8A-4147-A177-3AD203B41FA5}">
                          <a16:colId xmlns:a16="http://schemas.microsoft.com/office/drawing/2014/main" val="3373479388"/>
                        </a:ext>
                      </a:extLst>
                    </a:gridCol>
                  </a:tblGrid>
                  <a:tr h="370840">
                    <a:tc>
                      <a:txBody>
                        <a:bodyPr/>
                        <a:lstStyle/>
                        <a:p>
                          <a:pPr algn="ctr"/>
                          <a:r>
                            <a:rPr lang="en-US" dirty="0"/>
                            <a:t>Planet</a:t>
                          </a:r>
                        </a:p>
                      </a:txBody>
                      <a:tcPr/>
                    </a:tc>
                    <a:tc>
                      <a:txBody>
                        <a:bodyPr/>
                        <a:lstStyle/>
                        <a:p>
                          <a:pPr algn="ctr"/>
                          <a:r>
                            <a:rPr lang="en-US" dirty="0"/>
                            <a:t>Visible Surface</a:t>
                          </a:r>
                        </a:p>
                      </a:txBody>
                      <a:tcPr/>
                    </a:tc>
                    <a:tc>
                      <a:txBody>
                        <a:bodyPr/>
                        <a:lstStyle/>
                        <a:p>
                          <a:pPr algn="ctr"/>
                          <a:r>
                            <a:rPr lang="en-US" dirty="0"/>
                            <a:t>Geometric </a:t>
                          </a:r>
                          <a14:m>
                            <m:oMath xmlns:m="http://schemas.openxmlformats.org/officeDocument/2006/math">
                              <m:sSup>
                                <m:sSupPr>
                                  <m:ctrlPr>
                                    <a:rPr lang="en-US" i="1" smtClean="0">
                                      <a:latin typeface="Cambria Math" panose="02040503050406030204" pitchFamily="18" charset="0"/>
                                    </a:rPr>
                                  </m:ctrlPr>
                                </m:sSupPr>
                                <m:e>
                                  <m:r>
                                    <a:rPr lang="en-US" b="1" i="0" smtClean="0">
                                      <a:latin typeface="Cambria Math" panose="02040503050406030204" pitchFamily="18" charset="0"/>
                                    </a:rPr>
                                    <m:t>𝐀𝐥𝐛𝐞𝐝𝐨</m:t>
                                  </m:r>
                                </m:e>
                                <m:sup>
                                  <m:r>
                                    <a:rPr lang="en-US" b="1" i="0" smtClean="0">
                                      <a:latin typeface="Cambria Math" panose="02040503050406030204" pitchFamily="18" charset="0"/>
                                      <a:ea typeface="Cambria Math" panose="02040503050406030204" pitchFamily="18" charset="0"/>
                                    </a:rPr>
                                    <m:t>+</m:t>
                                  </m:r>
                                </m:sup>
                              </m:sSup>
                            </m:oMath>
                          </a14:m>
                          <a:endParaRPr lang="en-US" i="0" dirty="0"/>
                        </a:p>
                      </a:txBody>
                      <a:tcPr/>
                    </a:tc>
                    <a:tc>
                      <a:txBody>
                        <a:bodyPr/>
                        <a:lstStyle/>
                        <a:p>
                          <a:pPr algn="ctr"/>
                          <a:r>
                            <a:rPr lang="en-US" dirty="0"/>
                            <a:t>Orbit-Average IR (W/</a:t>
                          </a:r>
                          <a14:m>
                            <m:oMath xmlns:m="http://schemas.openxmlformats.org/officeDocument/2006/math">
                              <m:sSup>
                                <m:sSupPr>
                                  <m:ctrlPr>
                                    <a:rPr lang="en-US" i="1" smtClean="0">
                                      <a:latin typeface="Cambria Math" panose="02040503050406030204" pitchFamily="18" charset="0"/>
                                    </a:rPr>
                                  </m:ctrlPr>
                                </m:sSupPr>
                                <m:e>
                                  <m:r>
                                    <a:rPr lang="en-US" b="1" i="0" smtClean="0">
                                      <a:latin typeface="Cambria Math" panose="02040503050406030204" pitchFamily="18" charset="0"/>
                                    </a:rPr>
                                    <m:t>𝐦</m:t>
                                  </m:r>
                                </m:e>
                                <m:sup>
                                  <m:r>
                                    <a:rPr lang="en-US" b="1" i="0" smtClean="0">
                                      <a:latin typeface="Cambria Math" panose="02040503050406030204" pitchFamily="18" charset="0"/>
                                    </a:rPr>
                                    <m:t>𝟐</m:t>
                                  </m:r>
                                </m:sup>
                              </m:sSup>
                              <m:sSup>
                                <m:sSupPr>
                                  <m:ctrlPr>
                                    <a:rPr lang="en-US" i="1" dirty="0" smtClean="0">
                                      <a:latin typeface="Cambria Math" panose="02040503050406030204" pitchFamily="18" charset="0"/>
                                    </a:rPr>
                                  </m:ctrlPr>
                                </m:sSupPr>
                                <m:e>
                                  <m:r>
                                    <a:rPr lang="en-US" b="1" i="1" dirty="0" smtClean="0">
                                      <a:latin typeface="Cambria Math" panose="02040503050406030204" pitchFamily="18" charset="0"/>
                                    </a:rPr>
                                    <m:t>)</m:t>
                                  </m:r>
                                </m:e>
                                <m:sup>
                                  <m:r>
                                    <a:rPr lang="en-US" i="1" dirty="0" smtClean="0">
                                      <a:latin typeface="Cambria Math" panose="02040503050406030204" pitchFamily="18" charset="0"/>
                                      <a:ea typeface="Cambria Math" panose="02040503050406030204" pitchFamily="18" charset="0"/>
                                    </a:rPr>
                                    <m:t>∆</m:t>
                                  </m:r>
                                </m:sup>
                              </m:sSup>
                            </m:oMath>
                          </a14:m>
                          <a:endParaRPr lang="en-US" dirty="0"/>
                        </a:p>
                      </a:txBody>
                      <a:tcPr/>
                    </a:tc>
                    <a:extLst>
                      <a:ext uri="{0D108BD9-81ED-4DB2-BD59-A6C34878D82A}">
                        <a16:rowId xmlns:a16="http://schemas.microsoft.com/office/drawing/2014/main" val="3491524886"/>
                      </a:ext>
                    </a:extLst>
                  </a:tr>
                  <a:tr h="370840">
                    <a:tc>
                      <a:txBody>
                        <a:bodyPr/>
                        <a:lstStyle/>
                        <a:p>
                          <a:pPr algn="ctr"/>
                          <a:r>
                            <a:rPr lang="en-US" dirty="0"/>
                            <a:t>Mercury</a:t>
                          </a:r>
                        </a:p>
                      </a:txBody>
                      <a:tcPr/>
                    </a:tc>
                    <a:tc>
                      <a:txBody>
                        <a:bodyPr/>
                        <a:lstStyle/>
                        <a:p>
                          <a:pPr algn="ctr"/>
                          <a:r>
                            <a:rPr lang="en-US" dirty="0"/>
                            <a:t>Solid</a:t>
                          </a:r>
                        </a:p>
                      </a:txBody>
                      <a:tcPr/>
                    </a:tc>
                    <a:tc>
                      <a:txBody>
                        <a:bodyPr/>
                        <a:lstStyle/>
                        <a:p>
                          <a:pPr algn="ctr"/>
                          <a:r>
                            <a:rPr lang="en-US" dirty="0"/>
                            <a:t>0.12</a:t>
                          </a:r>
                        </a:p>
                      </a:txBody>
                      <a:tcPr/>
                    </a:tc>
                    <a:tc>
                      <a:txBody>
                        <a:bodyPr/>
                        <a:lstStyle/>
                        <a:p>
                          <a:pPr algn="ctr"/>
                          <a:r>
                            <a:rPr lang="en-US" dirty="0"/>
                            <a:t>4150 perihelion</a:t>
                          </a:r>
                        </a:p>
                        <a:p>
                          <a:pPr algn="ctr"/>
                          <a:r>
                            <a:rPr lang="en-US" dirty="0"/>
                            <a:t>1810 aphelion</a:t>
                          </a:r>
                        </a:p>
                      </a:txBody>
                      <a:tcPr/>
                    </a:tc>
                    <a:extLst>
                      <a:ext uri="{0D108BD9-81ED-4DB2-BD59-A6C34878D82A}">
                        <a16:rowId xmlns:a16="http://schemas.microsoft.com/office/drawing/2014/main" val="916325652"/>
                      </a:ext>
                    </a:extLst>
                  </a:tr>
                  <a:tr h="370840">
                    <a:tc>
                      <a:txBody>
                        <a:bodyPr/>
                        <a:lstStyle/>
                        <a:p>
                          <a:pPr algn="ctr"/>
                          <a:r>
                            <a:rPr lang="en-US" dirty="0"/>
                            <a:t>Venus</a:t>
                          </a:r>
                        </a:p>
                      </a:txBody>
                      <a:tcPr/>
                    </a:tc>
                    <a:tc>
                      <a:txBody>
                        <a:bodyPr/>
                        <a:lstStyle/>
                        <a:p>
                          <a:pPr algn="ctr"/>
                          <a:r>
                            <a:rPr lang="en-US" dirty="0"/>
                            <a:t>Clouds</a:t>
                          </a:r>
                        </a:p>
                      </a:txBody>
                      <a:tcPr/>
                    </a:tc>
                    <a:tc>
                      <a:txBody>
                        <a:bodyPr/>
                        <a:lstStyle/>
                        <a:p>
                          <a:pPr algn="ctr"/>
                          <a:r>
                            <a:rPr lang="en-US" dirty="0"/>
                            <a:t>0.80</a:t>
                          </a:r>
                        </a:p>
                      </a:txBody>
                      <a:tcPr/>
                    </a:tc>
                    <a:tc>
                      <a:txBody>
                        <a:bodyPr/>
                        <a:lstStyle/>
                        <a:p>
                          <a:pPr algn="ctr"/>
                          <a:r>
                            <a:rPr lang="en-US" dirty="0"/>
                            <a:t>153</a:t>
                          </a:r>
                        </a:p>
                      </a:txBody>
                      <a:tcPr/>
                    </a:tc>
                    <a:extLst>
                      <a:ext uri="{0D108BD9-81ED-4DB2-BD59-A6C34878D82A}">
                        <a16:rowId xmlns:a16="http://schemas.microsoft.com/office/drawing/2014/main" val="2725849650"/>
                      </a:ext>
                    </a:extLst>
                  </a:tr>
                  <a:tr h="370840">
                    <a:tc>
                      <a:txBody>
                        <a:bodyPr/>
                        <a:lstStyle/>
                        <a:p>
                          <a:pPr algn="ctr"/>
                          <a:r>
                            <a:rPr lang="en-US" dirty="0"/>
                            <a:t>Earth</a:t>
                          </a:r>
                        </a:p>
                      </a:txBody>
                      <a:tcPr/>
                    </a:tc>
                    <a:tc>
                      <a:txBody>
                        <a:bodyPr/>
                        <a:lstStyle/>
                        <a:p>
                          <a:pPr algn="ctr"/>
                          <a:r>
                            <a:rPr lang="en-US" dirty="0"/>
                            <a:t>Solid/Clouds</a:t>
                          </a:r>
                        </a:p>
                      </a:txBody>
                      <a:tcPr/>
                    </a:tc>
                    <a:tc>
                      <a:txBody>
                        <a:bodyPr/>
                        <a:lstStyle/>
                        <a:p>
                          <a:pPr algn="ctr"/>
                          <a:r>
                            <a:rPr lang="en-US" dirty="0"/>
                            <a:t>0.37*</a:t>
                          </a:r>
                        </a:p>
                      </a:txBody>
                      <a:tcPr/>
                    </a:tc>
                    <a:tc>
                      <a:txBody>
                        <a:bodyPr/>
                        <a:lstStyle/>
                        <a:p>
                          <a:pPr algn="ctr"/>
                          <a:r>
                            <a:rPr lang="en-US" dirty="0"/>
                            <a:t>237</a:t>
                          </a:r>
                        </a:p>
                      </a:txBody>
                      <a:tcPr/>
                    </a:tc>
                    <a:extLst>
                      <a:ext uri="{0D108BD9-81ED-4DB2-BD59-A6C34878D82A}">
                        <a16:rowId xmlns:a16="http://schemas.microsoft.com/office/drawing/2014/main" val="1033469337"/>
                      </a:ext>
                    </a:extLst>
                  </a:tr>
                  <a:tr h="370840">
                    <a:tc>
                      <a:txBody>
                        <a:bodyPr/>
                        <a:lstStyle/>
                        <a:p>
                          <a:pPr algn="ctr"/>
                          <a:r>
                            <a:rPr lang="en-US" dirty="0"/>
                            <a:t>Mars</a:t>
                          </a:r>
                        </a:p>
                      </a:txBody>
                      <a:tcPr/>
                    </a:tc>
                    <a:tc>
                      <a:txBody>
                        <a:bodyPr/>
                        <a:lstStyle/>
                        <a:p>
                          <a:pPr algn="ctr"/>
                          <a:r>
                            <a:rPr lang="en-US" dirty="0"/>
                            <a:t>Solid</a:t>
                          </a:r>
                        </a:p>
                      </a:txBody>
                      <a:tcPr/>
                    </a:tc>
                    <a:tc>
                      <a:txBody>
                        <a:bodyPr/>
                        <a:lstStyle/>
                        <a:p>
                          <a:pPr algn="ctr"/>
                          <a:r>
                            <a:rPr lang="en-US" dirty="0"/>
                            <a:t>0.29</a:t>
                          </a:r>
                        </a:p>
                      </a:txBody>
                      <a:tcPr/>
                    </a:tc>
                    <a:tc>
                      <a:txBody>
                        <a:bodyPr/>
                        <a:lstStyle/>
                        <a:p>
                          <a:pPr algn="ctr"/>
                          <a:r>
                            <a:rPr lang="en-US" dirty="0"/>
                            <a:t>162 perihelion</a:t>
                          </a:r>
                        </a:p>
                        <a:p>
                          <a:pPr algn="ctr"/>
                          <a:r>
                            <a:rPr lang="en-US" dirty="0"/>
                            <a:t>120 aphelion</a:t>
                          </a:r>
                        </a:p>
                      </a:txBody>
                      <a:tcPr/>
                    </a:tc>
                    <a:extLst>
                      <a:ext uri="{0D108BD9-81ED-4DB2-BD59-A6C34878D82A}">
                        <a16:rowId xmlns:a16="http://schemas.microsoft.com/office/drawing/2014/main" val="505780906"/>
                      </a:ext>
                    </a:extLst>
                  </a:tr>
                  <a:tr h="370840">
                    <a:tc>
                      <a:txBody>
                        <a:bodyPr/>
                        <a:lstStyle/>
                        <a:p>
                          <a:pPr algn="ctr"/>
                          <a:r>
                            <a:rPr lang="en-US" dirty="0"/>
                            <a:t>Jupiter</a:t>
                          </a:r>
                        </a:p>
                      </a:txBody>
                      <a:tcPr/>
                    </a:tc>
                    <a:tc>
                      <a:txBody>
                        <a:bodyPr/>
                        <a:lstStyle/>
                        <a:p>
                          <a:pPr algn="ctr"/>
                          <a:r>
                            <a:rPr lang="en-US" dirty="0"/>
                            <a:t>Clouds</a:t>
                          </a:r>
                        </a:p>
                      </a:txBody>
                      <a:tcPr/>
                    </a:tc>
                    <a:tc>
                      <a:txBody>
                        <a:bodyPr/>
                        <a:lstStyle/>
                        <a:p>
                          <a:pPr algn="ctr"/>
                          <a:r>
                            <a:rPr lang="en-US" dirty="0"/>
                            <a:t>0.34</a:t>
                          </a:r>
                        </a:p>
                      </a:txBody>
                      <a:tcPr/>
                    </a:tc>
                    <a:tc>
                      <a:txBody>
                        <a:bodyPr/>
                        <a:lstStyle/>
                        <a:p>
                          <a:pPr algn="ctr"/>
                          <a:r>
                            <a:rPr lang="en-US" dirty="0"/>
                            <a:t>13.5</a:t>
                          </a:r>
                        </a:p>
                      </a:txBody>
                      <a:tcPr/>
                    </a:tc>
                    <a:extLst>
                      <a:ext uri="{0D108BD9-81ED-4DB2-BD59-A6C34878D82A}">
                        <a16:rowId xmlns:a16="http://schemas.microsoft.com/office/drawing/2014/main" val="1840987218"/>
                      </a:ext>
                    </a:extLst>
                  </a:tr>
                  <a:tr h="370840">
                    <a:tc>
                      <a:txBody>
                        <a:bodyPr/>
                        <a:lstStyle/>
                        <a:p>
                          <a:pPr algn="ctr"/>
                          <a:r>
                            <a:rPr lang="en-US" dirty="0"/>
                            <a:t>Saturn</a:t>
                          </a:r>
                        </a:p>
                      </a:txBody>
                      <a:tcPr/>
                    </a:tc>
                    <a:tc>
                      <a:txBody>
                        <a:bodyPr/>
                        <a:lstStyle/>
                        <a:p>
                          <a:pPr algn="ctr"/>
                          <a:r>
                            <a:rPr lang="en-US" dirty="0"/>
                            <a:t>Clouds</a:t>
                          </a:r>
                        </a:p>
                      </a:txBody>
                      <a:tcPr/>
                    </a:tc>
                    <a:tc>
                      <a:txBody>
                        <a:bodyPr/>
                        <a:lstStyle/>
                        <a:p>
                          <a:pPr algn="ctr"/>
                          <a:r>
                            <a:rPr lang="en-US" dirty="0"/>
                            <a:t>0.34</a:t>
                          </a:r>
                        </a:p>
                      </a:txBody>
                      <a:tcPr/>
                    </a:tc>
                    <a:tc>
                      <a:txBody>
                        <a:bodyPr/>
                        <a:lstStyle/>
                        <a:p>
                          <a:pPr algn="ctr"/>
                          <a:r>
                            <a:rPr lang="en-US" dirty="0"/>
                            <a:t>4.6</a:t>
                          </a:r>
                        </a:p>
                      </a:txBody>
                      <a:tcPr/>
                    </a:tc>
                    <a:extLst>
                      <a:ext uri="{0D108BD9-81ED-4DB2-BD59-A6C34878D82A}">
                        <a16:rowId xmlns:a16="http://schemas.microsoft.com/office/drawing/2014/main" val="3823348495"/>
                      </a:ext>
                    </a:extLst>
                  </a:tr>
                  <a:tr h="370840">
                    <a:tc>
                      <a:txBody>
                        <a:bodyPr/>
                        <a:lstStyle/>
                        <a:p>
                          <a:pPr algn="ctr"/>
                          <a:r>
                            <a:rPr lang="en-US" dirty="0"/>
                            <a:t>Uranus</a:t>
                          </a:r>
                        </a:p>
                      </a:txBody>
                      <a:tcPr/>
                    </a:tc>
                    <a:tc>
                      <a:txBody>
                        <a:bodyPr/>
                        <a:lstStyle/>
                        <a:p>
                          <a:pPr algn="ctr"/>
                          <a:r>
                            <a:rPr lang="en-US" dirty="0"/>
                            <a:t>Clouds</a:t>
                          </a:r>
                        </a:p>
                      </a:txBody>
                      <a:tcPr/>
                    </a:tc>
                    <a:tc>
                      <a:txBody>
                        <a:bodyPr/>
                        <a:lstStyle/>
                        <a:p>
                          <a:pPr algn="ctr"/>
                          <a:r>
                            <a:rPr lang="en-US" dirty="0"/>
                            <a:t>0.34</a:t>
                          </a:r>
                        </a:p>
                      </a:txBody>
                      <a:tcPr/>
                    </a:tc>
                    <a:tc>
                      <a:txBody>
                        <a:bodyPr/>
                        <a:lstStyle/>
                        <a:p>
                          <a:pPr algn="ctr"/>
                          <a:r>
                            <a:rPr lang="en-US" dirty="0"/>
                            <a:t>0.63</a:t>
                          </a:r>
                        </a:p>
                      </a:txBody>
                      <a:tcPr/>
                    </a:tc>
                    <a:extLst>
                      <a:ext uri="{0D108BD9-81ED-4DB2-BD59-A6C34878D82A}">
                        <a16:rowId xmlns:a16="http://schemas.microsoft.com/office/drawing/2014/main" val="2656717513"/>
                      </a:ext>
                    </a:extLst>
                  </a:tr>
                  <a:tr h="370840">
                    <a:tc>
                      <a:txBody>
                        <a:bodyPr/>
                        <a:lstStyle/>
                        <a:p>
                          <a:pPr algn="ctr"/>
                          <a:r>
                            <a:rPr lang="en-US" dirty="0"/>
                            <a:t>Neptune</a:t>
                          </a:r>
                        </a:p>
                      </a:txBody>
                      <a:tcPr/>
                    </a:tc>
                    <a:tc>
                      <a:txBody>
                        <a:bodyPr/>
                        <a:lstStyle/>
                        <a:p>
                          <a:pPr algn="ctr"/>
                          <a:r>
                            <a:rPr lang="en-US" dirty="0"/>
                            <a:t>Clouds</a:t>
                          </a:r>
                        </a:p>
                      </a:txBody>
                      <a:tcPr/>
                    </a:tc>
                    <a:tc>
                      <a:txBody>
                        <a:bodyPr/>
                        <a:lstStyle/>
                        <a:p>
                          <a:pPr algn="ctr"/>
                          <a:r>
                            <a:rPr lang="en-US" dirty="0"/>
                            <a:t>0.28</a:t>
                          </a:r>
                        </a:p>
                      </a:txBody>
                      <a:tcPr/>
                    </a:tc>
                    <a:tc>
                      <a:txBody>
                        <a:bodyPr/>
                        <a:lstStyle/>
                        <a:p>
                          <a:pPr algn="ctr"/>
                          <a:r>
                            <a:rPr lang="en-US" dirty="0"/>
                            <a:t>0.52</a:t>
                          </a:r>
                        </a:p>
                      </a:txBody>
                      <a:tcPr/>
                    </a:tc>
                    <a:extLst>
                      <a:ext uri="{0D108BD9-81ED-4DB2-BD59-A6C34878D82A}">
                        <a16:rowId xmlns:a16="http://schemas.microsoft.com/office/drawing/2014/main" val="1984472934"/>
                      </a:ext>
                    </a:extLst>
                  </a:tr>
                  <a:tr h="370840">
                    <a:tc>
                      <a:txBody>
                        <a:bodyPr/>
                        <a:lstStyle/>
                        <a:p>
                          <a:pPr algn="ctr"/>
                          <a:r>
                            <a:rPr lang="en-US" dirty="0"/>
                            <a:t>Pluto</a:t>
                          </a:r>
                        </a:p>
                      </a:txBody>
                      <a:tcPr/>
                    </a:tc>
                    <a:tc>
                      <a:txBody>
                        <a:bodyPr/>
                        <a:lstStyle/>
                        <a:p>
                          <a:pPr algn="ctr"/>
                          <a:r>
                            <a:rPr lang="en-US" dirty="0"/>
                            <a:t>Solid</a:t>
                          </a:r>
                        </a:p>
                      </a:txBody>
                      <a:tcPr/>
                    </a:tc>
                    <a:tc>
                      <a:txBody>
                        <a:bodyPr/>
                        <a:lstStyle/>
                        <a:p>
                          <a:pPr algn="ctr"/>
                          <a:r>
                            <a:rPr lang="en-US" dirty="0"/>
                            <a:t>0.47</a:t>
                          </a:r>
                        </a:p>
                      </a:txBody>
                      <a:tcPr/>
                    </a:tc>
                    <a:tc>
                      <a:txBody>
                        <a:bodyPr/>
                        <a:lstStyle/>
                        <a:p>
                          <a:pPr algn="ctr"/>
                          <a:r>
                            <a:rPr lang="en-US" dirty="0"/>
                            <a:t>0.5</a:t>
                          </a:r>
                        </a:p>
                      </a:txBody>
                      <a:tcPr/>
                    </a:tc>
                    <a:extLst>
                      <a:ext uri="{0D108BD9-81ED-4DB2-BD59-A6C34878D82A}">
                        <a16:rowId xmlns:a16="http://schemas.microsoft.com/office/drawing/2014/main" val="3300665233"/>
                      </a:ext>
                    </a:extLst>
                  </a:tr>
                </a:tbl>
              </a:graphicData>
            </a:graphic>
          </p:graphicFrame>
        </mc:Choice>
        <mc:Fallback xmlns="">
          <p:graphicFrame>
            <p:nvGraphicFramePr>
              <p:cNvPr id="3" name="Table 3">
                <a:extLst>
                  <a:ext uri="{FF2B5EF4-FFF2-40B4-BE49-F238E27FC236}">
                    <a16:creationId xmlns:a16="http://schemas.microsoft.com/office/drawing/2014/main" id="{D75246E0-A7BB-4073-BA27-320C1E045CE4}"/>
                  </a:ext>
                </a:extLst>
              </p:cNvPr>
              <p:cNvGraphicFramePr>
                <a:graphicFrameLocks noGrp="1"/>
              </p:cNvGraphicFramePr>
              <p:nvPr>
                <p:extLst>
                  <p:ext uri="{D42A27DB-BD31-4B8C-83A1-F6EECF244321}">
                    <p14:modId xmlns:p14="http://schemas.microsoft.com/office/powerpoint/2010/main" val="2693156447"/>
                  </p:ext>
                </p:extLst>
              </p:nvPr>
            </p:nvGraphicFramePr>
            <p:xfrm>
              <a:off x="1601694" y="991772"/>
              <a:ext cx="9097275" cy="42479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964253436"/>
                        </a:ext>
                      </a:extLst>
                    </a:gridCol>
                    <a:gridCol w="2032000">
                      <a:extLst>
                        <a:ext uri="{9D8B030D-6E8A-4147-A177-3AD203B41FA5}">
                          <a16:colId xmlns:a16="http://schemas.microsoft.com/office/drawing/2014/main" val="3030065663"/>
                        </a:ext>
                      </a:extLst>
                    </a:gridCol>
                    <a:gridCol w="2145282">
                      <a:extLst>
                        <a:ext uri="{9D8B030D-6E8A-4147-A177-3AD203B41FA5}">
                          <a16:colId xmlns:a16="http://schemas.microsoft.com/office/drawing/2014/main" val="3671847426"/>
                        </a:ext>
                      </a:extLst>
                    </a:gridCol>
                    <a:gridCol w="2887993">
                      <a:extLst>
                        <a:ext uri="{9D8B030D-6E8A-4147-A177-3AD203B41FA5}">
                          <a16:colId xmlns:a16="http://schemas.microsoft.com/office/drawing/2014/main" val="3373479388"/>
                        </a:ext>
                      </a:extLst>
                    </a:gridCol>
                  </a:tblGrid>
                  <a:tr h="371920">
                    <a:tc>
                      <a:txBody>
                        <a:bodyPr/>
                        <a:lstStyle/>
                        <a:p>
                          <a:pPr algn="ctr"/>
                          <a:r>
                            <a:rPr lang="en-US" dirty="0"/>
                            <a:t>Planet</a:t>
                          </a:r>
                        </a:p>
                      </a:txBody>
                      <a:tcPr/>
                    </a:tc>
                    <a:tc>
                      <a:txBody>
                        <a:bodyPr/>
                        <a:lstStyle/>
                        <a:p>
                          <a:pPr algn="ctr"/>
                          <a:r>
                            <a:rPr lang="en-US" dirty="0"/>
                            <a:t>Visible Surface</a:t>
                          </a:r>
                        </a:p>
                      </a:txBody>
                      <a:tcPr/>
                    </a:tc>
                    <a:tc>
                      <a:txBody>
                        <a:bodyPr/>
                        <a:lstStyle/>
                        <a:p>
                          <a:endParaRPr lang="en-US"/>
                        </a:p>
                      </a:txBody>
                      <a:tcPr>
                        <a:blipFill>
                          <a:blip r:embed="rId2"/>
                          <a:stretch>
                            <a:fillRect l="-189235" t="-8197" r="-135411" b="-1068852"/>
                          </a:stretch>
                        </a:blipFill>
                      </a:tcPr>
                    </a:tc>
                    <a:tc>
                      <a:txBody>
                        <a:bodyPr/>
                        <a:lstStyle/>
                        <a:p>
                          <a:endParaRPr lang="en-US"/>
                        </a:p>
                      </a:txBody>
                      <a:tcPr>
                        <a:blipFill>
                          <a:blip r:embed="rId2"/>
                          <a:stretch>
                            <a:fillRect l="-215401" t="-8197" r="-844" b="-1068852"/>
                          </a:stretch>
                        </a:blipFill>
                      </a:tcPr>
                    </a:tc>
                    <a:extLst>
                      <a:ext uri="{0D108BD9-81ED-4DB2-BD59-A6C34878D82A}">
                        <a16:rowId xmlns:a16="http://schemas.microsoft.com/office/drawing/2014/main" val="3491524886"/>
                      </a:ext>
                    </a:extLst>
                  </a:tr>
                  <a:tr h="640080">
                    <a:tc>
                      <a:txBody>
                        <a:bodyPr/>
                        <a:lstStyle/>
                        <a:p>
                          <a:pPr algn="ctr"/>
                          <a:r>
                            <a:rPr lang="en-US" dirty="0"/>
                            <a:t>Mercury</a:t>
                          </a:r>
                        </a:p>
                      </a:txBody>
                      <a:tcPr/>
                    </a:tc>
                    <a:tc>
                      <a:txBody>
                        <a:bodyPr/>
                        <a:lstStyle/>
                        <a:p>
                          <a:pPr algn="ctr"/>
                          <a:r>
                            <a:rPr lang="en-US" dirty="0"/>
                            <a:t>Solid</a:t>
                          </a:r>
                        </a:p>
                      </a:txBody>
                      <a:tcPr/>
                    </a:tc>
                    <a:tc>
                      <a:txBody>
                        <a:bodyPr/>
                        <a:lstStyle/>
                        <a:p>
                          <a:pPr algn="ctr"/>
                          <a:r>
                            <a:rPr lang="en-US" dirty="0"/>
                            <a:t>0.12</a:t>
                          </a:r>
                        </a:p>
                      </a:txBody>
                      <a:tcPr/>
                    </a:tc>
                    <a:tc>
                      <a:txBody>
                        <a:bodyPr/>
                        <a:lstStyle/>
                        <a:p>
                          <a:pPr algn="ctr"/>
                          <a:r>
                            <a:rPr lang="en-US" dirty="0"/>
                            <a:t>4150 perihelion</a:t>
                          </a:r>
                        </a:p>
                        <a:p>
                          <a:pPr algn="ctr"/>
                          <a:r>
                            <a:rPr lang="en-US" dirty="0"/>
                            <a:t>1810 aphelion</a:t>
                          </a:r>
                        </a:p>
                      </a:txBody>
                      <a:tcPr/>
                    </a:tc>
                    <a:extLst>
                      <a:ext uri="{0D108BD9-81ED-4DB2-BD59-A6C34878D82A}">
                        <a16:rowId xmlns:a16="http://schemas.microsoft.com/office/drawing/2014/main" val="916325652"/>
                      </a:ext>
                    </a:extLst>
                  </a:tr>
                  <a:tr h="370840">
                    <a:tc>
                      <a:txBody>
                        <a:bodyPr/>
                        <a:lstStyle/>
                        <a:p>
                          <a:pPr algn="ctr"/>
                          <a:r>
                            <a:rPr lang="en-US" dirty="0"/>
                            <a:t>Venus</a:t>
                          </a:r>
                        </a:p>
                      </a:txBody>
                      <a:tcPr/>
                    </a:tc>
                    <a:tc>
                      <a:txBody>
                        <a:bodyPr/>
                        <a:lstStyle/>
                        <a:p>
                          <a:pPr algn="ctr"/>
                          <a:r>
                            <a:rPr lang="en-US" dirty="0"/>
                            <a:t>Clouds</a:t>
                          </a:r>
                        </a:p>
                      </a:txBody>
                      <a:tcPr/>
                    </a:tc>
                    <a:tc>
                      <a:txBody>
                        <a:bodyPr/>
                        <a:lstStyle/>
                        <a:p>
                          <a:pPr algn="ctr"/>
                          <a:r>
                            <a:rPr lang="en-US" dirty="0"/>
                            <a:t>0.80</a:t>
                          </a:r>
                        </a:p>
                      </a:txBody>
                      <a:tcPr/>
                    </a:tc>
                    <a:tc>
                      <a:txBody>
                        <a:bodyPr/>
                        <a:lstStyle/>
                        <a:p>
                          <a:pPr algn="ctr"/>
                          <a:r>
                            <a:rPr lang="en-US" dirty="0"/>
                            <a:t>153</a:t>
                          </a:r>
                        </a:p>
                      </a:txBody>
                      <a:tcPr/>
                    </a:tc>
                    <a:extLst>
                      <a:ext uri="{0D108BD9-81ED-4DB2-BD59-A6C34878D82A}">
                        <a16:rowId xmlns:a16="http://schemas.microsoft.com/office/drawing/2014/main" val="2725849650"/>
                      </a:ext>
                    </a:extLst>
                  </a:tr>
                  <a:tr h="370840">
                    <a:tc>
                      <a:txBody>
                        <a:bodyPr/>
                        <a:lstStyle/>
                        <a:p>
                          <a:pPr algn="ctr"/>
                          <a:r>
                            <a:rPr lang="en-US" dirty="0"/>
                            <a:t>Earth</a:t>
                          </a:r>
                        </a:p>
                      </a:txBody>
                      <a:tcPr/>
                    </a:tc>
                    <a:tc>
                      <a:txBody>
                        <a:bodyPr/>
                        <a:lstStyle/>
                        <a:p>
                          <a:pPr algn="ctr"/>
                          <a:r>
                            <a:rPr lang="en-US" dirty="0"/>
                            <a:t>Solid/Clouds</a:t>
                          </a:r>
                        </a:p>
                      </a:txBody>
                      <a:tcPr/>
                    </a:tc>
                    <a:tc>
                      <a:txBody>
                        <a:bodyPr/>
                        <a:lstStyle/>
                        <a:p>
                          <a:pPr algn="ctr"/>
                          <a:r>
                            <a:rPr lang="en-US" dirty="0"/>
                            <a:t>0.37*</a:t>
                          </a:r>
                        </a:p>
                      </a:txBody>
                      <a:tcPr/>
                    </a:tc>
                    <a:tc>
                      <a:txBody>
                        <a:bodyPr/>
                        <a:lstStyle/>
                        <a:p>
                          <a:pPr algn="ctr"/>
                          <a:r>
                            <a:rPr lang="en-US" dirty="0"/>
                            <a:t>237</a:t>
                          </a:r>
                        </a:p>
                      </a:txBody>
                      <a:tcPr/>
                    </a:tc>
                    <a:extLst>
                      <a:ext uri="{0D108BD9-81ED-4DB2-BD59-A6C34878D82A}">
                        <a16:rowId xmlns:a16="http://schemas.microsoft.com/office/drawing/2014/main" val="1033469337"/>
                      </a:ext>
                    </a:extLst>
                  </a:tr>
                  <a:tr h="640080">
                    <a:tc>
                      <a:txBody>
                        <a:bodyPr/>
                        <a:lstStyle/>
                        <a:p>
                          <a:pPr algn="ctr"/>
                          <a:r>
                            <a:rPr lang="en-US" dirty="0"/>
                            <a:t>Mars</a:t>
                          </a:r>
                        </a:p>
                      </a:txBody>
                      <a:tcPr/>
                    </a:tc>
                    <a:tc>
                      <a:txBody>
                        <a:bodyPr/>
                        <a:lstStyle/>
                        <a:p>
                          <a:pPr algn="ctr"/>
                          <a:r>
                            <a:rPr lang="en-US" dirty="0"/>
                            <a:t>Solid</a:t>
                          </a:r>
                        </a:p>
                      </a:txBody>
                      <a:tcPr/>
                    </a:tc>
                    <a:tc>
                      <a:txBody>
                        <a:bodyPr/>
                        <a:lstStyle/>
                        <a:p>
                          <a:pPr algn="ctr"/>
                          <a:r>
                            <a:rPr lang="en-US" dirty="0"/>
                            <a:t>0.29</a:t>
                          </a:r>
                        </a:p>
                      </a:txBody>
                      <a:tcPr/>
                    </a:tc>
                    <a:tc>
                      <a:txBody>
                        <a:bodyPr/>
                        <a:lstStyle/>
                        <a:p>
                          <a:pPr algn="ctr"/>
                          <a:r>
                            <a:rPr lang="en-US" dirty="0"/>
                            <a:t>162 perihelion</a:t>
                          </a:r>
                        </a:p>
                        <a:p>
                          <a:pPr algn="ctr"/>
                          <a:r>
                            <a:rPr lang="en-US" dirty="0"/>
                            <a:t>120 aphelion</a:t>
                          </a:r>
                        </a:p>
                      </a:txBody>
                      <a:tcPr/>
                    </a:tc>
                    <a:extLst>
                      <a:ext uri="{0D108BD9-81ED-4DB2-BD59-A6C34878D82A}">
                        <a16:rowId xmlns:a16="http://schemas.microsoft.com/office/drawing/2014/main" val="505780906"/>
                      </a:ext>
                    </a:extLst>
                  </a:tr>
                  <a:tr h="370840">
                    <a:tc>
                      <a:txBody>
                        <a:bodyPr/>
                        <a:lstStyle/>
                        <a:p>
                          <a:pPr algn="ctr"/>
                          <a:r>
                            <a:rPr lang="en-US" dirty="0"/>
                            <a:t>Jupiter</a:t>
                          </a:r>
                        </a:p>
                      </a:txBody>
                      <a:tcPr/>
                    </a:tc>
                    <a:tc>
                      <a:txBody>
                        <a:bodyPr/>
                        <a:lstStyle/>
                        <a:p>
                          <a:pPr algn="ctr"/>
                          <a:r>
                            <a:rPr lang="en-US" dirty="0"/>
                            <a:t>Clouds</a:t>
                          </a:r>
                        </a:p>
                      </a:txBody>
                      <a:tcPr/>
                    </a:tc>
                    <a:tc>
                      <a:txBody>
                        <a:bodyPr/>
                        <a:lstStyle/>
                        <a:p>
                          <a:pPr algn="ctr"/>
                          <a:r>
                            <a:rPr lang="en-US" dirty="0"/>
                            <a:t>0.34</a:t>
                          </a:r>
                        </a:p>
                      </a:txBody>
                      <a:tcPr/>
                    </a:tc>
                    <a:tc>
                      <a:txBody>
                        <a:bodyPr/>
                        <a:lstStyle/>
                        <a:p>
                          <a:pPr algn="ctr"/>
                          <a:r>
                            <a:rPr lang="en-US" dirty="0"/>
                            <a:t>13.5</a:t>
                          </a:r>
                        </a:p>
                      </a:txBody>
                      <a:tcPr/>
                    </a:tc>
                    <a:extLst>
                      <a:ext uri="{0D108BD9-81ED-4DB2-BD59-A6C34878D82A}">
                        <a16:rowId xmlns:a16="http://schemas.microsoft.com/office/drawing/2014/main" val="1840987218"/>
                      </a:ext>
                    </a:extLst>
                  </a:tr>
                  <a:tr h="370840">
                    <a:tc>
                      <a:txBody>
                        <a:bodyPr/>
                        <a:lstStyle/>
                        <a:p>
                          <a:pPr algn="ctr"/>
                          <a:r>
                            <a:rPr lang="en-US" dirty="0"/>
                            <a:t>Saturn</a:t>
                          </a:r>
                        </a:p>
                      </a:txBody>
                      <a:tcPr/>
                    </a:tc>
                    <a:tc>
                      <a:txBody>
                        <a:bodyPr/>
                        <a:lstStyle/>
                        <a:p>
                          <a:pPr algn="ctr"/>
                          <a:r>
                            <a:rPr lang="en-US" dirty="0"/>
                            <a:t>Clouds</a:t>
                          </a:r>
                        </a:p>
                      </a:txBody>
                      <a:tcPr/>
                    </a:tc>
                    <a:tc>
                      <a:txBody>
                        <a:bodyPr/>
                        <a:lstStyle/>
                        <a:p>
                          <a:pPr algn="ctr"/>
                          <a:r>
                            <a:rPr lang="en-US" dirty="0"/>
                            <a:t>0.34</a:t>
                          </a:r>
                        </a:p>
                      </a:txBody>
                      <a:tcPr/>
                    </a:tc>
                    <a:tc>
                      <a:txBody>
                        <a:bodyPr/>
                        <a:lstStyle/>
                        <a:p>
                          <a:pPr algn="ctr"/>
                          <a:r>
                            <a:rPr lang="en-US" dirty="0"/>
                            <a:t>4.6</a:t>
                          </a:r>
                        </a:p>
                      </a:txBody>
                      <a:tcPr/>
                    </a:tc>
                    <a:extLst>
                      <a:ext uri="{0D108BD9-81ED-4DB2-BD59-A6C34878D82A}">
                        <a16:rowId xmlns:a16="http://schemas.microsoft.com/office/drawing/2014/main" val="3823348495"/>
                      </a:ext>
                    </a:extLst>
                  </a:tr>
                  <a:tr h="370840">
                    <a:tc>
                      <a:txBody>
                        <a:bodyPr/>
                        <a:lstStyle/>
                        <a:p>
                          <a:pPr algn="ctr"/>
                          <a:r>
                            <a:rPr lang="en-US" dirty="0"/>
                            <a:t>Uranus</a:t>
                          </a:r>
                        </a:p>
                      </a:txBody>
                      <a:tcPr/>
                    </a:tc>
                    <a:tc>
                      <a:txBody>
                        <a:bodyPr/>
                        <a:lstStyle/>
                        <a:p>
                          <a:pPr algn="ctr"/>
                          <a:r>
                            <a:rPr lang="en-US" dirty="0"/>
                            <a:t>Clouds</a:t>
                          </a:r>
                        </a:p>
                      </a:txBody>
                      <a:tcPr/>
                    </a:tc>
                    <a:tc>
                      <a:txBody>
                        <a:bodyPr/>
                        <a:lstStyle/>
                        <a:p>
                          <a:pPr algn="ctr"/>
                          <a:r>
                            <a:rPr lang="en-US" dirty="0"/>
                            <a:t>0.34</a:t>
                          </a:r>
                        </a:p>
                      </a:txBody>
                      <a:tcPr/>
                    </a:tc>
                    <a:tc>
                      <a:txBody>
                        <a:bodyPr/>
                        <a:lstStyle/>
                        <a:p>
                          <a:pPr algn="ctr"/>
                          <a:r>
                            <a:rPr lang="en-US" dirty="0"/>
                            <a:t>0.63</a:t>
                          </a:r>
                        </a:p>
                      </a:txBody>
                      <a:tcPr/>
                    </a:tc>
                    <a:extLst>
                      <a:ext uri="{0D108BD9-81ED-4DB2-BD59-A6C34878D82A}">
                        <a16:rowId xmlns:a16="http://schemas.microsoft.com/office/drawing/2014/main" val="2656717513"/>
                      </a:ext>
                    </a:extLst>
                  </a:tr>
                  <a:tr h="370840">
                    <a:tc>
                      <a:txBody>
                        <a:bodyPr/>
                        <a:lstStyle/>
                        <a:p>
                          <a:pPr algn="ctr"/>
                          <a:r>
                            <a:rPr lang="en-US" dirty="0"/>
                            <a:t>Neptune</a:t>
                          </a:r>
                        </a:p>
                      </a:txBody>
                      <a:tcPr/>
                    </a:tc>
                    <a:tc>
                      <a:txBody>
                        <a:bodyPr/>
                        <a:lstStyle/>
                        <a:p>
                          <a:pPr algn="ctr"/>
                          <a:r>
                            <a:rPr lang="en-US" dirty="0"/>
                            <a:t>Clouds</a:t>
                          </a:r>
                        </a:p>
                      </a:txBody>
                      <a:tcPr/>
                    </a:tc>
                    <a:tc>
                      <a:txBody>
                        <a:bodyPr/>
                        <a:lstStyle/>
                        <a:p>
                          <a:pPr algn="ctr"/>
                          <a:r>
                            <a:rPr lang="en-US" dirty="0"/>
                            <a:t>0.28</a:t>
                          </a:r>
                        </a:p>
                      </a:txBody>
                      <a:tcPr/>
                    </a:tc>
                    <a:tc>
                      <a:txBody>
                        <a:bodyPr/>
                        <a:lstStyle/>
                        <a:p>
                          <a:pPr algn="ctr"/>
                          <a:r>
                            <a:rPr lang="en-US" dirty="0"/>
                            <a:t>0.52</a:t>
                          </a:r>
                        </a:p>
                      </a:txBody>
                      <a:tcPr/>
                    </a:tc>
                    <a:extLst>
                      <a:ext uri="{0D108BD9-81ED-4DB2-BD59-A6C34878D82A}">
                        <a16:rowId xmlns:a16="http://schemas.microsoft.com/office/drawing/2014/main" val="1984472934"/>
                      </a:ext>
                    </a:extLst>
                  </a:tr>
                  <a:tr h="370840">
                    <a:tc>
                      <a:txBody>
                        <a:bodyPr/>
                        <a:lstStyle/>
                        <a:p>
                          <a:pPr algn="ctr"/>
                          <a:r>
                            <a:rPr lang="en-US" dirty="0"/>
                            <a:t>Pluto</a:t>
                          </a:r>
                        </a:p>
                      </a:txBody>
                      <a:tcPr/>
                    </a:tc>
                    <a:tc>
                      <a:txBody>
                        <a:bodyPr/>
                        <a:lstStyle/>
                        <a:p>
                          <a:pPr algn="ctr"/>
                          <a:r>
                            <a:rPr lang="en-US" dirty="0"/>
                            <a:t>Solid</a:t>
                          </a:r>
                        </a:p>
                      </a:txBody>
                      <a:tcPr/>
                    </a:tc>
                    <a:tc>
                      <a:txBody>
                        <a:bodyPr/>
                        <a:lstStyle/>
                        <a:p>
                          <a:pPr algn="ctr"/>
                          <a:r>
                            <a:rPr lang="en-US" dirty="0"/>
                            <a:t>0.47</a:t>
                          </a:r>
                        </a:p>
                      </a:txBody>
                      <a:tcPr/>
                    </a:tc>
                    <a:tc>
                      <a:txBody>
                        <a:bodyPr/>
                        <a:lstStyle/>
                        <a:p>
                          <a:pPr algn="ctr"/>
                          <a:r>
                            <a:rPr lang="en-US" dirty="0"/>
                            <a:t>0.5</a:t>
                          </a:r>
                        </a:p>
                      </a:txBody>
                      <a:tcPr/>
                    </a:tc>
                    <a:extLst>
                      <a:ext uri="{0D108BD9-81ED-4DB2-BD59-A6C34878D82A}">
                        <a16:rowId xmlns:a16="http://schemas.microsoft.com/office/drawing/2014/main" val="3300665233"/>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327C234-D6A6-4573-B8BB-DA917FD624E3}"/>
                  </a:ext>
                </a:extLst>
              </p:cNvPr>
              <p:cNvSpPr txBox="1"/>
              <p:nvPr/>
            </p:nvSpPr>
            <p:spPr>
              <a:xfrm>
                <a:off x="1956751" y="5364155"/>
                <a:ext cx="7830807" cy="1292662"/>
              </a:xfrm>
              <a:prstGeom prst="rect">
                <a:avLst/>
              </a:prstGeom>
              <a:noFill/>
            </p:spPr>
            <p:txBody>
              <a:bodyPr wrap="square" rtlCol="0">
                <a:spAutoFit/>
              </a:bodyPr>
              <a:lstStyle/>
              <a:p>
                <a:r>
                  <a:rPr lang="en-US" sz="1400" dirty="0"/>
                  <a:t>+ Use as an average as Albedo Flux = Geometric Albedo * Solar Flux</a:t>
                </a:r>
              </a:p>
              <a:p>
                <a:pPr/>
                <a14:m>
                  <m:oMathPara xmlns:m="http://schemas.openxmlformats.org/officeDocument/2006/math">
                    <m:oMathParaPr>
                      <m:jc m:val="left"/>
                    </m:oMathParaPr>
                    <m:oMath xmlns:m="http://schemas.openxmlformats.org/officeDocument/2006/math">
                      <m:r>
                        <a:rPr lang="en-US" sz="1400" i="0" smtClean="0">
                          <a:latin typeface="Cambria Math" panose="02040503050406030204" pitchFamily="18" charset="0"/>
                          <a:ea typeface="Cambria Math" panose="02040503050406030204" pitchFamily="18" charset="0"/>
                        </a:rPr>
                        <m:t>∆</m:t>
                      </m:r>
                      <m:r>
                        <a:rPr lang="en-US" sz="1400" b="0" i="0" smtClean="0">
                          <a:latin typeface="Cambria Math" panose="02040503050406030204" pitchFamily="18" charset="0"/>
                          <a:ea typeface="Cambria Math" panose="02040503050406030204" pitchFamily="18" charset="0"/>
                        </a:rPr>
                        <m:t> </m:t>
                      </m:r>
                      <m:r>
                        <m:rPr>
                          <m:sty m:val="p"/>
                        </m:rPr>
                        <a:rPr lang="en-US" sz="1400" b="0" i="0" smtClean="0">
                          <a:latin typeface="Cambria Math" panose="02040503050406030204" pitchFamily="18" charset="0"/>
                          <a:ea typeface="Cambria Math" panose="02040503050406030204" pitchFamily="18" charset="0"/>
                        </a:rPr>
                        <m:t>Use</m:t>
                      </m:r>
                      <m:r>
                        <a:rPr lang="en-US" sz="1400" b="0" i="0" smtClean="0">
                          <a:latin typeface="Cambria Math" panose="02040503050406030204" pitchFamily="18" charset="0"/>
                          <a:ea typeface="Cambria Math" panose="02040503050406030204" pitchFamily="18" charset="0"/>
                        </a:rPr>
                        <m:t> </m:t>
                      </m:r>
                      <m:r>
                        <m:rPr>
                          <m:sty m:val="p"/>
                        </m:rPr>
                        <a:rPr lang="en-US" sz="1400" b="0" i="0" smtClean="0">
                          <a:latin typeface="Cambria Math" panose="02040503050406030204" pitchFamily="18" charset="0"/>
                          <a:ea typeface="Cambria Math" panose="02040503050406030204" pitchFamily="18" charset="0"/>
                        </a:rPr>
                        <m:t>as</m:t>
                      </m:r>
                      <m:r>
                        <a:rPr lang="en-US" sz="1400" b="0" i="0" smtClean="0">
                          <a:latin typeface="Cambria Math" panose="02040503050406030204" pitchFamily="18" charset="0"/>
                          <a:ea typeface="Cambria Math" panose="02040503050406030204" pitchFamily="18" charset="0"/>
                        </a:rPr>
                        <m:t> </m:t>
                      </m:r>
                      <m:r>
                        <m:rPr>
                          <m:sty m:val="p"/>
                        </m:rPr>
                        <a:rPr lang="en-US" sz="1400" b="0" i="0" smtClean="0">
                          <a:latin typeface="Cambria Math" panose="02040503050406030204" pitchFamily="18" charset="0"/>
                          <a:ea typeface="Cambria Math" panose="02040503050406030204" pitchFamily="18" charset="0"/>
                        </a:rPr>
                        <m:t>an</m:t>
                      </m:r>
                      <m:r>
                        <a:rPr lang="en-US" sz="1400" b="0" i="0" smtClean="0">
                          <a:latin typeface="Cambria Math" panose="02040503050406030204" pitchFamily="18" charset="0"/>
                          <a:ea typeface="Cambria Math" panose="02040503050406030204" pitchFamily="18" charset="0"/>
                        </a:rPr>
                        <m:t> </m:t>
                      </m:r>
                      <m:r>
                        <m:rPr>
                          <m:sty m:val="p"/>
                        </m:rPr>
                        <a:rPr lang="en-US" sz="1400" b="0" i="0" smtClean="0">
                          <a:latin typeface="Cambria Math" panose="02040503050406030204" pitchFamily="18" charset="0"/>
                          <a:ea typeface="Cambria Math" panose="02040503050406030204" pitchFamily="18" charset="0"/>
                        </a:rPr>
                        <m:t>overall</m:t>
                      </m:r>
                      <m:r>
                        <a:rPr lang="en-US" sz="1400" b="0" i="0" smtClean="0">
                          <a:latin typeface="Cambria Math" panose="02040503050406030204" pitchFamily="18" charset="0"/>
                          <a:ea typeface="Cambria Math" panose="02040503050406030204" pitchFamily="18" charset="0"/>
                        </a:rPr>
                        <m:t> </m:t>
                      </m:r>
                      <m:r>
                        <m:rPr>
                          <m:sty m:val="p"/>
                        </m:rPr>
                        <a:rPr lang="en-US" sz="1400" b="0" i="0" smtClean="0">
                          <a:latin typeface="Cambria Math" panose="02040503050406030204" pitchFamily="18" charset="0"/>
                          <a:ea typeface="Cambria Math" panose="02040503050406030204" pitchFamily="18" charset="0"/>
                        </a:rPr>
                        <m:t>average</m:t>
                      </m:r>
                      <m:r>
                        <a:rPr lang="en-US" sz="1400" b="0" i="0" smtClean="0">
                          <a:latin typeface="Cambria Math" panose="02040503050406030204" pitchFamily="18" charset="0"/>
                          <a:ea typeface="Cambria Math" panose="02040503050406030204" pitchFamily="18" charset="0"/>
                        </a:rPr>
                        <m:t> </m:t>
                      </m:r>
                      <m:r>
                        <m:rPr>
                          <m:sty m:val="p"/>
                        </m:rPr>
                        <a:rPr lang="en-US" sz="1400" b="0" i="0" smtClean="0">
                          <a:latin typeface="Cambria Math" panose="02040503050406030204" pitchFamily="18" charset="0"/>
                          <a:ea typeface="Cambria Math" panose="02040503050406030204" pitchFamily="18" charset="0"/>
                        </a:rPr>
                        <m:t>IR</m:t>
                      </m:r>
                      <m:r>
                        <a:rPr lang="en-US" sz="1400" b="0" i="0" smtClean="0">
                          <a:latin typeface="Cambria Math" panose="02040503050406030204" pitchFamily="18" charset="0"/>
                          <a:ea typeface="Cambria Math" panose="02040503050406030204" pitchFamily="18" charset="0"/>
                        </a:rPr>
                        <m:t> </m:t>
                      </m:r>
                      <m:r>
                        <m:rPr>
                          <m:sty m:val="p"/>
                        </m:rPr>
                        <a:rPr lang="en-US" sz="1400" b="0" i="0" smtClean="0">
                          <a:latin typeface="Cambria Math" panose="02040503050406030204" pitchFamily="18" charset="0"/>
                          <a:ea typeface="Cambria Math" panose="02040503050406030204" pitchFamily="18" charset="0"/>
                        </a:rPr>
                        <m:t>Flux</m:t>
                      </m:r>
                      <m:r>
                        <a:rPr lang="en-US" sz="1400" b="0" i="0" smtClean="0">
                          <a:latin typeface="Cambria Math" panose="02040503050406030204" pitchFamily="18" charset="0"/>
                          <a:ea typeface="Cambria Math" panose="02040503050406030204" pitchFamily="18" charset="0"/>
                        </a:rPr>
                        <m:t> </m:t>
                      </m:r>
                    </m:oMath>
                  </m:oMathPara>
                </a14:m>
                <a:endParaRPr lang="en-US" sz="1400" dirty="0"/>
              </a:p>
              <a:p>
                <a:r>
                  <a:rPr lang="en-US" sz="1400" dirty="0"/>
                  <a:t>*Use 0.37 if the Sun is in the orbit plane.  This is where albedo heat loads are the most significant</a:t>
                </a:r>
              </a:p>
              <a:p>
                <a:endParaRPr lang="en-US" dirty="0"/>
              </a:p>
              <a:p>
                <a:pPr algn="ctr"/>
                <a:r>
                  <a:rPr lang="en-US" dirty="0"/>
                  <a:t>Reference Larson</a:t>
                </a:r>
              </a:p>
            </p:txBody>
          </p:sp>
        </mc:Choice>
        <mc:Fallback xmlns="">
          <p:sp>
            <p:nvSpPr>
              <p:cNvPr id="5" name="TextBox 4">
                <a:extLst>
                  <a:ext uri="{FF2B5EF4-FFF2-40B4-BE49-F238E27FC236}">
                    <a16:creationId xmlns:a16="http://schemas.microsoft.com/office/drawing/2014/main" id="{9327C234-D6A6-4573-B8BB-DA917FD624E3}"/>
                  </a:ext>
                </a:extLst>
              </p:cNvPr>
              <p:cNvSpPr txBox="1">
                <a:spLocks noRot="1" noChangeAspect="1" noMove="1" noResize="1" noEditPoints="1" noAdjustHandles="1" noChangeArrowheads="1" noChangeShapeType="1" noTextEdit="1"/>
              </p:cNvSpPr>
              <p:nvPr/>
            </p:nvSpPr>
            <p:spPr>
              <a:xfrm>
                <a:off x="1956751" y="5364155"/>
                <a:ext cx="7830807" cy="1292662"/>
              </a:xfrm>
              <a:prstGeom prst="rect">
                <a:avLst/>
              </a:prstGeom>
              <a:blipFill>
                <a:blip r:embed="rId3"/>
                <a:stretch>
                  <a:fillRect l="-233" t="-943" b="-660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5E65BE7-B441-F395-35A8-EA01C5104C93}"/>
              </a:ext>
            </a:extLst>
          </p:cNvPr>
          <p:cNvSpPr>
            <a:spLocks noGrp="1"/>
          </p:cNvSpPr>
          <p:nvPr>
            <p:ph type="sldNum" sz="quarter" idx="12"/>
          </p:nvPr>
        </p:nvSpPr>
        <p:spPr/>
        <p:txBody>
          <a:bodyPr/>
          <a:lstStyle/>
          <a:p>
            <a:fld id="{7DE213D0-F4A8-4002-9EDD-2AA04CFB5054}" type="slidenum">
              <a:rPr lang="en-US" smtClean="0"/>
              <a:t>31</a:t>
            </a:fld>
            <a:endParaRPr lang="en-US"/>
          </a:p>
        </p:txBody>
      </p:sp>
    </p:spTree>
    <p:extLst>
      <p:ext uri="{BB962C8B-B14F-4D97-AF65-F5344CB8AC3E}">
        <p14:creationId xmlns:p14="http://schemas.microsoft.com/office/powerpoint/2010/main" val="36402266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0D0C999-3024-4FDD-9CC2-261CDFC42486}"/>
              </a:ext>
            </a:extLst>
          </p:cNvPr>
          <p:cNvSpPr>
            <a:spLocks noGrp="1" noChangeArrowheads="1"/>
          </p:cNvSpPr>
          <p:nvPr>
            <p:ph type="title"/>
          </p:nvPr>
        </p:nvSpPr>
        <p:spPr>
          <a:xfrm>
            <a:off x="1036012" y="325124"/>
            <a:ext cx="10364451" cy="1596177"/>
          </a:xfrm>
        </p:spPr>
        <p:txBody>
          <a:bodyPr/>
          <a:lstStyle/>
          <a:p>
            <a:pPr>
              <a:tabLst>
                <a:tab pos="2578100" algn="l"/>
              </a:tabLst>
              <a:defRPr/>
            </a:pPr>
            <a:r>
              <a:rPr lang="en-US" altLang="en-US" dirty="0"/>
              <a:t>Vacuum Environment:  Solar UV Degradation</a:t>
            </a:r>
          </a:p>
        </p:txBody>
      </p:sp>
      <p:graphicFrame>
        <p:nvGraphicFramePr>
          <p:cNvPr id="14338" name="Object 4">
            <a:extLst>
              <a:ext uri="{FF2B5EF4-FFF2-40B4-BE49-F238E27FC236}">
                <a16:creationId xmlns:a16="http://schemas.microsoft.com/office/drawing/2014/main" id="{4C0338BD-960E-485D-98A9-301DB14413B7}"/>
              </a:ext>
            </a:extLst>
          </p:cNvPr>
          <p:cNvGraphicFramePr>
            <a:graphicFrameLocks/>
          </p:cNvGraphicFramePr>
          <p:nvPr/>
        </p:nvGraphicFramePr>
        <p:xfrm>
          <a:off x="1954214" y="4362027"/>
          <a:ext cx="2098675" cy="828675"/>
        </p:xfrm>
        <a:graphic>
          <a:graphicData uri="http://schemas.openxmlformats.org/presentationml/2006/ole">
            <mc:AlternateContent xmlns:mc="http://schemas.openxmlformats.org/markup-compatibility/2006">
              <mc:Choice xmlns:v="urn:schemas-microsoft-com:vml" Requires="v">
                <p:oleObj name="Equation" r:id="rId3" imgW="1051362" imgH="418011" progId="Equation.2">
                  <p:embed/>
                </p:oleObj>
              </mc:Choice>
              <mc:Fallback>
                <p:oleObj name="Equation" r:id="rId3" imgW="1051362" imgH="418011" progId="Equation.2">
                  <p:embed/>
                  <p:pic>
                    <p:nvPicPr>
                      <p:cNvPr id="14338" name="Object 4">
                        <a:extLst>
                          <a:ext uri="{FF2B5EF4-FFF2-40B4-BE49-F238E27FC236}">
                            <a16:creationId xmlns:a16="http://schemas.microsoft.com/office/drawing/2014/main" id="{4C0338BD-960E-485D-98A9-301DB14413B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4214" y="4362027"/>
                        <a:ext cx="209867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6397" name="Rectangle 13">
            <a:extLst>
              <a:ext uri="{FF2B5EF4-FFF2-40B4-BE49-F238E27FC236}">
                <a16:creationId xmlns:a16="http://schemas.microsoft.com/office/drawing/2014/main" id="{500AF58D-94CF-498D-A405-910D36F8124E}"/>
              </a:ext>
            </a:extLst>
          </p:cNvPr>
          <p:cNvSpPr>
            <a:spLocks noChangeArrowheads="1"/>
          </p:cNvSpPr>
          <p:nvPr/>
        </p:nvSpPr>
        <p:spPr bwMode="auto">
          <a:xfrm>
            <a:off x="1336676" y="1921301"/>
            <a:ext cx="8899525" cy="1258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a:spcBef>
                <a:spcPct val="75000"/>
              </a:spcBef>
              <a:buFontTx/>
              <a:buChar char="•"/>
              <a:defRPr/>
            </a:pPr>
            <a:r>
              <a:rPr lang="en-US" altLang="en-US" dirty="0">
                <a:latin typeface="Arial" charset="0"/>
              </a:rPr>
              <a:t>May significantly </a:t>
            </a:r>
            <a:r>
              <a:rPr lang="en-US" altLang="en-US" dirty="0">
                <a:solidFill>
                  <a:schemeClr val="accent2"/>
                </a:solidFill>
                <a:latin typeface="Arial" charset="0"/>
              </a:rPr>
              <a:t>alter </a:t>
            </a:r>
            <a:r>
              <a:rPr lang="en-US" altLang="en-US" b="1" dirty="0">
                <a:solidFill>
                  <a:schemeClr val="accent2"/>
                </a:solidFill>
                <a:latin typeface="Symbol" charset="2"/>
              </a:rPr>
              <a:t>a</a:t>
            </a:r>
            <a:r>
              <a:rPr lang="en-US" altLang="en-US" b="1" dirty="0">
                <a:solidFill>
                  <a:schemeClr val="accent2"/>
                </a:solidFill>
                <a:latin typeface="Arial" charset="0"/>
              </a:rPr>
              <a:t>/</a:t>
            </a:r>
            <a:r>
              <a:rPr lang="en-US" altLang="en-US" b="1" dirty="0">
                <a:solidFill>
                  <a:schemeClr val="accent2"/>
                </a:solidFill>
                <a:latin typeface="Symbol" charset="2"/>
              </a:rPr>
              <a:t>e </a:t>
            </a:r>
            <a:r>
              <a:rPr lang="en-US" altLang="en-US" dirty="0">
                <a:solidFill>
                  <a:schemeClr val="accent2"/>
                </a:solidFill>
                <a:latin typeface="Arial" charset="0"/>
              </a:rPr>
              <a:t>ratios</a:t>
            </a:r>
            <a:r>
              <a:rPr lang="en-US" altLang="en-US" dirty="0">
                <a:latin typeface="Arial" charset="0"/>
              </a:rPr>
              <a:t>, depending on the tolerance of the material to UV radiation, resulting in significant temperature changes</a:t>
            </a:r>
          </a:p>
        </p:txBody>
      </p:sp>
      <p:sp>
        <p:nvSpPr>
          <p:cNvPr id="2" name="Slide Number Placeholder 1">
            <a:extLst>
              <a:ext uri="{FF2B5EF4-FFF2-40B4-BE49-F238E27FC236}">
                <a16:creationId xmlns:a16="http://schemas.microsoft.com/office/drawing/2014/main" id="{CAC6BBE5-9DFA-48EC-9B28-50536CEBA919}"/>
              </a:ext>
            </a:extLst>
          </p:cNvPr>
          <p:cNvSpPr>
            <a:spLocks noGrp="1"/>
          </p:cNvSpPr>
          <p:nvPr>
            <p:ph type="sldNum" sz="quarter" idx="12"/>
          </p:nvPr>
        </p:nvSpPr>
        <p:spPr/>
        <p:txBody>
          <a:bodyPr/>
          <a:lstStyle/>
          <a:p>
            <a:fld id="{C83C362F-97FB-4C1E-B0F0-C3069DD0CDD1}" type="slidenum">
              <a:rPr lang="en-US" smtClean="0"/>
              <a:t>32</a:t>
            </a:fld>
            <a:endParaRPr lang="en-US"/>
          </a:p>
        </p:txBody>
      </p:sp>
      <p:pic>
        <p:nvPicPr>
          <p:cNvPr id="14340" name="Picture 4" descr="thermal infrared sensor">
            <a:extLst>
              <a:ext uri="{FF2B5EF4-FFF2-40B4-BE49-F238E27FC236}">
                <a16:creationId xmlns:a16="http://schemas.microsoft.com/office/drawing/2014/main" id="{03DD6F42-0161-45BD-9F34-BD0382F752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9701" y="3131375"/>
            <a:ext cx="4592638" cy="3459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74818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D1DF8D-16EB-C6B8-D06E-ACA2D801E81B}"/>
              </a:ext>
            </a:extLst>
          </p:cNvPr>
          <p:cNvSpPr>
            <a:spLocks noGrp="1"/>
          </p:cNvSpPr>
          <p:nvPr>
            <p:ph type="sldNum" sz="quarter" idx="12"/>
          </p:nvPr>
        </p:nvSpPr>
        <p:spPr/>
        <p:txBody>
          <a:bodyPr/>
          <a:lstStyle/>
          <a:p>
            <a:fld id="{7DE213D0-F4A8-4002-9EDD-2AA04CFB5054}" type="slidenum">
              <a:rPr lang="en-US" smtClean="0"/>
              <a:t>33</a:t>
            </a:fld>
            <a:endParaRPr lang="en-US"/>
          </a:p>
        </p:txBody>
      </p:sp>
      <p:sp>
        <p:nvSpPr>
          <p:cNvPr id="5" name="TextBox 4">
            <a:extLst>
              <a:ext uri="{FF2B5EF4-FFF2-40B4-BE49-F238E27FC236}">
                <a16:creationId xmlns:a16="http://schemas.microsoft.com/office/drawing/2014/main" id="{37795733-1190-C839-4CC3-26B4492B57A6}"/>
              </a:ext>
            </a:extLst>
          </p:cNvPr>
          <p:cNvSpPr txBox="1"/>
          <p:nvPr/>
        </p:nvSpPr>
        <p:spPr>
          <a:xfrm>
            <a:off x="485578" y="202647"/>
            <a:ext cx="11080005" cy="2677271"/>
          </a:xfrm>
          <a:prstGeom prst="rect">
            <a:avLst/>
          </a:prstGeom>
          <a:noFill/>
        </p:spPr>
        <p:txBody>
          <a:bodyPr wrap="square">
            <a:spAutoFit/>
          </a:bodyPr>
          <a:lstStyle/>
          <a:p>
            <a:pPr marL="0" marR="0" algn="ctr">
              <a:lnSpc>
                <a:spcPct val="107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Isothermal Spacecraft Example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07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Identify the steady-state temperatures (in the eclipse and in the sun) for a 1</a:t>
            </a:r>
            <a:r>
              <a:rPr lang="en-US" sz="1200" kern="100" dirty="0">
                <a:effectLst/>
                <a:latin typeface="Cambria Math" panose="02040503050406030204" pitchFamily="18" charset="0"/>
                <a:ea typeface="Aptos" panose="020B0004020202020204" pitchFamily="34" charset="0"/>
                <a:cs typeface="Cambria Math" panose="02040503050406030204" pitchFamily="18" charset="0"/>
              </a:rPr>
              <a:t>𝑚</a:t>
            </a:r>
            <a:r>
              <a:rPr lang="en-US" sz="1200" kern="100" baseline="30000" dirty="0">
                <a:effectLst/>
                <a:latin typeface="Aptos" panose="020B0004020202020204" pitchFamily="34" charset="0"/>
                <a:ea typeface="Aptos" panose="020B0004020202020204" pitchFamily="34" charset="0"/>
                <a:cs typeface="Times New Roman" panose="02020603050405020304" pitchFamily="18" charset="0"/>
              </a:rPr>
              <a:t>3</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cube isothermal spacecraft. It is in an orbit at an altitude of 1000 km and an inclination of 0˚. The satellite internal components generate 500W of heat at all times during its 5 year mission life. Assume body mounted solar panels on four sides of the satellite. Identify its steady-state temperatures during sunlight and eclipse periods. Assume the solar arrays have an absorptivity (α) = .975 and emissivity = .85. All spacecraft components must be kept between 0 °C to 35 °C.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Assumptions: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Only one side of spacecraft is illuminated by the sun at a time with a sun incidence angle of 0°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Only one side of spacecraft is facing the earth at a time with a sun incidence angle of 0°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Remaining 2 panels are covered with insulation, so heat is essentially neither absorbed nor emitted</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069693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F73AB-23DE-1E83-07AB-75E4AEA6983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F005DCF-CC07-449D-2A6A-F5F70CBE91A7}"/>
              </a:ext>
            </a:extLst>
          </p:cNvPr>
          <p:cNvSpPr>
            <a:spLocks noGrp="1"/>
          </p:cNvSpPr>
          <p:nvPr>
            <p:ph type="sldNum" sz="quarter" idx="12"/>
          </p:nvPr>
        </p:nvSpPr>
        <p:spPr/>
        <p:txBody>
          <a:bodyPr/>
          <a:lstStyle/>
          <a:p>
            <a:fld id="{7DE213D0-F4A8-4002-9EDD-2AA04CFB5054}" type="slidenum">
              <a:rPr lang="en-US" smtClean="0"/>
              <a:t>34</a:t>
            </a:fld>
            <a:endParaRPr lang="en-US"/>
          </a:p>
        </p:txBody>
      </p:sp>
      <p:sp>
        <p:nvSpPr>
          <p:cNvPr id="5" name="TextBox 4">
            <a:extLst>
              <a:ext uri="{FF2B5EF4-FFF2-40B4-BE49-F238E27FC236}">
                <a16:creationId xmlns:a16="http://schemas.microsoft.com/office/drawing/2014/main" id="{ED5D329C-A4B5-A5C5-8AA6-EA9F46CB025F}"/>
              </a:ext>
            </a:extLst>
          </p:cNvPr>
          <p:cNvSpPr txBox="1"/>
          <p:nvPr/>
        </p:nvSpPr>
        <p:spPr>
          <a:xfrm>
            <a:off x="485578" y="202647"/>
            <a:ext cx="11080005" cy="2677271"/>
          </a:xfrm>
          <a:prstGeom prst="rect">
            <a:avLst/>
          </a:prstGeom>
          <a:noFill/>
        </p:spPr>
        <p:txBody>
          <a:bodyPr wrap="square">
            <a:spAutoFit/>
          </a:bodyPr>
          <a:lstStyle/>
          <a:p>
            <a:pPr marL="0" marR="0" algn="ctr">
              <a:lnSpc>
                <a:spcPct val="107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Isothermal Spacecraft Example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07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Identify the steady-state temperatures (in the eclipse and in the sun) for a 1</a:t>
            </a:r>
            <a:r>
              <a:rPr lang="en-US" sz="1200" kern="100" dirty="0">
                <a:effectLst/>
                <a:latin typeface="Cambria Math" panose="02040503050406030204" pitchFamily="18" charset="0"/>
                <a:ea typeface="Aptos" panose="020B0004020202020204" pitchFamily="34" charset="0"/>
                <a:cs typeface="Cambria Math" panose="02040503050406030204" pitchFamily="18" charset="0"/>
              </a:rPr>
              <a:t>𝑚</a:t>
            </a:r>
            <a:r>
              <a:rPr lang="en-US" sz="1200" kern="100" baseline="30000" dirty="0">
                <a:effectLst/>
                <a:latin typeface="Aptos" panose="020B0004020202020204" pitchFamily="34" charset="0"/>
                <a:ea typeface="Aptos" panose="020B0004020202020204" pitchFamily="34" charset="0"/>
                <a:cs typeface="Times New Roman" panose="02020603050405020304" pitchFamily="18" charset="0"/>
              </a:rPr>
              <a:t>3</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cube isothermal spacecraft. It is in an orbit at an altitude of 1000 km and an inclination of 0˚. The satellite internal components generate 500W of heat at all times during its 5 year mission life. Assume body mounted solar panels on four sides of the satellite. Identify its steady-state temperatures during sunlight and eclipse periods. Assume the solar arrays have an absorptivity (α) = .975 and emissivity = .85. All spacecraft components must be kept between 0 °C to 35 °C.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Assumptions: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Only one side of spacecraft is illuminated by the sun at a time with a sun incidence angle of 0°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Only one side of spacecraft is facing the earth at a time with a sun incidence angle of 0°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Remaining 2 panels are covered with insulation, so heat is essentially neither absorbed nor emitted</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50840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218A3-EEBE-6D67-3D55-19B58404350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68A2798-EDC5-BC79-BD2E-1C3068A79C8A}"/>
              </a:ext>
            </a:extLst>
          </p:cNvPr>
          <p:cNvSpPr>
            <a:spLocks noGrp="1"/>
          </p:cNvSpPr>
          <p:nvPr>
            <p:ph type="sldNum" sz="quarter" idx="12"/>
          </p:nvPr>
        </p:nvSpPr>
        <p:spPr/>
        <p:txBody>
          <a:bodyPr/>
          <a:lstStyle/>
          <a:p>
            <a:fld id="{7DE213D0-F4A8-4002-9EDD-2AA04CFB5054}" type="slidenum">
              <a:rPr lang="en-US" smtClean="0"/>
              <a:t>35</a:t>
            </a:fld>
            <a:endParaRPr lang="en-US"/>
          </a:p>
        </p:txBody>
      </p:sp>
      <p:sp>
        <p:nvSpPr>
          <p:cNvPr id="5" name="TextBox 4">
            <a:extLst>
              <a:ext uri="{FF2B5EF4-FFF2-40B4-BE49-F238E27FC236}">
                <a16:creationId xmlns:a16="http://schemas.microsoft.com/office/drawing/2014/main" id="{A777057C-B8BD-228F-3ADD-4C69508B2BC1}"/>
              </a:ext>
            </a:extLst>
          </p:cNvPr>
          <p:cNvSpPr txBox="1"/>
          <p:nvPr/>
        </p:nvSpPr>
        <p:spPr>
          <a:xfrm>
            <a:off x="485578" y="202647"/>
            <a:ext cx="11080005" cy="2677271"/>
          </a:xfrm>
          <a:prstGeom prst="rect">
            <a:avLst/>
          </a:prstGeom>
          <a:noFill/>
        </p:spPr>
        <p:txBody>
          <a:bodyPr wrap="square">
            <a:spAutoFit/>
          </a:bodyPr>
          <a:lstStyle/>
          <a:p>
            <a:pPr marL="0" marR="0" algn="ctr">
              <a:lnSpc>
                <a:spcPct val="107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Isothermal Spacecraft Example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07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Identify the steady-state temperatures (in the eclipse and in the sun) for a 1</a:t>
            </a:r>
            <a:r>
              <a:rPr lang="en-US" sz="1200" kern="100" dirty="0">
                <a:effectLst/>
                <a:latin typeface="Cambria Math" panose="02040503050406030204" pitchFamily="18" charset="0"/>
                <a:ea typeface="Aptos" panose="020B0004020202020204" pitchFamily="34" charset="0"/>
                <a:cs typeface="Cambria Math" panose="02040503050406030204" pitchFamily="18" charset="0"/>
              </a:rPr>
              <a:t>𝑚</a:t>
            </a:r>
            <a:r>
              <a:rPr lang="en-US" sz="1200" kern="100" baseline="30000" dirty="0">
                <a:effectLst/>
                <a:latin typeface="Aptos" panose="020B0004020202020204" pitchFamily="34" charset="0"/>
                <a:ea typeface="Aptos" panose="020B0004020202020204" pitchFamily="34" charset="0"/>
                <a:cs typeface="Times New Roman" panose="02020603050405020304" pitchFamily="18" charset="0"/>
              </a:rPr>
              <a:t>3</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cube isothermal spacecraft. It is in an orbit at an altitude of 1000 km and an inclination of 0˚. The satellite internal components generate 500W of heat at all times during its 5 year mission life. Assume body mounted solar panels on four sides of the satellite. Identify its steady-state temperatures during sunlight and eclipse periods. Assume the solar arrays have an absorptivity (α) = .975 and emissivity = .85. All spacecraft components must be kept between 0 °C to 35 °C.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Assumptions: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Only one side of spacecraft is illuminated by the sun at a time with a sun incidence angle of 0°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Only one side of spacecraft is facing the earth at a time with a sun incidence angle of 0° </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07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Remaining 2 panels are covered with insulation, so heat is essentially neither absorbed nor emitted</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9092775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4A739-E098-4A54-9C25-27186EAB4ED7}"/>
              </a:ext>
            </a:extLst>
          </p:cNvPr>
          <p:cNvSpPr>
            <a:spLocks noGrp="1"/>
          </p:cNvSpPr>
          <p:nvPr>
            <p:ph type="title"/>
          </p:nvPr>
        </p:nvSpPr>
        <p:spPr>
          <a:xfrm>
            <a:off x="778933" y="286484"/>
            <a:ext cx="10617200" cy="762000"/>
          </a:xfrm>
        </p:spPr>
        <p:txBody>
          <a:bodyPr/>
          <a:lstStyle/>
          <a:p>
            <a:pPr algn="ctr"/>
            <a:r>
              <a:rPr lang="en-US" dirty="0"/>
              <a:t>HOMEWORK 6 PROBLEM 4</a:t>
            </a:r>
          </a:p>
        </p:txBody>
      </p:sp>
      <p:pic>
        <p:nvPicPr>
          <p:cNvPr id="4" name="Picture 3">
            <a:extLst>
              <a:ext uri="{FF2B5EF4-FFF2-40B4-BE49-F238E27FC236}">
                <a16:creationId xmlns:a16="http://schemas.microsoft.com/office/drawing/2014/main" id="{C66F03F5-998D-B846-1571-D7A41D79AB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7786" y="899237"/>
            <a:ext cx="7904813" cy="5779149"/>
          </a:xfrm>
          <a:prstGeom prst="rect">
            <a:avLst/>
          </a:prstGeom>
        </p:spPr>
      </p:pic>
    </p:spTree>
    <p:extLst>
      <p:ext uri="{BB962C8B-B14F-4D97-AF65-F5344CB8AC3E}">
        <p14:creationId xmlns:p14="http://schemas.microsoft.com/office/powerpoint/2010/main" val="21989972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E9758-2E6A-4499-A6AE-66BB11B2CB99}"/>
              </a:ext>
            </a:extLst>
          </p:cNvPr>
          <p:cNvSpPr>
            <a:spLocks noGrp="1"/>
          </p:cNvSpPr>
          <p:nvPr>
            <p:ph type="title"/>
          </p:nvPr>
        </p:nvSpPr>
        <p:spPr>
          <a:xfrm>
            <a:off x="1015375" y="-57663"/>
            <a:ext cx="10364451" cy="1596177"/>
          </a:xfrm>
        </p:spPr>
        <p:txBody>
          <a:bodyPr/>
          <a:lstStyle/>
          <a:p>
            <a:pPr algn="ctr"/>
            <a:r>
              <a:rPr lang="en-US" dirty="0"/>
              <a:t>THERMAL CONTROL SOLUTIONS</a:t>
            </a:r>
            <a:br>
              <a:rPr lang="en-US" dirty="0"/>
            </a:br>
            <a:endParaRPr lang="en-US" dirty="0"/>
          </a:p>
        </p:txBody>
      </p:sp>
      <p:sp>
        <p:nvSpPr>
          <p:cNvPr id="3" name="Slide Number Placeholder 2">
            <a:extLst>
              <a:ext uri="{FF2B5EF4-FFF2-40B4-BE49-F238E27FC236}">
                <a16:creationId xmlns:a16="http://schemas.microsoft.com/office/drawing/2014/main" id="{231417C3-D050-4970-8B8C-B2E36A30C257}"/>
              </a:ext>
            </a:extLst>
          </p:cNvPr>
          <p:cNvSpPr>
            <a:spLocks noGrp="1"/>
          </p:cNvSpPr>
          <p:nvPr>
            <p:ph type="sldNum" sz="quarter" idx="12"/>
          </p:nvPr>
        </p:nvSpPr>
        <p:spPr/>
        <p:txBody>
          <a:bodyPr/>
          <a:lstStyle/>
          <a:p>
            <a:fld id="{C83C362F-97FB-4C1E-B0F0-C3069DD0CDD1}" type="slidenum">
              <a:rPr lang="en-US" smtClean="0"/>
              <a:t>37</a:t>
            </a:fld>
            <a:endParaRPr lang="en-US"/>
          </a:p>
        </p:txBody>
      </p:sp>
      <p:sp>
        <p:nvSpPr>
          <p:cNvPr id="4" name="TextBox 3">
            <a:extLst>
              <a:ext uri="{FF2B5EF4-FFF2-40B4-BE49-F238E27FC236}">
                <a16:creationId xmlns:a16="http://schemas.microsoft.com/office/drawing/2014/main" id="{64155AFC-4406-41A5-89A6-B328D0C8F711}"/>
              </a:ext>
            </a:extLst>
          </p:cNvPr>
          <p:cNvSpPr txBox="1"/>
          <p:nvPr/>
        </p:nvSpPr>
        <p:spPr>
          <a:xfrm>
            <a:off x="-41801" y="1723027"/>
            <a:ext cx="4446597" cy="1077218"/>
          </a:xfrm>
          <a:prstGeom prst="rect">
            <a:avLst/>
          </a:prstGeom>
          <a:noFill/>
        </p:spPr>
        <p:txBody>
          <a:bodyPr wrap="square" rtlCol="0">
            <a:spAutoFit/>
          </a:bodyPr>
          <a:lstStyle/>
          <a:p>
            <a:r>
              <a:rPr lang="en-US" sz="3200" dirty="0"/>
              <a:t>Thermal Control Systems</a:t>
            </a:r>
          </a:p>
          <a:p>
            <a:endParaRPr lang="en-US" sz="3200" dirty="0"/>
          </a:p>
        </p:txBody>
      </p:sp>
      <p:pic>
        <p:nvPicPr>
          <p:cNvPr id="12290" name="Picture 2" descr="http://www.newswise.com/images/uploads/2012/06/25/EARTHMOONNASA2.jpg">
            <a:extLst>
              <a:ext uri="{FF2B5EF4-FFF2-40B4-BE49-F238E27FC236}">
                <a16:creationId xmlns:a16="http://schemas.microsoft.com/office/drawing/2014/main" id="{02EABD2F-FEFD-4C76-B2E0-A149E2486E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9449" y="1538514"/>
            <a:ext cx="7992551" cy="5319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0650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54085135-6C11-441F-879C-A6F262969B92}"/>
              </a:ext>
            </a:extLst>
          </p:cNvPr>
          <p:cNvSpPr>
            <a:spLocks noGrp="1" noChangeArrowheads="1"/>
          </p:cNvSpPr>
          <p:nvPr>
            <p:ph type="title"/>
          </p:nvPr>
        </p:nvSpPr>
        <p:spPr>
          <a:xfrm>
            <a:off x="701567" y="-237067"/>
            <a:ext cx="10131425" cy="1456267"/>
          </a:xfrm>
          <a:noFill/>
          <a:ln/>
        </p:spPr>
        <p:txBody>
          <a:bodyPr/>
          <a:lstStyle/>
          <a:p>
            <a:r>
              <a:rPr lang="en-US" altLang="en-US" dirty="0"/>
              <a:t>Components of a Thermal Control System</a:t>
            </a:r>
          </a:p>
        </p:txBody>
      </p:sp>
      <p:sp>
        <p:nvSpPr>
          <p:cNvPr id="24586" name="Text Box 10">
            <a:extLst>
              <a:ext uri="{FF2B5EF4-FFF2-40B4-BE49-F238E27FC236}">
                <a16:creationId xmlns:a16="http://schemas.microsoft.com/office/drawing/2014/main" id="{245F01DE-CCD9-4930-8798-AE7426FFF395}"/>
              </a:ext>
            </a:extLst>
          </p:cNvPr>
          <p:cNvSpPr txBox="1">
            <a:spLocks noChangeArrowheads="1"/>
          </p:cNvSpPr>
          <p:nvPr/>
        </p:nvSpPr>
        <p:spPr bwMode="auto">
          <a:xfrm>
            <a:off x="1600201" y="823913"/>
            <a:ext cx="18440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Passive elements:</a:t>
            </a:r>
          </a:p>
        </p:txBody>
      </p:sp>
      <p:sp>
        <p:nvSpPr>
          <p:cNvPr id="24587" name="Rectangle 11">
            <a:extLst>
              <a:ext uri="{FF2B5EF4-FFF2-40B4-BE49-F238E27FC236}">
                <a16:creationId xmlns:a16="http://schemas.microsoft.com/office/drawing/2014/main" id="{810C97D5-C1E5-4363-8D6B-4D8786F24B5A}"/>
              </a:ext>
            </a:extLst>
          </p:cNvPr>
          <p:cNvSpPr>
            <a:spLocks noChangeArrowheads="1"/>
          </p:cNvSpPr>
          <p:nvPr/>
        </p:nvSpPr>
        <p:spPr bwMode="auto">
          <a:xfrm>
            <a:off x="2728914" y="5745164"/>
            <a:ext cx="6899275" cy="669925"/>
          </a:xfrm>
          <a:prstGeom prst="rect">
            <a:avLst/>
          </a:prstGeom>
          <a:noFill/>
          <a:ln w="28575">
            <a:solidFill>
              <a:srgbClr val="CC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b="1"/>
              <a:t>Typically, passive techniques take care of approximately 80% of all thermal control activities</a:t>
            </a:r>
          </a:p>
        </p:txBody>
      </p:sp>
      <p:graphicFrame>
        <p:nvGraphicFramePr>
          <p:cNvPr id="24618" name="Group 42">
            <a:extLst>
              <a:ext uri="{FF2B5EF4-FFF2-40B4-BE49-F238E27FC236}">
                <a16:creationId xmlns:a16="http://schemas.microsoft.com/office/drawing/2014/main" id="{88DED4D6-DD29-402B-BC85-7518EA91844A}"/>
              </a:ext>
            </a:extLst>
          </p:cNvPr>
          <p:cNvGraphicFramePr>
            <a:graphicFrameLocks noGrp="1"/>
          </p:cNvGraphicFramePr>
          <p:nvPr/>
        </p:nvGraphicFramePr>
        <p:xfrm>
          <a:off x="1701800" y="1219200"/>
          <a:ext cx="8801100" cy="4358132"/>
        </p:xfrm>
        <a:graphic>
          <a:graphicData uri="http://schemas.openxmlformats.org/drawingml/2006/table">
            <a:tbl>
              <a:tblPr/>
              <a:tblGrid>
                <a:gridCol w="2438400">
                  <a:extLst>
                    <a:ext uri="{9D8B030D-6E8A-4147-A177-3AD203B41FA5}">
                      <a16:colId xmlns:a16="http://schemas.microsoft.com/office/drawing/2014/main" val="2719588608"/>
                    </a:ext>
                  </a:extLst>
                </a:gridCol>
                <a:gridCol w="6362700">
                  <a:extLst>
                    <a:ext uri="{9D8B030D-6E8A-4147-A177-3AD203B41FA5}">
                      <a16:colId xmlns:a16="http://schemas.microsoft.com/office/drawing/2014/main" val="3526718321"/>
                    </a:ext>
                  </a:extLst>
                </a:gridCol>
              </a:tblGrid>
              <a:tr h="180975">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300" b="1" i="0" u="none" strike="noStrike" cap="none" normalizeH="0" baseline="0">
                          <a:ln>
                            <a:noFill/>
                          </a:ln>
                          <a:solidFill>
                            <a:schemeClr val="tx1"/>
                          </a:solidFill>
                          <a:effectLst/>
                          <a:latin typeface="Arial" panose="020B0604020202020204" pitchFamily="34" charset="0"/>
                        </a:rPr>
                        <a:t>Component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300" b="1" i="0" u="none" strike="noStrike" cap="none" normalizeH="0" baseline="0">
                          <a:ln>
                            <a:noFill/>
                          </a:ln>
                          <a:solidFill>
                            <a:schemeClr val="tx1"/>
                          </a:solidFill>
                          <a:effectLst/>
                          <a:latin typeface="Arial" panose="020B0604020202020204" pitchFamily="34" charset="0"/>
                        </a:rPr>
                        <a:t>Comments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243052434"/>
                  </a:ext>
                </a:extLst>
              </a:tr>
              <a:tr h="581025">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a:ln>
                            <a:noFill/>
                          </a:ln>
                          <a:solidFill>
                            <a:schemeClr val="accent2"/>
                          </a:solidFill>
                          <a:effectLst/>
                          <a:latin typeface="Arial" panose="020B0604020202020204" pitchFamily="34" charset="0"/>
                        </a:rPr>
                        <a:t>Materials and coatings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a:ln>
                            <a:noFill/>
                          </a:ln>
                          <a:solidFill>
                            <a:schemeClr val="tx1"/>
                          </a:solidFill>
                          <a:effectLst/>
                          <a:latin typeface="Arial" panose="020B0604020202020204" pitchFamily="34" charset="0"/>
                          <a:cs typeface="Arial" panose="020B0604020202020204" pitchFamily="34" charset="0"/>
                        </a:rPr>
                        <a:t>Surfaces and materials with special radiation or thermo-optical properties that provide the desired thermal performance</a:t>
                      </a:r>
                      <a:endParaRPr kumimoji="0" lang="en-US" altLang="en-US" sz="1300" b="0" i="0" u="none" strike="noStrike" cap="none" normalizeH="0" baseline="0">
                        <a:ln>
                          <a:noFill/>
                        </a:ln>
                        <a:solidFill>
                          <a:schemeClr val="tx1"/>
                        </a:solidFill>
                        <a:effectLst/>
                        <a:latin typeface="Arial" panose="020B06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Examples:  white and black paints, silver-coated teflon, polished metals, second-surface mirrors</a:t>
                      </a:r>
                      <a:endParaRPr kumimoji="0" lang="en-US" altLang="en-US" sz="13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453569439"/>
                  </a:ext>
                </a:extLst>
              </a:tr>
              <a:tr h="4191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a:ln>
                            <a:noFill/>
                          </a:ln>
                          <a:solidFill>
                            <a:schemeClr val="accent2"/>
                          </a:solidFill>
                          <a:effectLst/>
                          <a:latin typeface="Arial" panose="020B0604020202020204" pitchFamily="34" charset="0"/>
                        </a:rPr>
                        <a:t>Multilayer insulation (MLI)</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Multiple layers of low-emittance films with low conductivity between layers (e.g., thin mylar sheets with a vacuum-deposited aluminum finish on one side of each sheet)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234640255"/>
                  </a:ext>
                </a:extLst>
              </a:tr>
              <a:tr h="4191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a:ln>
                            <a:noFill/>
                          </a:ln>
                          <a:solidFill>
                            <a:schemeClr val="accent2"/>
                          </a:solidFill>
                          <a:effectLst/>
                          <a:latin typeface="Arial" panose="020B0604020202020204" pitchFamily="34" charset="0"/>
                        </a:rPr>
                        <a:t>Radiators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a:ln>
                            <a:noFill/>
                          </a:ln>
                          <a:solidFill>
                            <a:schemeClr val="tx1"/>
                          </a:solidFill>
                          <a:effectLst/>
                          <a:latin typeface="Arial" panose="020B0604020202020204" pitchFamily="34" charset="0"/>
                          <a:cs typeface="Arial" panose="020B0604020202020204" pitchFamily="34" charset="0"/>
                        </a:rPr>
                        <a:t>Heat exchange devices located on the outer surfaces of a spacecraft designed to reject heat by IR radiation</a:t>
                      </a:r>
                      <a:endParaRPr kumimoji="0" lang="en-US" altLang="en-US" sz="13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266915093"/>
                  </a:ext>
                </a:extLst>
              </a:tr>
              <a:tr h="5207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a:ln>
                            <a:noFill/>
                          </a:ln>
                          <a:solidFill>
                            <a:schemeClr val="accent2"/>
                          </a:solidFill>
                          <a:effectLst/>
                          <a:latin typeface="Arial" panose="020B0604020202020204" pitchFamily="34" charset="0"/>
                        </a:rPr>
                        <a:t>Cold plates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a:ln>
                            <a:noFill/>
                          </a:ln>
                          <a:solidFill>
                            <a:schemeClr val="tx1"/>
                          </a:solidFill>
                          <a:effectLst/>
                          <a:latin typeface="Arial" panose="020B0604020202020204" pitchFamily="34" charset="0"/>
                          <a:cs typeface="Arial" panose="020B0604020202020204" pitchFamily="34" charset="0"/>
                        </a:rPr>
                        <a:t>Mounted on heat dissipating equipment to transfer heat away from the equipment via conduction</a:t>
                      </a:r>
                      <a:endParaRPr kumimoji="0" lang="en-US" altLang="en-US" sz="13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417141064"/>
                  </a:ext>
                </a:extLst>
              </a:tr>
              <a:tr h="422275">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a:ln>
                            <a:noFill/>
                          </a:ln>
                          <a:solidFill>
                            <a:schemeClr val="accent2"/>
                          </a:solidFill>
                          <a:effectLst/>
                          <a:latin typeface="Arial" panose="020B0604020202020204" pitchFamily="34" charset="0"/>
                        </a:rPr>
                        <a:t>Phase change devices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a:ln>
                            <a:noFill/>
                          </a:ln>
                          <a:solidFill>
                            <a:schemeClr val="tx1"/>
                          </a:solidFill>
                          <a:effectLst/>
                          <a:latin typeface="Arial" panose="020B0604020202020204" pitchFamily="34" charset="0"/>
                          <a:cs typeface="Arial" panose="020B0604020202020204" pitchFamily="34" charset="0"/>
                        </a:rPr>
                        <a:t>Absorb thermal energy using a solid-to-liquid phase change</a:t>
                      </a:r>
                      <a:endParaRPr kumimoji="0" lang="en-US" altLang="en-US" sz="1300" b="0" i="0" u="none" strike="noStrike" cap="none" normalizeH="0" baseline="0">
                        <a:ln>
                          <a:noFill/>
                        </a:ln>
                        <a:solidFill>
                          <a:schemeClr val="tx1"/>
                        </a:solidFill>
                        <a:effectLst/>
                        <a:latin typeface="Arial" panose="020B06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a:ln>
                            <a:noFill/>
                          </a:ln>
                          <a:solidFill>
                            <a:schemeClr val="tx1"/>
                          </a:solidFill>
                          <a:effectLst/>
                          <a:latin typeface="Arial" panose="020B0604020202020204" pitchFamily="34" charset="0"/>
                          <a:cs typeface="Arial" panose="020B0604020202020204" pitchFamily="34" charset="0"/>
                        </a:rPr>
                        <a:t>Helpful for electrical equipment with high, short bursts of power</a:t>
                      </a:r>
                      <a:endParaRPr kumimoji="0" lang="en-US" altLang="en-US" sz="13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42812942"/>
                  </a:ext>
                </a:extLst>
              </a:tr>
              <a:tr h="8128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a:ln>
                            <a:noFill/>
                          </a:ln>
                          <a:solidFill>
                            <a:schemeClr val="accent2"/>
                          </a:solidFill>
                          <a:effectLst/>
                          <a:latin typeface="Arial" panose="020B0604020202020204" pitchFamily="34" charset="0"/>
                        </a:rPr>
                        <a:t>Heat pipes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Hermetically sealed tube with a wicking device on the inside surface.  Fluid inside the tube changes phase and capillary forces draw the fluid from the condenser end to the evaporator end of the pipe to transfer heat</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300" b="0"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Types include constant-conductance, one-way (diode), and variable-conductance heat pipes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514764066"/>
                  </a:ext>
                </a:extLst>
              </a:tr>
            </a:tbl>
          </a:graphicData>
        </a:graphic>
      </p:graphicFrame>
      <p:sp>
        <p:nvSpPr>
          <p:cNvPr id="2" name="Slide Number Placeholder 1">
            <a:extLst>
              <a:ext uri="{FF2B5EF4-FFF2-40B4-BE49-F238E27FC236}">
                <a16:creationId xmlns:a16="http://schemas.microsoft.com/office/drawing/2014/main" id="{2D1C521B-3ECC-4523-98F4-69D2B4CF9B97}"/>
              </a:ext>
            </a:extLst>
          </p:cNvPr>
          <p:cNvSpPr>
            <a:spLocks noGrp="1"/>
          </p:cNvSpPr>
          <p:nvPr>
            <p:ph type="sldNum" sz="quarter" idx="12"/>
          </p:nvPr>
        </p:nvSpPr>
        <p:spPr/>
        <p:txBody>
          <a:bodyPr/>
          <a:lstStyle/>
          <a:p>
            <a:fld id="{D57F1E4F-1CFF-5643-939E-217C01CDF565}" type="slidenum">
              <a:rPr lang="en-US" smtClean="0"/>
              <a:pPr/>
              <a:t>38</a:t>
            </a:fld>
            <a:endParaRPr lang="en-US" dirty="0"/>
          </a:p>
        </p:txBody>
      </p:sp>
    </p:spTree>
    <p:extLst>
      <p:ext uri="{BB962C8B-B14F-4D97-AF65-F5344CB8AC3E}">
        <p14:creationId xmlns:p14="http://schemas.microsoft.com/office/powerpoint/2010/main" val="3881469276"/>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733818F-2F1A-4813-840A-97BFF55E389A}"/>
              </a:ext>
            </a:extLst>
          </p:cNvPr>
          <p:cNvSpPr>
            <a:spLocks noGrp="1" noChangeArrowheads="1"/>
          </p:cNvSpPr>
          <p:nvPr>
            <p:ph type="title"/>
          </p:nvPr>
        </p:nvSpPr>
        <p:spPr>
          <a:xfrm>
            <a:off x="454587" y="-12700"/>
            <a:ext cx="9972113" cy="762000"/>
          </a:xfrm>
          <a:noFill/>
          <a:ln/>
        </p:spPr>
        <p:txBody>
          <a:bodyPr>
            <a:normAutofit/>
          </a:bodyPr>
          <a:lstStyle/>
          <a:p>
            <a:r>
              <a:rPr lang="en-US" altLang="en-US" dirty="0"/>
              <a:t>Components of a Thermal Control System</a:t>
            </a:r>
          </a:p>
        </p:txBody>
      </p:sp>
      <p:graphicFrame>
        <p:nvGraphicFramePr>
          <p:cNvPr id="27677" name="Object 29">
            <a:extLst>
              <a:ext uri="{FF2B5EF4-FFF2-40B4-BE49-F238E27FC236}">
                <a16:creationId xmlns:a16="http://schemas.microsoft.com/office/drawing/2014/main" id="{E14764EC-AC48-4DA4-BDF2-FE1E65474257}"/>
              </a:ext>
            </a:extLst>
          </p:cNvPr>
          <p:cNvGraphicFramePr>
            <a:graphicFrameLocks noChangeAspect="1"/>
          </p:cNvGraphicFramePr>
          <p:nvPr/>
        </p:nvGraphicFramePr>
        <p:xfrm>
          <a:off x="1676400" y="1041400"/>
          <a:ext cx="8851900" cy="5397500"/>
        </p:xfrm>
        <a:graphic>
          <a:graphicData uri="http://schemas.openxmlformats.org/presentationml/2006/ole">
            <mc:AlternateContent xmlns:mc="http://schemas.openxmlformats.org/markup-compatibility/2006">
              <mc:Choice xmlns:v="urn:schemas-microsoft-com:vml" Requires="v">
                <p:oleObj name="Document" r:id="rId3" imgW="8992080" imgH="6753240" progId="Word.Document.8">
                  <p:embed/>
                </p:oleObj>
              </mc:Choice>
              <mc:Fallback>
                <p:oleObj name="Document" r:id="rId3" imgW="8992080" imgH="6753240" progId="Word.Document.8">
                  <p:embed/>
                  <p:pic>
                    <p:nvPicPr>
                      <p:cNvPr id="27677" name="Object 29">
                        <a:extLst>
                          <a:ext uri="{FF2B5EF4-FFF2-40B4-BE49-F238E27FC236}">
                            <a16:creationId xmlns:a16="http://schemas.microsoft.com/office/drawing/2014/main" id="{E14764EC-AC48-4DA4-BDF2-FE1E654742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573" r="5634" b="16008"/>
                      <a:stretch>
                        <a:fillRect/>
                      </a:stretch>
                    </p:blipFill>
                    <p:spPr bwMode="auto">
                      <a:xfrm>
                        <a:off x="1676400" y="1041400"/>
                        <a:ext cx="8851900" cy="5397500"/>
                      </a:xfrm>
                      <a:prstGeom prst="rect">
                        <a:avLst/>
                      </a:prstGeom>
                      <a:noFill/>
                      <a:ln>
                        <a:noFill/>
                      </a:ln>
                      <a:effectLst/>
                    </p:spPr>
                  </p:pic>
                </p:oleObj>
              </mc:Fallback>
            </mc:AlternateContent>
          </a:graphicData>
        </a:graphic>
      </p:graphicFrame>
      <p:sp>
        <p:nvSpPr>
          <p:cNvPr id="27678" name="Text Box 30">
            <a:extLst>
              <a:ext uri="{FF2B5EF4-FFF2-40B4-BE49-F238E27FC236}">
                <a16:creationId xmlns:a16="http://schemas.microsoft.com/office/drawing/2014/main" id="{BAEA514E-0FAE-4A61-AD47-1EAA5A052C45}"/>
              </a:ext>
            </a:extLst>
          </p:cNvPr>
          <p:cNvSpPr txBox="1">
            <a:spLocks noChangeArrowheads="1"/>
          </p:cNvSpPr>
          <p:nvPr/>
        </p:nvSpPr>
        <p:spPr bwMode="auto">
          <a:xfrm>
            <a:off x="1676400" y="640177"/>
            <a:ext cx="17480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Active elements:</a:t>
            </a:r>
          </a:p>
        </p:txBody>
      </p:sp>
      <p:sp>
        <p:nvSpPr>
          <p:cNvPr id="2" name="Slide Number Placeholder 1">
            <a:extLst>
              <a:ext uri="{FF2B5EF4-FFF2-40B4-BE49-F238E27FC236}">
                <a16:creationId xmlns:a16="http://schemas.microsoft.com/office/drawing/2014/main" id="{C3B4F8FE-B202-464F-8F0C-75D1A29542D4}"/>
              </a:ext>
            </a:extLst>
          </p:cNvPr>
          <p:cNvSpPr>
            <a:spLocks noGrp="1"/>
          </p:cNvSpPr>
          <p:nvPr>
            <p:ph type="sldNum" sz="quarter" idx="12"/>
          </p:nvPr>
        </p:nvSpPr>
        <p:spPr/>
        <p:txBody>
          <a:bodyPr/>
          <a:lstStyle/>
          <a:p>
            <a:fld id="{D57F1E4F-1CFF-5643-939E-217C01CDF565}" type="slidenum">
              <a:rPr lang="en-US" smtClean="0"/>
              <a:pPr/>
              <a:t>39</a:t>
            </a:fld>
            <a:endParaRPr lang="en-US" dirty="0"/>
          </a:p>
        </p:txBody>
      </p:sp>
    </p:spTree>
    <p:extLst>
      <p:ext uri="{BB962C8B-B14F-4D97-AF65-F5344CB8AC3E}">
        <p14:creationId xmlns:p14="http://schemas.microsoft.com/office/powerpoint/2010/main" val="2087289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9" name="Rectangle 7">
            <a:extLst>
              <a:ext uri="{FF2B5EF4-FFF2-40B4-BE49-F238E27FC236}">
                <a16:creationId xmlns:a16="http://schemas.microsoft.com/office/drawing/2014/main" id="{BA749CD2-0D58-411C-889D-342871261EBE}"/>
              </a:ext>
            </a:extLst>
          </p:cNvPr>
          <p:cNvSpPr>
            <a:spLocks noGrp="1" noChangeArrowheads="1"/>
          </p:cNvSpPr>
          <p:nvPr>
            <p:ph type="title"/>
          </p:nvPr>
        </p:nvSpPr>
        <p:spPr>
          <a:xfrm>
            <a:off x="811925" y="-289035"/>
            <a:ext cx="10131425" cy="1456267"/>
          </a:xfrm>
        </p:spPr>
        <p:txBody>
          <a:bodyPr/>
          <a:lstStyle/>
          <a:p>
            <a:r>
              <a:rPr lang="en-US" altLang="en-US" dirty="0"/>
              <a:t>Preliminary Thermal Design Process </a:t>
            </a:r>
          </a:p>
        </p:txBody>
      </p:sp>
      <p:graphicFrame>
        <p:nvGraphicFramePr>
          <p:cNvPr id="28713" name="Group 41">
            <a:extLst>
              <a:ext uri="{FF2B5EF4-FFF2-40B4-BE49-F238E27FC236}">
                <a16:creationId xmlns:a16="http://schemas.microsoft.com/office/drawing/2014/main" id="{B4763CD0-EEBF-418C-ABC5-9ED4F8917FD1}"/>
              </a:ext>
            </a:extLst>
          </p:cNvPr>
          <p:cNvGraphicFramePr>
            <a:graphicFrameLocks noGrp="1"/>
          </p:cNvGraphicFramePr>
          <p:nvPr/>
        </p:nvGraphicFramePr>
        <p:xfrm>
          <a:off x="1638300" y="863600"/>
          <a:ext cx="8915400" cy="5416552"/>
        </p:xfrm>
        <a:graphic>
          <a:graphicData uri="http://schemas.openxmlformats.org/drawingml/2006/table">
            <a:tbl>
              <a:tblPr/>
              <a:tblGrid>
                <a:gridCol w="1485900">
                  <a:extLst>
                    <a:ext uri="{9D8B030D-6E8A-4147-A177-3AD203B41FA5}">
                      <a16:colId xmlns:a16="http://schemas.microsoft.com/office/drawing/2014/main" val="2687898772"/>
                    </a:ext>
                  </a:extLst>
                </a:gridCol>
                <a:gridCol w="1778000">
                  <a:extLst>
                    <a:ext uri="{9D8B030D-6E8A-4147-A177-3AD203B41FA5}">
                      <a16:colId xmlns:a16="http://schemas.microsoft.com/office/drawing/2014/main" val="1266044081"/>
                    </a:ext>
                  </a:extLst>
                </a:gridCol>
                <a:gridCol w="2171700">
                  <a:extLst>
                    <a:ext uri="{9D8B030D-6E8A-4147-A177-3AD203B41FA5}">
                      <a16:colId xmlns:a16="http://schemas.microsoft.com/office/drawing/2014/main" val="3364047792"/>
                    </a:ext>
                  </a:extLst>
                </a:gridCol>
                <a:gridCol w="3479800">
                  <a:extLst>
                    <a:ext uri="{9D8B030D-6E8A-4147-A177-3AD203B41FA5}">
                      <a16:colId xmlns:a16="http://schemas.microsoft.com/office/drawing/2014/main" val="3222444053"/>
                    </a:ext>
                  </a:extLst>
                </a:gridCol>
              </a:tblGrid>
              <a:tr h="33655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tx1"/>
                          </a:solidFill>
                          <a:effectLst/>
                          <a:latin typeface="Arial" panose="020B0604020202020204" pitchFamily="34" charset="0"/>
                        </a:rPr>
                        <a:t>Step</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tx1"/>
                          </a:solidFill>
                          <a:effectLst/>
                          <a:latin typeface="Arial" panose="020B0604020202020204" pitchFamily="34" charset="0"/>
                        </a:rPr>
                        <a:t>Inputs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tx1"/>
                          </a:solidFill>
                          <a:effectLst/>
                          <a:latin typeface="Arial" panose="020B0604020202020204" pitchFamily="34" charset="0"/>
                        </a:rPr>
                        <a:t>Outputs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tx1"/>
                          </a:solidFill>
                          <a:effectLst/>
                          <a:latin typeface="Arial" panose="020B0604020202020204" pitchFamily="34" charset="0"/>
                        </a:rPr>
                        <a:t>Key Issues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726803764"/>
                  </a:ext>
                </a:extLst>
              </a:tr>
              <a:tr h="606425">
                <a:tc>
                  <a:txBody>
                    <a:bodyPr/>
                    <a:lstStyle>
                      <a:lvl1pPr marL="292100" indent="-2921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292100" marR="0" lvl="0" indent="-2921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accent2"/>
                          </a:solidFill>
                          <a:effectLst/>
                          <a:latin typeface="Arial" panose="020B0604020202020204" pitchFamily="34" charset="0"/>
                        </a:rPr>
                        <a:t>1.	Identify thermal requirements and constraints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Component thermal requirements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System level thermal reqmts</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Specialized requirements for specific equipment</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Identify payload thermal requirements</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Identify major elements that may present thermal challenges (see Step 3)</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413699974"/>
                  </a:ext>
                </a:extLst>
              </a:tr>
              <a:tr h="614363">
                <a:tc>
                  <a:txBody>
                    <a:bodyPr/>
                    <a:lstStyle>
                      <a:lvl1pPr marL="292100" indent="-2921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292100" marR="0" lvl="0" indent="-2921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accent2"/>
                          </a:solidFill>
                          <a:effectLst/>
                          <a:latin typeface="Arial" panose="020B0604020202020204" pitchFamily="34" charset="0"/>
                        </a:rPr>
                        <a:t>2.	Determine thermal environment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Orbit/attitude history</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S/C size &amp; shape</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Internal heat sources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Total energy input to the s/c</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Profile of energy input vs. time</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Max &amp; min distances to Sun</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Max &amp; min distances to Earth or other central body</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Chemical or nuclear internal heat sources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92905164"/>
                  </a:ext>
                </a:extLst>
              </a:tr>
              <a:tr h="1081088">
                <a:tc>
                  <a:txBody>
                    <a:bodyPr/>
                    <a:lstStyle>
                      <a:lvl1pPr marL="292100" indent="-2921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292100" marR="0" lvl="0" indent="-2921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accent2"/>
                          </a:solidFill>
                          <a:effectLst/>
                          <a:latin typeface="Arial" panose="020B0604020202020204" pitchFamily="34" charset="0"/>
                        </a:rPr>
                        <a:t>3.	Identify thermal challenges or problem areas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Thermal requirements</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Heat sources</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Equipment placement and attitude history</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List of specific thermal problem areas or problem times or events (hot, cold, or stability</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marL="342900" indent="-177800">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Identify major elements that</a:t>
                      </a:r>
                    </a:p>
                    <a:p>
                      <a:pPr marL="342900" marR="0" lvl="1" indent="-177800" algn="l" defTabSz="914400" rtl="0" eaLnBrk="0" fontAlgn="base" latinLnBrk="0" hangingPunct="0">
                        <a:lnSpc>
                          <a:spcPct val="100000"/>
                        </a:lnSpc>
                        <a:spcBef>
                          <a:spcPct val="500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Generate large amounts of heat</a:t>
                      </a:r>
                    </a:p>
                    <a:p>
                      <a:pPr marL="342900" marR="0" lvl="1" indent="-177800" algn="l" defTabSz="914400" rtl="0" eaLnBrk="0" fontAlgn="base" latinLnBrk="0" hangingPunct="0">
                        <a:lnSpc>
                          <a:spcPct val="100000"/>
                        </a:lnSpc>
                        <a:spcBef>
                          <a:spcPct val="500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Need cryo operating temperatures</a:t>
                      </a:r>
                    </a:p>
                    <a:p>
                      <a:pPr marL="342900" marR="0" lvl="1" indent="-177800" algn="l" defTabSz="914400" rtl="0" eaLnBrk="0" fontAlgn="base" latinLnBrk="0" hangingPunct="0">
                        <a:lnSpc>
                          <a:spcPct val="100000"/>
                        </a:lnSpc>
                        <a:spcBef>
                          <a:spcPct val="500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Have boiling or freezing problems</a:t>
                      </a:r>
                    </a:p>
                    <a:p>
                      <a:pPr marL="342900" marR="0" lvl="1" indent="-177800" algn="l" defTabSz="914400" rtl="0" eaLnBrk="0" fontAlgn="base" latinLnBrk="0" hangingPunct="0">
                        <a:lnSpc>
                          <a:spcPct val="100000"/>
                        </a:lnSpc>
                        <a:spcBef>
                          <a:spcPct val="500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Require a narrow temperature range</a:t>
                      </a:r>
                    </a:p>
                    <a:p>
                      <a:pPr marL="0" marR="0" lvl="0" indent="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Identify extraordinary thermal events or actions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33812214"/>
                  </a:ext>
                </a:extLst>
              </a:tr>
              <a:tr h="1128713">
                <a:tc>
                  <a:txBody>
                    <a:bodyPr/>
                    <a:lstStyle>
                      <a:lvl1pPr marL="292100" indent="-2921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292100" marR="0" lvl="0" indent="-2921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accent2"/>
                          </a:solidFill>
                          <a:effectLst/>
                          <a:latin typeface="Arial" panose="020B0604020202020204" pitchFamily="34" charset="0"/>
                        </a:rPr>
                        <a:t>4.	Identify applicable thermal control techniques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Thermal requirements and energy profile (from above)</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Additional constraints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Preliminary list of thermal control mechanisms for mission duration and principal spacecraft components, areas, or times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accent2"/>
                          </a:solidFill>
                          <a:effectLst/>
                          <a:latin typeface="Arial" panose="020B0604020202020204" pitchFamily="34" charset="0"/>
                        </a:rPr>
                        <a:t>Prefer passive over active means</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Component placement often key</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Pay particular attention to problem areas or sever thermal constraints</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Watch for mission critical issues (freezing propellant or hinge; fluid boiling or potential explosions)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647927877"/>
                  </a:ext>
                </a:extLst>
              </a:tr>
              <a:tr h="782638">
                <a:tc>
                  <a:txBody>
                    <a:bodyPr/>
                    <a:lstStyle>
                      <a:lvl1pPr marL="292100" indent="-2921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292100" marR="0" lvl="0" indent="-2921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accent2"/>
                          </a:solidFill>
                          <a:effectLst/>
                          <a:latin typeface="Arial" panose="020B0604020202020204" pitchFamily="34" charset="0"/>
                        </a:rPr>
                        <a:t>5.	Determine radiator and heater requirements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List of thermal environments &amp; events</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Thermal control approach</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Component temp reqmts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Radiator sizes and temps to manage hot case with margin</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Heater power for cold case thermal control</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marL="342900" indent="-114300">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Take into account:</a:t>
                      </a:r>
                    </a:p>
                    <a:p>
                      <a:pPr marL="342900" marR="0" lvl="1" indent="-114300" algn="l" defTabSz="914400" rtl="0" eaLnBrk="0" fontAlgn="base" latinLnBrk="0" hangingPunct="0">
                        <a:lnSpc>
                          <a:spcPct val="100000"/>
                        </a:lnSpc>
                        <a:spcBef>
                          <a:spcPct val="5000"/>
                        </a:spcBef>
                        <a:spcAft>
                          <a:spcPct val="0"/>
                        </a:spcAft>
                        <a:buClrTx/>
                        <a:buSzTx/>
                        <a:buFontTx/>
                        <a:buChar char="–"/>
                        <a:tabLst/>
                      </a:pPr>
                      <a:r>
                        <a:rPr kumimoji="0" lang="en-US" altLang="en-US" sz="1000" b="0" i="0" u="none" strike="noStrike" cap="none" normalizeH="0" baseline="0">
                          <a:ln>
                            <a:noFill/>
                          </a:ln>
                          <a:solidFill>
                            <a:schemeClr val="accent2"/>
                          </a:solidFill>
                          <a:effectLst/>
                          <a:latin typeface="Arial" panose="020B0604020202020204" pitchFamily="34" charset="0"/>
                        </a:rPr>
                        <a:t>Degradation of thermal surfaces over mission life</a:t>
                      </a:r>
                    </a:p>
                    <a:p>
                      <a:pPr marL="342900" marR="0" lvl="1" indent="-114300" algn="l" defTabSz="914400" rtl="0" eaLnBrk="0" fontAlgn="base" latinLnBrk="0" hangingPunct="0">
                        <a:lnSpc>
                          <a:spcPct val="100000"/>
                        </a:lnSpc>
                        <a:spcBef>
                          <a:spcPct val="500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Longest eclipse furthest from a warm central body</a:t>
                      </a:r>
                    </a:p>
                    <a:p>
                      <a:pPr marL="342900" marR="0" lvl="1" indent="-114300" algn="l" defTabSz="914400" rtl="0" eaLnBrk="0" fontAlgn="base" latinLnBrk="0" hangingPunct="0">
                        <a:lnSpc>
                          <a:spcPct val="100000"/>
                        </a:lnSpc>
                        <a:spcBef>
                          <a:spcPct val="500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Extraordinary thermal events or circumstances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763195550"/>
                  </a:ext>
                </a:extLst>
              </a:tr>
              <a:tr h="438150">
                <a:tc>
                  <a:txBody>
                    <a:bodyPr/>
                    <a:lstStyle>
                      <a:lvl1pPr marL="292100" indent="-2921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292100" marR="0" lvl="0" indent="-2921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accent2"/>
                          </a:solidFill>
                          <a:effectLst/>
                          <a:latin typeface="Arial" panose="020B0604020202020204" pitchFamily="34" charset="0"/>
                        </a:rPr>
                        <a:t>6.	Estimate mass and power</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List of TCS methods and components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TCS mass</a:t>
                      </a:r>
                    </a:p>
                    <a:p>
                      <a:pPr marL="0" marR="0" lvl="0" indent="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TCS power</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accent2"/>
                          </a:solidFill>
                          <a:effectLst/>
                          <a:latin typeface="Arial" panose="020B0604020202020204" pitchFamily="34" charset="0"/>
                        </a:rPr>
                        <a:t>Typically 2% to 10% of spacecraft dry mass</a:t>
                      </a:r>
                    </a:p>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May impact mass &amp; power of other subsystems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766256183"/>
                  </a:ext>
                </a:extLst>
              </a:tr>
              <a:tr h="428625">
                <a:tc>
                  <a:txBody>
                    <a:bodyPr/>
                    <a:lstStyle>
                      <a:lvl1pPr marL="292100" indent="-2921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292100" marR="0" lvl="0" indent="-2921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accent2"/>
                          </a:solidFill>
                          <a:effectLst/>
                          <a:latin typeface="Arial" panose="020B0604020202020204" pitchFamily="34" charset="0"/>
                        </a:rPr>
                        <a:t>7.	Document and iterate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
                        </a:spcBef>
                        <a:spcAft>
                          <a:spcPct val="0"/>
                        </a:spcAft>
                        <a:buClrTx/>
                        <a:buSzTx/>
                        <a:buFontTx/>
                        <a:buNone/>
                        <a:tabLst/>
                      </a:pPr>
                      <a:endParaRPr kumimoji="0" lang="en-US" altLang="en-US" sz="11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
                        </a:spcBef>
                        <a:spcAft>
                          <a:spcPct val="0"/>
                        </a:spcAft>
                        <a:buClrTx/>
                        <a:buSzTx/>
                        <a:buFontTx/>
                        <a:buNone/>
                        <a:tabLst/>
                      </a:pPr>
                      <a:endParaRPr kumimoji="0" lang="en-US" altLang="en-US" sz="11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marL="114300" indent="-114300">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114300" marR="0" lvl="0" indent="-114300" algn="l" defTabSz="914400" rtl="0" eaLnBrk="0" fontAlgn="base" latinLnBrk="0" hangingPunct="0">
                        <a:lnSpc>
                          <a:spcPct val="100000"/>
                        </a:lnSpc>
                        <a:spcBef>
                          <a:spcPct val="500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rPr>
                        <a:t>Thermal robustness can be key to system design flexibility and reducing operations costs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481970362"/>
                  </a:ext>
                </a:extLst>
              </a:tr>
            </a:tbl>
          </a:graphicData>
        </a:graphic>
      </p:graphicFrame>
      <p:sp>
        <p:nvSpPr>
          <p:cNvPr id="28760" name="Rectangle 88">
            <a:extLst>
              <a:ext uri="{FF2B5EF4-FFF2-40B4-BE49-F238E27FC236}">
                <a16:creationId xmlns:a16="http://schemas.microsoft.com/office/drawing/2014/main" id="{E57478A4-2FAA-460A-80A3-97FA6DF8034C}"/>
              </a:ext>
            </a:extLst>
          </p:cNvPr>
          <p:cNvSpPr>
            <a:spLocks noChangeArrowheads="1"/>
          </p:cNvSpPr>
          <p:nvPr/>
        </p:nvSpPr>
        <p:spPr bwMode="auto">
          <a:xfrm>
            <a:off x="9310688" y="6265864"/>
            <a:ext cx="1344612"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en-US" sz="1000"/>
              <a:t>SMAD, Table 11.44</a:t>
            </a:r>
          </a:p>
        </p:txBody>
      </p:sp>
      <p:sp>
        <p:nvSpPr>
          <p:cNvPr id="2" name="Slide Number Placeholder 1">
            <a:extLst>
              <a:ext uri="{FF2B5EF4-FFF2-40B4-BE49-F238E27FC236}">
                <a16:creationId xmlns:a16="http://schemas.microsoft.com/office/drawing/2014/main" id="{79EEFF1D-4643-4D73-AEFA-907DA5F9C52B}"/>
              </a:ext>
            </a:extLst>
          </p:cNvPr>
          <p:cNvSpPr>
            <a:spLocks noGrp="1"/>
          </p:cNvSpPr>
          <p:nvPr>
            <p:ph type="sldNum" sz="quarter" idx="12"/>
          </p:nvPr>
        </p:nvSpPr>
        <p:spPr/>
        <p:txBody>
          <a:bodyPr/>
          <a:lstStyle/>
          <a:p>
            <a:fld id="{D57F1E4F-1CFF-5643-939E-217C01CDF565}" type="slidenum">
              <a:rPr lang="en-US" smtClean="0"/>
              <a:pPr/>
              <a:t>40</a:t>
            </a:fld>
            <a:endParaRPr lang="en-US" dirty="0"/>
          </a:p>
        </p:txBody>
      </p:sp>
    </p:spTree>
    <p:extLst>
      <p:ext uri="{BB962C8B-B14F-4D97-AF65-F5344CB8AC3E}">
        <p14:creationId xmlns:p14="http://schemas.microsoft.com/office/powerpoint/2010/main" val="399380451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765D204-1DB8-474A-97B6-A3B0AD39B323}"/>
              </a:ext>
            </a:extLst>
          </p:cNvPr>
          <p:cNvSpPr>
            <a:spLocks noGrp="1" noChangeArrowheads="1"/>
          </p:cNvSpPr>
          <p:nvPr>
            <p:ph type="title"/>
          </p:nvPr>
        </p:nvSpPr>
        <p:spPr>
          <a:noFill/>
          <a:ln/>
        </p:spPr>
        <p:txBody>
          <a:bodyPr/>
          <a:lstStyle/>
          <a:p>
            <a:r>
              <a:rPr lang="en-US" altLang="en-US"/>
              <a:t>Typical Operating Temperatures</a:t>
            </a:r>
          </a:p>
        </p:txBody>
      </p:sp>
      <p:sp>
        <p:nvSpPr>
          <p:cNvPr id="30731" name="Rectangle 11">
            <a:extLst>
              <a:ext uri="{FF2B5EF4-FFF2-40B4-BE49-F238E27FC236}">
                <a16:creationId xmlns:a16="http://schemas.microsoft.com/office/drawing/2014/main" id="{F68F5742-40A8-4601-9B0A-B1F42F25FF5D}"/>
              </a:ext>
            </a:extLst>
          </p:cNvPr>
          <p:cNvSpPr>
            <a:spLocks noChangeArrowheads="1"/>
          </p:cNvSpPr>
          <p:nvPr/>
        </p:nvSpPr>
        <p:spPr bwMode="auto">
          <a:xfrm>
            <a:off x="9209088" y="6276976"/>
            <a:ext cx="1357312"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en-US" sz="1000"/>
              <a:t>SMAD,  Table 11.43</a:t>
            </a:r>
          </a:p>
        </p:txBody>
      </p:sp>
      <p:graphicFrame>
        <p:nvGraphicFramePr>
          <p:cNvPr id="30732" name="Group 12">
            <a:extLst>
              <a:ext uri="{FF2B5EF4-FFF2-40B4-BE49-F238E27FC236}">
                <a16:creationId xmlns:a16="http://schemas.microsoft.com/office/drawing/2014/main" id="{D6451E8E-625B-4CAB-A80B-BCCF629482EC}"/>
              </a:ext>
            </a:extLst>
          </p:cNvPr>
          <p:cNvGraphicFramePr>
            <a:graphicFrameLocks noGrp="1"/>
          </p:cNvGraphicFramePr>
          <p:nvPr/>
        </p:nvGraphicFramePr>
        <p:xfrm>
          <a:off x="1816100" y="1587501"/>
          <a:ext cx="8572500" cy="4521200"/>
        </p:xfrm>
        <a:graphic>
          <a:graphicData uri="http://schemas.openxmlformats.org/drawingml/2006/table">
            <a:tbl>
              <a:tblPr/>
              <a:tblGrid>
                <a:gridCol w="3340100">
                  <a:extLst>
                    <a:ext uri="{9D8B030D-6E8A-4147-A177-3AD203B41FA5}">
                      <a16:colId xmlns:a16="http://schemas.microsoft.com/office/drawing/2014/main" val="3215316026"/>
                    </a:ext>
                  </a:extLst>
                </a:gridCol>
                <a:gridCol w="2705100">
                  <a:extLst>
                    <a:ext uri="{9D8B030D-6E8A-4147-A177-3AD203B41FA5}">
                      <a16:colId xmlns:a16="http://schemas.microsoft.com/office/drawing/2014/main" val="3478916523"/>
                    </a:ext>
                  </a:extLst>
                </a:gridCol>
                <a:gridCol w="2527300">
                  <a:extLst>
                    <a:ext uri="{9D8B030D-6E8A-4147-A177-3AD203B41FA5}">
                      <a16:colId xmlns:a16="http://schemas.microsoft.com/office/drawing/2014/main" val="236881743"/>
                    </a:ext>
                  </a:extLst>
                </a:gridCol>
              </a:tblGrid>
              <a:tr h="4064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chemeClr val="tx1"/>
                          </a:solidFill>
                          <a:effectLst/>
                          <a:latin typeface="Arial" panose="020B0604020202020204" pitchFamily="34" charset="0"/>
                        </a:rPr>
                        <a:t>Component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chemeClr val="tx1"/>
                          </a:solidFill>
                          <a:effectLst/>
                          <a:latin typeface="Arial" panose="020B0604020202020204" pitchFamily="34" charset="0"/>
                        </a:rPr>
                        <a:t>Operational</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chemeClr val="tx1"/>
                          </a:solidFill>
                          <a:effectLst/>
                          <a:latin typeface="Arial" panose="020B0604020202020204" pitchFamily="34" charset="0"/>
                        </a:rPr>
                        <a:t>Survival</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38035687"/>
                  </a:ext>
                </a:extLst>
              </a:tr>
              <a:tr h="4064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Batteries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 to 15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-10 to 25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562508"/>
                  </a:ext>
                </a:extLst>
              </a:tr>
              <a:tr h="4064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Power box baseplates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-10 to 50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-20 to 60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35824181"/>
                  </a:ext>
                </a:extLst>
              </a:tr>
              <a:tr h="4064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Reaction wheels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-10 to 40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-20 to 50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36755020"/>
                  </a:ext>
                </a:extLst>
              </a:tr>
              <a:tr h="4064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Gyros/IMUs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 to 40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-10 to 50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757567984"/>
                  </a:ext>
                </a:extLst>
              </a:tr>
              <a:tr h="4064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Star trackers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 to 30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-10 to 40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672354875"/>
                  </a:ext>
                </a:extLst>
              </a:tr>
              <a:tr h="4064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C&amp;DH box baseplates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-20 to 60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-40 to 75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654817629"/>
                  </a:ext>
                </a:extLst>
              </a:tr>
              <a:tr h="4064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Hydrazine tanks and lines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15 to 40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5 to 50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647717649"/>
                  </a:ext>
                </a:extLst>
              </a:tr>
              <a:tr h="4064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Antenna gimbals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-40 to 80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-50 to 90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880102912"/>
                  </a:ext>
                </a:extLst>
              </a:tr>
              <a:tr h="4064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Antennas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-100 to 100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-120 to 120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701559419"/>
                  </a:ext>
                </a:extLst>
              </a:tr>
              <a:tr h="4064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Solar panels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-150 to 110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-200 to 130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99998331"/>
                  </a:ext>
                </a:extLst>
              </a:tr>
            </a:tbl>
          </a:graphicData>
        </a:graphic>
      </p:graphicFrame>
      <p:graphicFrame>
        <p:nvGraphicFramePr>
          <p:cNvPr id="30783" name="Group 63">
            <a:extLst>
              <a:ext uri="{FF2B5EF4-FFF2-40B4-BE49-F238E27FC236}">
                <a16:creationId xmlns:a16="http://schemas.microsoft.com/office/drawing/2014/main" id="{48E0D63A-72A3-43C0-8E9D-C8D4795DED13}"/>
              </a:ext>
            </a:extLst>
          </p:cNvPr>
          <p:cNvGraphicFramePr>
            <a:graphicFrameLocks noGrp="1"/>
          </p:cNvGraphicFramePr>
          <p:nvPr/>
        </p:nvGraphicFramePr>
        <p:xfrm>
          <a:off x="5156200" y="1133476"/>
          <a:ext cx="5233988" cy="457200"/>
        </p:xfrm>
        <a:graphic>
          <a:graphicData uri="http://schemas.openxmlformats.org/drawingml/2006/table">
            <a:tbl>
              <a:tblPr/>
              <a:tblGrid>
                <a:gridCol w="5233988">
                  <a:extLst>
                    <a:ext uri="{9D8B030D-6E8A-4147-A177-3AD203B41FA5}">
                      <a16:colId xmlns:a16="http://schemas.microsoft.com/office/drawing/2014/main" val="2651311608"/>
                    </a:ext>
                  </a:extLst>
                </a:gridCol>
              </a:tblGrid>
              <a:tr h="26670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chemeClr val="tx1"/>
                          </a:solidFill>
                          <a:effectLst/>
                          <a:latin typeface="Arial" panose="020B0604020202020204" pitchFamily="34" charset="0"/>
                        </a:rPr>
                        <a:t>Typical Temperature Ranges (</a:t>
                      </a:r>
                      <a:r>
                        <a:rPr kumimoji="0" lang="en-US" altLang="en-US" sz="2400" b="1" i="0" u="none" strike="noStrike" cap="none" normalizeH="0" baseline="0">
                          <a:ln>
                            <a:noFill/>
                          </a:ln>
                          <a:solidFill>
                            <a:schemeClr val="tx1"/>
                          </a:solidFill>
                          <a:effectLst/>
                          <a:latin typeface="Arial" panose="020B0604020202020204" pitchFamily="34" charset="0"/>
                          <a:cs typeface="Arial" panose="020B0604020202020204" pitchFamily="34" charset="0"/>
                        </a:rPr>
                        <a:t>°C)</a:t>
                      </a:r>
                      <a:endParaRPr kumimoji="0" lang="en-US" altLang="en-US" sz="2400" b="1"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930868254"/>
                  </a:ext>
                </a:extLst>
              </a:tr>
            </a:tbl>
          </a:graphicData>
        </a:graphic>
      </p:graphicFrame>
    </p:spTree>
    <p:extLst>
      <p:ext uri="{BB962C8B-B14F-4D97-AF65-F5344CB8AC3E}">
        <p14:creationId xmlns:p14="http://schemas.microsoft.com/office/powerpoint/2010/main" val="423722459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64F8E-AC6A-422D-960E-ACAC90EA7344}"/>
              </a:ext>
            </a:extLst>
          </p:cNvPr>
          <p:cNvSpPr>
            <a:spLocks noGrp="1"/>
          </p:cNvSpPr>
          <p:nvPr>
            <p:ph type="title"/>
          </p:nvPr>
        </p:nvSpPr>
        <p:spPr>
          <a:xfrm>
            <a:off x="2789559" y="0"/>
            <a:ext cx="5619923" cy="762000"/>
          </a:xfrm>
        </p:spPr>
        <p:txBody>
          <a:bodyPr/>
          <a:lstStyle/>
          <a:p>
            <a:r>
              <a:rPr lang="en-US" dirty="0"/>
              <a:t>Some possible solutions</a:t>
            </a:r>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9CC22347-60D3-49CE-8114-F826906F4497}"/>
                  </a:ext>
                </a:extLst>
              </p:cNvPr>
              <p:cNvGraphicFramePr>
                <a:graphicFrameLocks noGrp="1"/>
              </p:cNvGraphicFramePr>
              <p:nvPr>
                <p:ph sz="half" idx="2"/>
              </p:nvPr>
            </p:nvGraphicFramePr>
            <p:xfrm>
              <a:off x="483849" y="779491"/>
              <a:ext cx="11260140" cy="3105531"/>
            </p:xfrm>
            <a:graphic>
              <a:graphicData uri="http://schemas.openxmlformats.org/drawingml/2006/table">
                <a:tbl>
                  <a:tblPr firstRow="1" bandRow="1">
                    <a:tableStyleId>{5C22544A-7EE6-4342-B048-85BDC9FD1C3A}</a:tableStyleId>
                  </a:tblPr>
                  <a:tblGrid>
                    <a:gridCol w="2815035">
                      <a:extLst>
                        <a:ext uri="{9D8B030D-6E8A-4147-A177-3AD203B41FA5}">
                          <a16:colId xmlns:a16="http://schemas.microsoft.com/office/drawing/2014/main" val="2523240363"/>
                        </a:ext>
                      </a:extLst>
                    </a:gridCol>
                    <a:gridCol w="2815035">
                      <a:extLst>
                        <a:ext uri="{9D8B030D-6E8A-4147-A177-3AD203B41FA5}">
                          <a16:colId xmlns:a16="http://schemas.microsoft.com/office/drawing/2014/main" val="2551801512"/>
                        </a:ext>
                      </a:extLst>
                    </a:gridCol>
                    <a:gridCol w="2815035">
                      <a:extLst>
                        <a:ext uri="{9D8B030D-6E8A-4147-A177-3AD203B41FA5}">
                          <a16:colId xmlns:a16="http://schemas.microsoft.com/office/drawing/2014/main" val="3347993421"/>
                        </a:ext>
                      </a:extLst>
                    </a:gridCol>
                    <a:gridCol w="2815035">
                      <a:extLst>
                        <a:ext uri="{9D8B030D-6E8A-4147-A177-3AD203B41FA5}">
                          <a16:colId xmlns:a16="http://schemas.microsoft.com/office/drawing/2014/main" val="3289523685"/>
                        </a:ext>
                      </a:extLst>
                    </a:gridCol>
                  </a:tblGrid>
                  <a:tr h="365739">
                    <a:tc>
                      <a:txBody>
                        <a:bodyPr/>
                        <a:lstStyle/>
                        <a:p>
                          <a:r>
                            <a:rPr lang="en-US" dirty="0"/>
                            <a:t>Thermal Coating</a:t>
                          </a:r>
                        </a:p>
                      </a:txBody>
                      <a:tcPr/>
                    </a:tc>
                    <a:tc>
                      <a:txBody>
                        <a:bodyPr/>
                        <a:lstStyle/>
                        <a:p>
                          <a:r>
                            <a:rPr lang="en-US" dirty="0"/>
                            <a:t>Emissivity</a:t>
                          </a:r>
                        </a:p>
                      </a:txBody>
                      <a:tcPr/>
                    </a:tc>
                    <a:tc>
                      <a:txBody>
                        <a:bodyPr/>
                        <a:lstStyle/>
                        <a:p>
                          <a:r>
                            <a:rPr lang="en-US" dirty="0"/>
                            <a:t>Mass</a:t>
                          </a:r>
                        </a:p>
                      </a:txBody>
                      <a:tcPr/>
                    </a:tc>
                    <a:tc>
                      <a:txBody>
                        <a:bodyPr/>
                        <a:lstStyle/>
                        <a:p>
                          <a:r>
                            <a:rPr lang="en-US" dirty="0"/>
                            <a:t>Notes</a:t>
                          </a:r>
                        </a:p>
                      </a:txBody>
                      <a:tcPr/>
                    </a:tc>
                    <a:extLst>
                      <a:ext uri="{0D108BD9-81ED-4DB2-BD59-A6C34878D82A}">
                        <a16:rowId xmlns:a16="http://schemas.microsoft.com/office/drawing/2014/main" val="4057075429"/>
                      </a:ext>
                    </a:extLst>
                  </a:tr>
                  <a:tr h="370840">
                    <a:tc>
                      <a:txBody>
                        <a:bodyPr/>
                        <a:lstStyle/>
                        <a:p>
                          <a:r>
                            <a:rPr lang="en-US" dirty="0"/>
                            <a:t>Insulation</a:t>
                          </a:r>
                        </a:p>
                      </a:txBody>
                      <a:tcPr/>
                    </a:tc>
                    <a:tc>
                      <a:txBody>
                        <a:bodyPr/>
                        <a:lstStyle/>
                        <a:p>
                          <a:r>
                            <a:rPr lang="en-US" dirty="0"/>
                            <a:t>0.05</a:t>
                          </a:r>
                        </a:p>
                      </a:txBody>
                      <a:tcPr/>
                    </a:tc>
                    <a:tc>
                      <a:txBody>
                        <a:bodyPr/>
                        <a:lstStyle/>
                        <a:p>
                          <a:r>
                            <a:rPr lang="en-US" dirty="0"/>
                            <a:t>0.3</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𝑘𝑔</m:t>
                                  </m:r>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den>
                              </m:f>
                            </m:oMath>
                          </a14:m>
                          <a:endParaRPr lang="en-US" dirty="0"/>
                        </a:p>
                      </a:txBody>
                      <a:tcPr/>
                    </a:tc>
                    <a:tc>
                      <a:txBody>
                        <a:bodyPr/>
                        <a:lstStyle/>
                        <a:p>
                          <a:r>
                            <a:rPr lang="en-US" dirty="0"/>
                            <a:t>Passive system</a:t>
                          </a:r>
                        </a:p>
                      </a:txBody>
                      <a:tcPr/>
                    </a:tc>
                    <a:extLst>
                      <a:ext uri="{0D108BD9-81ED-4DB2-BD59-A6C34878D82A}">
                        <a16:rowId xmlns:a16="http://schemas.microsoft.com/office/drawing/2014/main" val="1808345596"/>
                      </a:ext>
                    </a:extLst>
                  </a:tr>
                  <a:tr h="380429">
                    <a:tc>
                      <a:txBody>
                        <a:bodyPr/>
                        <a:lstStyle/>
                        <a:p>
                          <a:r>
                            <a:rPr lang="en-US" dirty="0"/>
                            <a:t>Radiators</a:t>
                          </a:r>
                        </a:p>
                      </a:txBody>
                      <a:tcPr/>
                    </a:tc>
                    <a:tc>
                      <a:txBody>
                        <a:bodyPr/>
                        <a:lstStyle/>
                        <a:p>
                          <a:r>
                            <a:rPr lang="en-US" dirty="0"/>
                            <a:t>0.8</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0.6</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𝑘𝑔</m:t>
                                  </m:r>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den>
                              </m:f>
                            </m:oMath>
                          </a14:m>
                          <a:endParaRPr lang="en-US" dirty="0"/>
                        </a:p>
                        <a:p>
                          <a:endParaRPr lang="en-US" dirty="0"/>
                        </a:p>
                      </a:txBody>
                      <a:tcPr/>
                    </a:tc>
                    <a:tc>
                      <a:txBody>
                        <a:bodyPr/>
                        <a:lstStyle/>
                        <a:p>
                          <a:r>
                            <a:rPr lang="en-US" dirty="0"/>
                            <a:t>Passive system</a:t>
                          </a:r>
                        </a:p>
                      </a:txBody>
                      <a:tcPr/>
                    </a:tc>
                    <a:extLst>
                      <a:ext uri="{0D108BD9-81ED-4DB2-BD59-A6C34878D82A}">
                        <a16:rowId xmlns:a16="http://schemas.microsoft.com/office/drawing/2014/main" val="1081094328"/>
                      </a:ext>
                    </a:extLst>
                  </a:tr>
                  <a:tr h="190215">
                    <a:tc>
                      <a:txBody>
                        <a:bodyPr/>
                        <a:lstStyle/>
                        <a:p>
                          <a:r>
                            <a:rPr lang="en-US" dirty="0"/>
                            <a:t>White paint*</a:t>
                          </a:r>
                        </a:p>
                      </a:txBody>
                      <a:tcPr/>
                    </a:tc>
                    <a:tc>
                      <a:txBody>
                        <a:bodyPr/>
                        <a:lstStyle/>
                        <a:p>
                          <a:r>
                            <a:rPr lang="en-US" dirty="0"/>
                            <a:t>0.85</a:t>
                          </a:r>
                        </a:p>
                      </a:txBody>
                      <a:tcPr/>
                    </a:tc>
                    <a:tc>
                      <a:txBody>
                        <a:bodyPr/>
                        <a:lstStyle/>
                        <a:p>
                          <a:r>
                            <a:rPr lang="en-US" dirty="0"/>
                            <a:t>Negligible</a:t>
                          </a:r>
                        </a:p>
                      </a:txBody>
                      <a:tcPr/>
                    </a:tc>
                    <a:tc>
                      <a:txBody>
                        <a:bodyPr/>
                        <a:lstStyle/>
                        <a:p>
                          <a:r>
                            <a:rPr lang="en-US" dirty="0"/>
                            <a:t> Passive system</a:t>
                          </a:r>
                        </a:p>
                      </a:txBody>
                      <a:tcPr/>
                    </a:tc>
                    <a:extLst>
                      <a:ext uri="{0D108BD9-81ED-4DB2-BD59-A6C34878D82A}">
                        <a16:rowId xmlns:a16="http://schemas.microsoft.com/office/drawing/2014/main" val="64360845"/>
                      </a:ext>
                    </a:extLst>
                  </a:tr>
                  <a:tr h="190215">
                    <a:tc>
                      <a:txBody>
                        <a:bodyPr/>
                        <a:lstStyle/>
                        <a:p>
                          <a:r>
                            <a:rPr lang="en-US" dirty="0"/>
                            <a:t>Black paint**</a:t>
                          </a:r>
                        </a:p>
                      </a:txBody>
                      <a:tcPr/>
                    </a:tc>
                    <a:tc>
                      <a:txBody>
                        <a:bodyPr/>
                        <a:lstStyle/>
                        <a:p>
                          <a:r>
                            <a:rPr lang="en-US" dirty="0"/>
                            <a:t>0.874</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68186370"/>
                      </a:ext>
                    </a:extLst>
                  </a:tr>
                  <a:tr h="370840">
                    <a:tc>
                      <a:txBody>
                        <a:bodyPr/>
                        <a:lstStyle/>
                        <a:p>
                          <a:r>
                            <a:rPr lang="en-US" dirty="0"/>
                            <a:t>Radiators w/louvers</a:t>
                          </a:r>
                        </a:p>
                      </a:txBody>
                      <a:tcPr/>
                    </a:tc>
                    <a:tc>
                      <a:txBody>
                        <a:bodyPr/>
                        <a:lstStyle/>
                        <a:p>
                          <a:r>
                            <a:rPr lang="en-US" dirty="0"/>
                            <a:t>0.05 – 0.8</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i="0" dirty="0">
                              <a:latin typeface="+mn-lt"/>
                            </a:rPr>
                            <a:t>2.1</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𝑘𝑔</m:t>
                                  </m:r>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den>
                              </m:f>
                            </m:oMath>
                          </a14:m>
                          <a:endParaRPr lang="en-US" dirty="0"/>
                        </a:p>
                        <a:p>
                          <a:endParaRPr lang="en-US" dirty="0"/>
                        </a:p>
                      </a:txBody>
                      <a:tcPr/>
                    </a:tc>
                    <a:tc>
                      <a:txBody>
                        <a:bodyPr/>
                        <a:lstStyle/>
                        <a:p>
                          <a:r>
                            <a:rPr lang="en-US" dirty="0"/>
                            <a:t>Active system*</a:t>
                          </a:r>
                        </a:p>
                      </a:txBody>
                      <a:tcPr/>
                    </a:tc>
                    <a:extLst>
                      <a:ext uri="{0D108BD9-81ED-4DB2-BD59-A6C34878D82A}">
                        <a16:rowId xmlns:a16="http://schemas.microsoft.com/office/drawing/2014/main" val="3546536067"/>
                      </a:ext>
                    </a:extLst>
                  </a:tr>
                </a:tbl>
              </a:graphicData>
            </a:graphic>
          </p:graphicFrame>
        </mc:Choice>
        <mc:Fallback xmlns="">
          <p:graphicFrame>
            <p:nvGraphicFramePr>
              <p:cNvPr id="5" name="Content Placeholder 4">
                <a:extLst>
                  <a:ext uri="{FF2B5EF4-FFF2-40B4-BE49-F238E27FC236}">
                    <a16:creationId xmlns:a16="http://schemas.microsoft.com/office/drawing/2014/main" id="{9CC22347-60D3-49CE-8114-F826906F4497}"/>
                  </a:ext>
                </a:extLst>
              </p:cNvPr>
              <p:cNvGraphicFramePr>
                <a:graphicFrameLocks noGrp="1"/>
              </p:cNvGraphicFramePr>
              <p:nvPr>
                <p:ph sz="half" idx="2"/>
                <p:extLst>
                  <p:ext uri="{D42A27DB-BD31-4B8C-83A1-F6EECF244321}">
                    <p14:modId xmlns:p14="http://schemas.microsoft.com/office/powerpoint/2010/main" val="143475763"/>
                  </p:ext>
                </p:extLst>
              </p:nvPr>
            </p:nvGraphicFramePr>
            <p:xfrm>
              <a:off x="483849" y="779491"/>
              <a:ext cx="11260140" cy="3105531"/>
            </p:xfrm>
            <a:graphic>
              <a:graphicData uri="http://schemas.openxmlformats.org/drawingml/2006/table">
                <a:tbl>
                  <a:tblPr firstRow="1" bandRow="1">
                    <a:tableStyleId>{5C22544A-7EE6-4342-B048-85BDC9FD1C3A}</a:tableStyleId>
                  </a:tblPr>
                  <a:tblGrid>
                    <a:gridCol w="2815035">
                      <a:extLst>
                        <a:ext uri="{9D8B030D-6E8A-4147-A177-3AD203B41FA5}">
                          <a16:colId xmlns:a16="http://schemas.microsoft.com/office/drawing/2014/main" val="2523240363"/>
                        </a:ext>
                      </a:extLst>
                    </a:gridCol>
                    <a:gridCol w="2815035">
                      <a:extLst>
                        <a:ext uri="{9D8B030D-6E8A-4147-A177-3AD203B41FA5}">
                          <a16:colId xmlns:a16="http://schemas.microsoft.com/office/drawing/2014/main" val="2551801512"/>
                        </a:ext>
                      </a:extLst>
                    </a:gridCol>
                    <a:gridCol w="2815035">
                      <a:extLst>
                        <a:ext uri="{9D8B030D-6E8A-4147-A177-3AD203B41FA5}">
                          <a16:colId xmlns:a16="http://schemas.microsoft.com/office/drawing/2014/main" val="3347993421"/>
                        </a:ext>
                      </a:extLst>
                    </a:gridCol>
                    <a:gridCol w="2815035">
                      <a:extLst>
                        <a:ext uri="{9D8B030D-6E8A-4147-A177-3AD203B41FA5}">
                          <a16:colId xmlns:a16="http://schemas.microsoft.com/office/drawing/2014/main" val="3289523685"/>
                        </a:ext>
                      </a:extLst>
                    </a:gridCol>
                  </a:tblGrid>
                  <a:tr h="365760">
                    <a:tc>
                      <a:txBody>
                        <a:bodyPr/>
                        <a:lstStyle/>
                        <a:p>
                          <a:r>
                            <a:rPr lang="en-US" dirty="0"/>
                            <a:t>Thermal Coating</a:t>
                          </a:r>
                        </a:p>
                      </a:txBody>
                      <a:tcPr/>
                    </a:tc>
                    <a:tc>
                      <a:txBody>
                        <a:bodyPr/>
                        <a:lstStyle/>
                        <a:p>
                          <a:r>
                            <a:rPr lang="en-US" dirty="0"/>
                            <a:t>Emissivity</a:t>
                          </a:r>
                        </a:p>
                      </a:txBody>
                      <a:tcPr/>
                    </a:tc>
                    <a:tc>
                      <a:txBody>
                        <a:bodyPr/>
                        <a:lstStyle/>
                        <a:p>
                          <a:r>
                            <a:rPr lang="en-US" dirty="0"/>
                            <a:t>Mass</a:t>
                          </a:r>
                        </a:p>
                      </a:txBody>
                      <a:tcPr/>
                    </a:tc>
                    <a:tc>
                      <a:txBody>
                        <a:bodyPr/>
                        <a:lstStyle/>
                        <a:p>
                          <a:r>
                            <a:rPr lang="en-US" dirty="0"/>
                            <a:t>Notes</a:t>
                          </a:r>
                        </a:p>
                      </a:txBody>
                      <a:tcPr/>
                    </a:tc>
                    <a:extLst>
                      <a:ext uri="{0D108BD9-81ED-4DB2-BD59-A6C34878D82A}">
                        <a16:rowId xmlns:a16="http://schemas.microsoft.com/office/drawing/2014/main" val="4057075429"/>
                      </a:ext>
                    </a:extLst>
                  </a:tr>
                  <a:tr h="486537">
                    <a:tc>
                      <a:txBody>
                        <a:bodyPr/>
                        <a:lstStyle/>
                        <a:p>
                          <a:r>
                            <a:rPr lang="en-US" dirty="0"/>
                            <a:t>Insulation</a:t>
                          </a:r>
                        </a:p>
                      </a:txBody>
                      <a:tcPr/>
                    </a:tc>
                    <a:tc>
                      <a:txBody>
                        <a:bodyPr/>
                        <a:lstStyle/>
                        <a:p>
                          <a:r>
                            <a:rPr lang="en-US" dirty="0"/>
                            <a:t>0.05</a:t>
                          </a:r>
                        </a:p>
                      </a:txBody>
                      <a:tcPr/>
                    </a:tc>
                    <a:tc>
                      <a:txBody>
                        <a:bodyPr/>
                        <a:lstStyle/>
                        <a:p>
                          <a:endParaRPr lang="en-US"/>
                        </a:p>
                      </a:txBody>
                      <a:tcPr>
                        <a:blipFill>
                          <a:blip r:embed="rId3"/>
                          <a:stretch>
                            <a:fillRect l="-200216" t="-81250" r="-100866" b="-466250"/>
                          </a:stretch>
                        </a:blipFill>
                      </a:tcPr>
                    </a:tc>
                    <a:tc>
                      <a:txBody>
                        <a:bodyPr/>
                        <a:lstStyle/>
                        <a:p>
                          <a:r>
                            <a:rPr lang="en-US" dirty="0"/>
                            <a:t>Passive system</a:t>
                          </a:r>
                        </a:p>
                      </a:txBody>
                      <a:tcPr/>
                    </a:tc>
                    <a:extLst>
                      <a:ext uri="{0D108BD9-81ED-4DB2-BD59-A6C34878D82A}">
                        <a16:rowId xmlns:a16="http://schemas.microsoft.com/office/drawing/2014/main" val="1808345596"/>
                      </a:ext>
                    </a:extLst>
                  </a:tr>
                  <a:tr h="760857">
                    <a:tc>
                      <a:txBody>
                        <a:bodyPr/>
                        <a:lstStyle/>
                        <a:p>
                          <a:r>
                            <a:rPr lang="en-US" dirty="0"/>
                            <a:t>Radiators</a:t>
                          </a:r>
                        </a:p>
                      </a:txBody>
                      <a:tcPr/>
                    </a:tc>
                    <a:tc>
                      <a:txBody>
                        <a:bodyPr/>
                        <a:lstStyle/>
                        <a:p>
                          <a:r>
                            <a:rPr lang="en-US" dirty="0"/>
                            <a:t>0.8</a:t>
                          </a:r>
                        </a:p>
                      </a:txBody>
                      <a:tcPr/>
                    </a:tc>
                    <a:tc>
                      <a:txBody>
                        <a:bodyPr/>
                        <a:lstStyle/>
                        <a:p>
                          <a:endParaRPr lang="en-US"/>
                        </a:p>
                      </a:txBody>
                      <a:tcPr>
                        <a:blipFill>
                          <a:blip r:embed="rId3"/>
                          <a:stretch>
                            <a:fillRect l="-200216" t="-116000" r="-100866" b="-198400"/>
                          </a:stretch>
                        </a:blipFill>
                      </a:tcPr>
                    </a:tc>
                    <a:tc>
                      <a:txBody>
                        <a:bodyPr/>
                        <a:lstStyle/>
                        <a:p>
                          <a:r>
                            <a:rPr lang="en-US" dirty="0"/>
                            <a:t>Passive system</a:t>
                          </a:r>
                        </a:p>
                      </a:txBody>
                      <a:tcPr/>
                    </a:tc>
                    <a:extLst>
                      <a:ext uri="{0D108BD9-81ED-4DB2-BD59-A6C34878D82A}">
                        <a16:rowId xmlns:a16="http://schemas.microsoft.com/office/drawing/2014/main" val="1081094328"/>
                      </a:ext>
                    </a:extLst>
                  </a:tr>
                  <a:tr h="365760">
                    <a:tc>
                      <a:txBody>
                        <a:bodyPr/>
                        <a:lstStyle/>
                        <a:p>
                          <a:r>
                            <a:rPr lang="en-US" dirty="0"/>
                            <a:t>White paint*</a:t>
                          </a:r>
                        </a:p>
                      </a:txBody>
                      <a:tcPr/>
                    </a:tc>
                    <a:tc>
                      <a:txBody>
                        <a:bodyPr/>
                        <a:lstStyle/>
                        <a:p>
                          <a:r>
                            <a:rPr lang="en-US" dirty="0"/>
                            <a:t>0.85</a:t>
                          </a:r>
                        </a:p>
                      </a:txBody>
                      <a:tcPr/>
                    </a:tc>
                    <a:tc>
                      <a:txBody>
                        <a:bodyPr/>
                        <a:lstStyle/>
                        <a:p>
                          <a:r>
                            <a:rPr lang="en-US" dirty="0"/>
                            <a:t>Negligible</a:t>
                          </a:r>
                        </a:p>
                      </a:txBody>
                      <a:tcPr/>
                    </a:tc>
                    <a:tc>
                      <a:txBody>
                        <a:bodyPr/>
                        <a:lstStyle/>
                        <a:p>
                          <a:r>
                            <a:rPr lang="en-US" dirty="0"/>
                            <a:t> Passive system</a:t>
                          </a:r>
                        </a:p>
                      </a:txBody>
                      <a:tcPr/>
                    </a:tc>
                    <a:extLst>
                      <a:ext uri="{0D108BD9-81ED-4DB2-BD59-A6C34878D82A}">
                        <a16:rowId xmlns:a16="http://schemas.microsoft.com/office/drawing/2014/main" val="64360845"/>
                      </a:ext>
                    </a:extLst>
                  </a:tr>
                  <a:tr h="365760">
                    <a:tc>
                      <a:txBody>
                        <a:bodyPr/>
                        <a:lstStyle/>
                        <a:p>
                          <a:r>
                            <a:rPr lang="en-US" dirty="0"/>
                            <a:t>Black paint**</a:t>
                          </a:r>
                        </a:p>
                      </a:txBody>
                      <a:tcPr/>
                    </a:tc>
                    <a:tc>
                      <a:txBody>
                        <a:bodyPr/>
                        <a:lstStyle/>
                        <a:p>
                          <a:r>
                            <a:rPr lang="en-US" dirty="0"/>
                            <a:t>0.874</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68186370"/>
                      </a:ext>
                    </a:extLst>
                  </a:tr>
                  <a:tr h="760857">
                    <a:tc>
                      <a:txBody>
                        <a:bodyPr/>
                        <a:lstStyle/>
                        <a:p>
                          <a:r>
                            <a:rPr lang="en-US" dirty="0"/>
                            <a:t>Radiators w/louvers</a:t>
                          </a:r>
                        </a:p>
                      </a:txBody>
                      <a:tcPr/>
                    </a:tc>
                    <a:tc>
                      <a:txBody>
                        <a:bodyPr/>
                        <a:lstStyle/>
                        <a:p>
                          <a:r>
                            <a:rPr lang="en-US" dirty="0"/>
                            <a:t>0.05 – 0.8</a:t>
                          </a:r>
                        </a:p>
                      </a:txBody>
                      <a:tcPr/>
                    </a:tc>
                    <a:tc>
                      <a:txBody>
                        <a:bodyPr/>
                        <a:lstStyle/>
                        <a:p>
                          <a:endParaRPr lang="en-US"/>
                        </a:p>
                      </a:txBody>
                      <a:tcPr>
                        <a:blipFill>
                          <a:blip r:embed="rId3"/>
                          <a:stretch>
                            <a:fillRect l="-200216" t="-312800" r="-100866" b="-1600"/>
                          </a:stretch>
                        </a:blipFill>
                      </a:tcPr>
                    </a:tc>
                    <a:tc>
                      <a:txBody>
                        <a:bodyPr/>
                        <a:lstStyle/>
                        <a:p>
                          <a:r>
                            <a:rPr lang="en-US" dirty="0"/>
                            <a:t>Active system*</a:t>
                          </a:r>
                        </a:p>
                      </a:txBody>
                      <a:tcPr/>
                    </a:tc>
                    <a:extLst>
                      <a:ext uri="{0D108BD9-81ED-4DB2-BD59-A6C34878D82A}">
                        <a16:rowId xmlns:a16="http://schemas.microsoft.com/office/drawing/2014/main" val="3546536067"/>
                      </a:ext>
                    </a:extLst>
                  </a:tr>
                </a:tbl>
              </a:graphicData>
            </a:graphic>
          </p:graphicFrame>
        </mc:Fallback>
      </mc:AlternateContent>
      <p:sp>
        <p:nvSpPr>
          <p:cNvPr id="6" name="TextBox 5">
            <a:extLst>
              <a:ext uri="{FF2B5EF4-FFF2-40B4-BE49-F238E27FC236}">
                <a16:creationId xmlns:a16="http://schemas.microsoft.com/office/drawing/2014/main" id="{692D961E-BC09-4BC2-8108-B95ED7F3650B}"/>
              </a:ext>
            </a:extLst>
          </p:cNvPr>
          <p:cNvSpPr txBox="1"/>
          <p:nvPr/>
        </p:nvSpPr>
        <p:spPr>
          <a:xfrm>
            <a:off x="559457" y="3855579"/>
            <a:ext cx="9529468" cy="1200329"/>
          </a:xfrm>
          <a:prstGeom prst="rect">
            <a:avLst/>
          </a:prstGeom>
          <a:noFill/>
        </p:spPr>
        <p:txBody>
          <a:bodyPr wrap="none" rtlCol="0">
            <a:spAutoFit/>
          </a:bodyPr>
          <a:lstStyle/>
          <a:p>
            <a:r>
              <a:rPr lang="en-US" dirty="0"/>
              <a:t>* Absorptivity of 0.252</a:t>
            </a:r>
          </a:p>
          <a:p>
            <a:r>
              <a:rPr lang="en-US" dirty="0"/>
              <a:t>** Absorptivity of 0.975</a:t>
            </a:r>
          </a:p>
          <a:p>
            <a:pPr marL="285750" indent="-285750">
              <a:buFont typeface="Arial" panose="020B0604020202020204" pitchFamily="34" charset="0"/>
              <a:buChar char="•"/>
            </a:pPr>
            <a:r>
              <a:rPr lang="en-US" dirty="0"/>
              <a:t>Each location requires the use of a controller with a mass of .2 kg and power requirement of 2 W</a:t>
            </a:r>
          </a:p>
          <a:p>
            <a:pPr marL="285750" indent="-285750">
              <a:buFont typeface="Arial" panose="020B0604020202020204" pitchFamily="34" charset="0"/>
              <a:buChar char="•"/>
            </a:pPr>
            <a:r>
              <a:rPr lang="en-US" dirty="0"/>
              <a:t>Indicate range of emissivity used in your design</a:t>
            </a:r>
          </a:p>
        </p:txBody>
      </p:sp>
      <p:pic>
        <p:nvPicPr>
          <p:cNvPr id="16386" name="Picture 2" descr="http://thelivingmoon.com/41pegasus/04images/Space/CM_Capture9_43.jpg">
            <a:extLst>
              <a:ext uri="{FF2B5EF4-FFF2-40B4-BE49-F238E27FC236}">
                <a16:creationId xmlns:a16="http://schemas.microsoft.com/office/drawing/2014/main" id="{28A023C3-55EC-4D15-A715-61A45F0D0C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0103" y="4814444"/>
            <a:ext cx="3160138" cy="2043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39316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8E1170CE-A6D8-4B9A-8D34-17B97B4109FE}"/>
              </a:ext>
            </a:extLst>
          </p:cNvPr>
          <p:cNvSpPr>
            <a:spLocks noGrp="1" noChangeArrowheads="1"/>
          </p:cNvSpPr>
          <p:nvPr>
            <p:ph type="title"/>
          </p:nvPr>
        </p:nvSpPr>
        <p:spPr>
          <a:xfrm>
            <a:off x="523875" y="-259829"/>
            <a:ext cx="10131425" cy="1456267"/>
          </a:xfrm>
          <a:noFill/>
          <a:ln/>
        </p:spPr>
        <p:txBody>
          <a:bodyPr/>
          <a:lstStyle/>
          <a:p>
            <a:r>
              <a:rPr lang="en-US" altLang="en-US" dirty="0"/>
              <a:t>Mass and Power Estimates</a:t>
            </a:r>
          </a:p>
        </p:txBody>
      </p:sp>
      <p:graphicFrame>
        <p:nvGraphicFramePr>
          <p:cNvPr id="35851" name="Group 11">
            <a:extLst>
              <a:ext uri="{FF2B5EF4-FFF2-40B4-BE49-F238E27FC236}">
                <a16:creationId xmlns:a16="http://schemas.microsoft.com/office/drawing/2014/main" id="{576771C3-ADD6-4E52-B5C6-F4E0499C07E9}"/>
              </a:ext>
            </a:extLst>
          </p:cNvPr>
          <p:cNvGraphicFramePr>
            <a:graphicFrameLocks noGrp="1"/>
          </p:cNvGraphicFramePr>
          <p:nvPr/>
        </p:nvGraphicFramePr>
        <p:xfrm>
          <a:off x="1600200" y="876300"/>
          <a:ext cx="9004300" cy="4095750"/>
        </p:xfrm>
        <a:graphic>
          <a:graphicData uri="http://schemas.openxmlformats.org/drawingml/2006/table">
            <a:tbl>
              <a:tblPr/>
              <a:tblGrid>
                <a:gridCol w="2540000">
                  <a:extLst>
                    <a:ext uri="{9D8B030D-6E8A-4147-A177-3AD203B41FA5}">
                      <a16:colId xmlns:a16="http://schemas.microsoft.com/office/drawing/2014/main" val="1527615630"/>
                    </a:ext>
                  </a:extLst>
                </a:gridCol>
                <a:gridCol w="1447800">
                  <a:extLst>
                    <a:ext uri="{9D8B030D-6E8A-4147-A177-3AD203B41FA5}">
                      <a16:colId xmlns:a16="http://schemas.microsoft.com/office/drawing/2014/main" val="3968085102"/>
                    </a:ext>
                  </a:extLst>
                </a:gridCol>
                <a:gridCol w="1384300">
                  <a:extLst>
                    <a:ext uri="{9D8B030D-6E8A-4147-A177-3AD203B41FA5}">
                      <a16:colId xmlns:a16="http://schemas.microsoft.com/office/drawing/2014/main" val="1987527364"/>
                    </a:ext>
                  </a:extLst>
                </a:gridCol>
                <a:gridCol w="3632200">
                  <a:extLst>
                    <a:ext uri="{9D8B030D-6E8A-4147-A177-3AD203B41FA5}">
                      <a16:colId xmlns:a16="http://schemas.microsoft.com/office/drawing/2014/main" val="616906029"/>
                    </a:ext>
                  </a:extLst>
                </a:gridCol>
              </a:tblGrid>
              <a:tr h="438150">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Thermal Component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Mass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Power</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Comments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079525095"/>
                  </a:ext>
                </a:extLst>
              </a:tr>
              <a:tr h="315913">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Multi-layer insulation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0.73 kg/m</a:t>
                      </a:r>
                      <a:r>
                        <a:rPr kumimoji="0" lang="en-US" altLang="en-US" sz="1600" b="0" i="0" u="none" strike="noStrike" cap="none" normalizeH="0" baseline="30000">
                          <a:ln>
                            <a:noFill/>
                          </a:ln>
                          <a:solidFill>
                            <a:schemeClr val="tx1"/>
                          </a:solidFill>
                          <a:effectLst/>
                          <a:latin typeface="Arial" panose="020B0604020202020204" pitchFamily="34" charset="0"/>
                        </a:rPr>
                        <a:t>2</a:t>
                      </a:r>
                      <a:endParaRPr kumimoji="0" lang="en-US" altLang="en-US" sz="16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Based on 15 layers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940244212"/>
                  </a:ext>
                </a:extLst>
              </a:tr>
              <a:tr h="725488">
                <a:tc>
                  <a:txBody>
                    <a:bodyPr/>
                    <a:lstStyle>
                      <a:lvl1pPr>
                        <a:spcBef>
                          <a:spcPct val="20000"/>
                        </a:spcBef>
                        <a:tabLst>
                          <a:tab pos="228600" algn="l"/>
                          <a:tab pos="457200" algn="l"/>
                        </a:tabLst>
                        <a:defRPr sz="2000">
                          <a:solidFill>
                            <a:schemeClr val="tx1"/>
                          </a:solidFill>
                          <a:latin typeface="Arial" panose="020B0604020202020204" pitchFamily="34" charset="0"/>
                        </a:defRPr>
                      </a:lvl1pPr>
                      <a:lvl2pPr>
                        <a:spcBef>
                          <a:spcPct val="20000"/>
                        </a:spcBef>
                        <a:tabLst>
                          <a:tab pos="228600" algn="l"/>
                          <a:tab pos="457200" algn="l"/>
                        </a:tabLst>
                        <a:defRPr>
                          <a:solidFill>
                            <a:schemeClr val="tx1"/>
                          </a:solidFill>
                          <a:latin typeface="Arial" panose="020B0604020202020204" pitchFamily="34" charset="0"/>
                        </a:defRPr>
                      </a:lvl2pPr>
                      <a:lvl3pPr>
                        <a:spcBef>
                          <a:spcPct val="20000"/>
                        </a:spcBef>
                        <a:tabLst>
                          <a:tab pos="228600" algn="l"/>
                          <a:tab pos="457200" algn="l"/>
                        </a:tabLst>
                        <a:defRPr sz="1600">
                          <a:solidFill>
                            <a:schemeClr val="tx1"/>
                          </a:solidFill>
                          <a:latin typeface="Arial" panose="020B0604020202020204" pitchFamily="34" charset="0"/>
                        </a:defRPr>
                      </a:lvl3pPr>
                      <a:lvl4pPr>
                        <a:spcBef>
                          <a:spcPct val="20000"/>
                        </a:spcBef>
                        <a:tabLst>
                          <a:tab pos="228600" algn="l"/>
                          <a:tab pos="457200" algn="l"/>
                        </a:tabLst>
                        <a:defRPr sz="1400">
                          <a:solidFill>
                            <a:schemeClr val="tx1"/>
                          </a:solidFill>
                          <a:latin typeface="Arial" panose="020B0604020202020204" pitchFamily="34" charset="0"/>
                        </a:defRPr>
                      </a:lvl4pPr>
                      <a:lvl5pPr>
                        <a:spcBef>
                          <a:spcPct val="20000"/>
                        </a:spcBef>
                        <a:tabLst>
                          <a:tab pos="228600" algn="l"/>
                          <a:tab pos="457200" algn="l"/>
                        </a:tabLst>
                        <a:defRPr sz="1200">
                          <a:solidFill>
                            <a:schemeClr val="tx1"/>
                          </a:solidFill>
                          <a:latin typeface="Arial" panose="020B0604020202020204" pitchFamily="34" charset="0"/>
                        </a:defRPr>
                      </a:lvl5pPr>
                      <a:lvl6pPr eaLnBrk="0" fontAlgn="base" hangingPunct="0">
                        <a:spcBef>
                          <a:spcPct val="20000"/>
                        </a:spcBef>
                        <a:spcAft>
                          <a:spcPct val="0"/>
                        </a:spcAft>
                        <a:tabLst>
                          <a:tab pos="228600" algn="l"/>
                          <a:tab pos="457200" algn="l"/>
                        </a:tabLst>
                        <a:defRPr sz="1200">
                          <a:solidFill>
                            <a:schemeClr val="tx1"/>
                          </a:solidFill>
                          <a:latin typeface="Arial" panose="020B0604020202020204" pitchFamily="34" charset="0"/>
                        </a:defRPr>
                      </a:lvl6pPr>
                      <a:lvl7pPr eaLnBrk="0" fontAlgn="base" hangingPunct="0">
                        <a:spcBef>
                          <a:spcPct val="20000"/>
                        </a:spcBef>
                        <a:spcAft>
                          <a:spcPct val="0"/>
                        </a:spcAft>
                        <a:tabLst>
                          <a:tab pos="228600" algn="l"/>
                          <a:tab pos="457200" algn="l"/>
                        </a:tabLst>
                        <a:defRPr sz="1200">
                          <a:solidFill>
                            <a:schemeClr val="tx1"/>
                          </a:solidFill>
                          <a:latin typeface="Arial" panose="020B0604020202020204" pitchFamily="34" charset="0"/>
                        </a:defRPr>
                      </a:lvl7pPr>
                      <a:lvl8pPr eaLnBrk="0" fontAlgn="base" hangingPunct="0">
                        <a:spcBef>
                          <a:spcPct val="20000"/>
                        </a:spcBef>
                        <a:spcAft>
                          <a:spcPct val="0"/>
                        </a:spcAft>
                        <a:tabLst>
                          <a:tab pos="228600" algn="l"/>
                          <a:tab pos="457200" algn="l"/>
                        </a:tabLst>
                        <a:defRPr sz="1200">
                          <a:solidFill>
                            <a:schemeClr val="tx1"/>
                          </a:solidFill>
                          <a:latin typeface="Arial" panose="020B0604020202020204" pitchFamily="34" charset="0"/>
                        </a:defRPr>
                      </a:lvl8pPr>
                      <a:lvl9pPr eaLnBrk="0" fontAlgn="base" hangingPunct="0">
                        <a:spcBef>
                          <a:spcPct val="20000"/>
                        </a:spcBef>
                        <a:spcAft>
                          <a:spcPct val="0"/>
                        </a:spcAft>
                        <a:tabLst>
                          <a:tab pos="228600" algn="l"/>
                          <a:tab pos="457200" algn="l"/>
                        </a:tabLs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tab pos="228600" algn="l"/>
                          <a:tab pos="457200" algn="l"/>
                        </a:tabLst>
                      </a:pPr>
                      <a:r>
                        <a:rPr kumimoji="0" lang="en-US" altLang="en-US" sz="1600" b="0" i="0" u="none" strike="noStrike" cap="none" normalizeH="0" baseline="0" dirty="0">
                          <a:ln>
                            <a:noFill/>
                          </a:ln>
                          <a:solidFill>
                            <a:schemeClr val="tx1"/>
                          </a:solidFill>
                          <a:effectLst/>
                          <a:latin typeface="Arial" panose="020B0604020202020204" pitchFamily="34" charset="0"/>
                        </a:rPr>
                        <a:t>Miscellaneous:</a:t>
                      </a:r>
                    </a:p>
                    <a:p>
                      <a:pPr marL="0" marR="0" lvl="0" indent="0" algn="l" defTabSz="914400" rtl="0" eaLnBrk="0" fontAlgn="base" latinLnBrk="0" hangingPunct="0">
                        <a:lnSpc>
                          <a:spcPct val="100000"/>
                        </a:lnSpc>
                        <a:spcBef>
                          <a:spcPct val="5000"/>
                        </a:spcBef>
                        <a:spcAft>
                          <a:spcPct val="0"/>
                        </a:spcAft>
                        <a:buClrTx/>
                        <a:buSzTx/>
                        <a:buFontTx/>
                        <a:buNone/>
                        <a:tabLst>
                          <a:tab pos="228600" algn="l"/>
                          <a:tab pos="457200" algn="l"/>
                        </a:tabLst>
                      </a:pPr>
                      <a:r>
                        <a:rPr kumimoji="0" lang="en-US" altLang="en-US" sz="1600" b="0" i="0" u="none" strike="noStrike" cap="none" normalizeH="0" baseline="0" dirty="0">
                          <a:ln>
                            <a:noFill/>
                          </a:ln>
                          <a:solidFill>
                            <a:schemeClr val="tx1"/>
                          </a:solidFill>
                          <a:effectLst/>
                          <a:latin typeface="Arial" panose="020B0604020202020204" pitchFamily="34" charset="0"/>
                        </a:rPr>
                        <a:t>	Heaters (</a:t>
                      </a:r>
                      <a:r>
                        <a:rPr kumimoji="0" lang="en-US" altLang="en-US" sz="1600" b="0" i="0" u="none" strike="noStrike" cap="none" normalizeH="0" baseline="0" dirty="0" err="1">
                          <a:ln>
                            <a:noFill/>
                          </a:ln>
                          <a:solidFill>
                            <a:schemeClr val="tx1"/>
                          </a:solidFill>
                          <a:effectLst/>
                          <a:latin typeface="Arial" panose="020B0604020202020204" pitchFamily="34" charset="0"/>
                        </a:rPr>
                        <a:t>kapton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5000"/>
                        </a:spcBef>
                        <a:spcAft>
                          <a:spcPct val="0"/>
                        </a:spcAft>
                        <a:buClrTx/>
                        <a:buSzTx/>
                        <a:buFontTx/>
                        <a:buNone/>
                        <a:tabLst>
                          <a:tab pos="228600" algn="l"/>
                          <a:tab pos="457200" algn="l"/>
                        </a:tabLst>
                      </a:pPr>
                      <a:r>
                        <a:rPr kumimoji="0" lang="en-US" altLang="en-US" sz="1600" b="0" i="0" u="none" strike="noStrike" cap="none" normalizeH="0" baseline="0" dirty="0">
                          <a:ln>
                            <a:noFill/>
                          </a:ln>
                          <a:solidFill>
                            <a:schemeClr val="tx1"/>
                          </a:solidFill>
                          <a:effectLst/>
                          <a:latin typeface="Arial" panose="020B0604020202020204" pitchFamily="34" charset="0"/>
                        </a:rPr>
                        <a:t>		Thermostats</a:t>
                      </a:r>
                    </a:p>
                    <a:p>
                      <a:pPr marL="0" marR="0" lvl="0" indent="0" algn="l" defTabSz="914400" rtl="0" eaLnBrk="0" fontAlgn="base" latinLnBrk="0" hangingPunct="0">
                        <a:lnSpc>
                          <a:spcPct val="100000"/>
                        </a:lnSpc>
                        <a:spcBef>
                          <a:spcPct val="5000"/>
                        </a:spcBef>
                        <a:spcAft>
                          <a:spcPct val="0"/>
                        </a:spcAft>
                        <a:buClrTx/>
                        <a:buSzTx/>
                        <a:buFontTx/>
                        <a:buNone/>
                        <a:tabLst>
                          <a:tab pos="228600" algn="l"/>
                          <a:tab pos="457200" algn="l"/>
                        </a:tabLst>
                      </a:pPr>
                      <a:r>
                        <a:rPr kumimoji="0" lang="en-US" altLang="en-US" sz="1600" b="0" i="0" u="none" strike="noStrike" cap="none" normalizeH="0" baseline="0" dirty="0">
                          <a:ln>
                            <a:noFill/>
                          </a:ln>
                          <a:solidFill>
                            <a:schemeClr val="tx1"/>
                          </a:solidFill>
                          <a:effectLst/>
                          <a:latin typeface="Arial" panose="020B0604020202020204" pitchFamily="34" charset="0"/>
                        </a:rPr>
                        <a:t>		Thermistors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.025kg</a:t>
                      </a:r>
                      <a:r>
                        <a:rPr kumimoji="0" lang="en-US" altLang="en-US" sz="1600" b="0" i="0" u="none" strike="noStrike" cap="none" normalizeH="0" baseline="0" dirty="0">
                          <a:ln>
                            <a:noFill/>
                          </a:ln>
                          <a:solidFill>
                            <a:schemeClr val="tx1"/>
                          </a:solidFill>
                          <a:effectLst/>
                          <a:latin typeface="Arial" panose="020B0604020202020204" pitchFamily="34" charset="0"/>
                        </a:rPr>
                        <a:t>/W</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As needed</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Thermal input based on power </a:t>
                      </a:r>
                      <a:r>
                        <a:rPr kumimoji="0" lang="en-US" altLang="en-US" sz="1600" b="0" i="0" u="none" strike="noStrike" cap="none" normalizeH="0" baseline="0" dirty="0">
                          <a:ln>
                            <a:noFill/>
                          </a:ln>
                          <a:solidFill>
                            <a:schemeClr val="tx1"/>
                          </a:solidFill>
                          <a:effectLst/>
                          <a:latin typeface="Arial" panose="020B0604020202020204" pitchFamily="34" charset="0"/>
                        </a:rPr>
                        <a:t>requirements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661391566"/>
                  </a:ext>
                </a:extLst>
              </a:tr>
              <a:tr h="677863">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Heat pipes (NH</a:t>
                      </a:r>
                      <a:r>
                        <a:rPr kumimoji="0" lang="en-US" altLang="en-US" sz="1600" b="0" i="0" u="none" strike="noStrike" cap="none" normalizeH="0" baseline="-25000">
                          <a:ln>
                            <a:noFill/>
                          </a:ln>
                          <a:solidFill>
                            <a:schemeClr val="tx1"/>
                          </a:solidFill>
                          <a:effectLst/>
                          <a:latin typeface="Arial" panose="020B0604020202020204" pitchFamily="34" charset="0"/>
                        </a:rPr>
                        <a:t>3</a:t>
                      </a:r>
                      <a:r>
                        <a:rPr kumimoji="0" lang="en-US" altLang="en-US" sz="1600" b="0" i="0" u="none" strike="noStrike" cap="none" normalizeH="0" baseline="0">
                          <a:ln>
                            <a:noFill/>
                          </a:ln>
                          <a:solidFill>
                            <a:schemeClr val="tx1"/>
                          </a:solidFill>
                          <a:effectLst/>
                          <a:latin typeface="Arial" panose="020B0604020202020204" pitchFamily="34" charset="0"/>
                        </a:rPr>
                        <a: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0.15 kg/m</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10 W for VCHP*</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Mass per unit length</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Add 1-3 kg each for VCHP reservoirs</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Control power for VCHPs only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11669709"/>
                  </a:ext>
                </a:extLst>
              </a:tr>
              <a:tr h="315913">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Active refrigeration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2 – 5 kg</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10 – 30 W</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Control power</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772141045"/>
                  </a:ext>
                </a:extLst>
              </a:tr>
              <a:tr h="436563">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Radiator panels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3.3 kg/m</a:t>
                      </a:r>
                      <a:r>
                        <a:rPr kumimoji="0" lang="en-US" altLang="en-US" sz="1600" b="0" i="0" u="none" strike="noStrike" cap="none" normalizeH="0" baseline="30000">
                          <a:ln>
                            <a:noFill/>
                          </a:ln>
                          <a:solidFill>
                            <a:schemeClr val="tx1"/>
                          </a:solidFill>
                          <a:effectLst/>
                          <a:latin typeface="Arial" panose="020B0604020202020204" pitchFamily="34" charset="0"/>
                        </a:rPr>
                        <a:t>2</a:t>
                      </a:r>
                      <a:endParaRPr kumimoji="0" lang="en-US" altLang="en-US" sz="16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Honeycomb radiator</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Add heat pipe mass if embedded</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579657303"/>
                  </a:ext>
                </a:extLst>
              </a:tr>
              <a:tr h="315913">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Electronic controllers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0.2 kg</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1 – 3 W</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panose="020B0604020202020204" pitchFamily="34" charset="0"/>
                        </a:defRPr>
                      </a:lvl1pPr>
                      <a:lvl2pPr>
                        <a:spcBef>
                          <a:spcPct val="20000"/>
                        </a:spcBef>
                        <a:defRPr>
                          <a:solidFill>
                            <a:schemeClr val="tx1"/>
                          </a:solidFill>
                          <a:latin typeface="Arial" panose="020B0604020202020204" pitchFamily="34" charset="0"/>
                        </a:defRPr>
                      </a:lvl2pPr>
                      <a:lvl3pPr>
                        <a:spcBef>
                          <a:spcPct val="20000"/>
                        </a:spcBef>
                        <a:defRPr sz="1600">
                          <a:solidFill>
                            <a:schemeClr val="tx1"/>
                          </a:solidFill>
                          <a:latin typeface="Arial" panose="020B0604020202020204" pitchFamily="34" charset="0"/>
                        </a:defRPr>
                      </a:lvl3pPr>
                      <a:lvl4pPr>
                        <a:spcBef>
                          <a:spcPct val="20000"/>
                        </a:spcBef>
                        <a:defRPr sz="1400">
                          <a:solidFill>
                            <a:schemeClr val="tx1"/>
                          </a:solidFill>
                          <a:latin typeface="Arial" panose="020B0604020202020204" pitchFamily="34" charset="0"/>
                        </a:defRPr>
                      </a:lvl4pPr>
                      <a:lvl5pPr>
                        <a:spcBef>
                          <a:spcPct val="20000"/>
                        </a:spcBef>
                        <a:defRPr sz="1200">
                          <a:solidFill>
                            <a:schemeClr val="tx1"/>
                          </a:solidFill>
                          <a:latin typeface="Arial" panose="020B0604020202020204" pitchFamily="34" charset="0"/>
                        </a:defRPr>
                      </a:lvl5pPr>
                      <a:lvl6pPr eaLnBrk="0" fontAlgn="base" hangingPunct="0">
                        <a:spcBef>
                          <a:spcPct val="20000"/>
                        </a:spcBef>
                        <a:spcAft>
                          <a:spcPct val="0"/>
                        </a:spcAft>
                        <a:defRPr sz="1200">
                          <a:solidFill>
                            <a:schemeClr val="tx1"/>
                          </a:solidFill>
                          <a:latin typeface="Arial" panose="020B0604020202020204" pitchFamily="34" charset="0"/>
                        </a:defRPr>
                      </a:lvl6pPr>
                      <a:lvl7pPr eaLnBrk="0" fontAlgn="base" hangingPunct="0">
                        <a:spcBef>
                          <a:spcPct val="20000"/>
                        </a:spcBef>
                        <a:spcAft>
                          <a:spcPct val="0"/>
                        </a:spcAft>
                        <a:defRPr sz="1200">
                          <a:solidFill>
                            <a:schemeClr val="tx1"/>
                          </a:solidFill>
                          <a:latin typeface="Arial" panose="020B0604020202020204" pitchFamily="34" charset="0"/>
                        </a:defRPr>
                      </a:lvl7pPr>
                      <a:lvl8pPr eaLnBrk="0" fontAlgn="base" hangingPunct="0">
                        <a:spcBef>
                          <a:spcPct val="20000"/>
                        </a:spcBef>
                        <a:spcAft>
                          <a:spcPct val="0"/>
                        </a:spcAft>
                        <a:defRPr sz="1200">
                          <a:solidFill>
                            <a:schemeClr val="tx1"/>
                          </a:solidFill>
                          <a:latin typeface="Arial" panose="020B0604020202020204" pitchFamily="34" charset="0"/>
                        </a:defRPr>
                      </a:lvl8pPr>
                      <a:lvl9pPr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Each</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614129500"/>
                  </a:ext>
                </a:extLst>
              </a:tr>
            </a:tbl>
          </a:graphicData>
        </a:graphic>
      </p:graphicFrame>
      <p:sp>
        <p:nvSpPr>
          <p:cNvPr id="35893" name="Rectangle 53">
            <a:extLst>
              <a:ext uri="{FF2B5EF4-FFF2-40B4-BE49-F238E27FC236}">
                <a16:creationId xmlns:a16="http://schemas.microsoft.com/office/drawing/2014/main" id="{A523B1D2-1689-44D9-A0C4-E2CF05369F7D}"/>
              </a:ext>
            </a:extLst>
          </p:cNvPr>
          <p:cNvSpPr>
            <a:spLocks noChangeArrowheads="1"/>
          </p:cNvSpPr>
          <p:nvPr/>
        </p:nvSpPr>
        <p:spPr bwMode="auto">
          <a:xfrm>
            <a:off x="9310688" y="5249864"/>
            <a:ext cx="1344612"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en-US" sz="1000"/>
              <a:t>SMAD, Table 11.49</a:t>
            </a:r>
          </a:p>
        </p:txBody>
      </p:sp>
      <p:sp>
        <p:nvSpPr>
          <p:cNvPr id="35894" name="Text Box 54">
            <a:extLst>
              <a:ext uri="{FF2B5EF4-FFF2-40B4-BE49-F238E27FC236}">
                <a16:creationId xmlns:a16="http://schemas.microsoft.com/office/drawing/2014/main" id="{B5DCE992-D468-4C28-998E-E74281174583}"/>
              </a:ext>
            </a:extLst>
          </p:cNvPr>
          <p:cNvSpPr txBox="1">
            <a:spLocks noChangeArrowheads="1"/>
          </p:cNvSpPr>
          <p:nvPr/>
        </p:nvSpPr>
        <p:spPr bwMode="auto">
          <a:xfrm>
            <a:off x="1711326" y="5476875"/>
            <a:ext cx="879951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buFontTx/>
              <a:buChar char="•"/>
            </a:pPr>
            <a:r>
              <a:rPr lang="en-US" altLang="en-US" sz="1800">
                <a:latin typeface="Arial" panose="020B0604020202020204" pitchFamily="34" charset="0"/>
              </a:rPr>
              <a:t>Typically, thermal control </a:t>
            </a:r>
            <a:r>
              <a:rPr lang="en-US" altLang="en-US" sz="1800">
                <a:solidFill>
                  <a:schemeClr val="accent2"/>
                </a:solidFill>
                <a:latin typeface="Arial" panose="020B0604020202020204" pitchFamily="34" charset="0"/>
              </a:rPr>
              <a:t>hardware mass ranges from 2% to 10% of spacecraft dry mass</a:t>
            </a:r>
            <a:r>
              <a:rPr lang="en-US" altLang="en-US" sz="1800">
                <a:latin typeface="Arial" panose="020B0604020202020204" pitchFamily="34" charset="0"/>
              </a:rPr>
              <a:t>.  For purely passive control, mass tends toward the lower end of the range.  When active control is used, mass tends toward the higher end of the range.</a:t>
            </a:r>
          </a:p>
        </p:txBody>
      </p:sp>
      <p:sp>
        <p:nvSpPr>
          <p:cNvPr id="35895" name="Text Box 55">
            <a:extLst>
              <a:ext uri="{FF2B5EF4-FFF2-40B4-BE49-F238E27FC236}">
                <a16:creationId xmlns:a16="http://schemas.microsoft.com/office/drawing/2014/main" id="{92279E70-D430-47B9-8ABD-89B7019EE6EB}"/>
              </a:ext>
            </a:extLst>
          </p:cNvPr>
          <p:cNvSpPr txBox="1">
            <a:spLocks noChangeArrowheads="1"/>
          </p:cNvSpPr>
          <p:nvPr/>
        </p:nvSpPr>
        <p:spPr bwMode="auto">
          <a:xfrm>
            <a:off x="1524001" y="5227639"/>
            <a:ext cx="229357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t>* Variable Conductance Heat Pipe</a:t>
            </a:r>
          </a:p>
        </p:txBody>
      </p:sp>
      <p:sp>
        <p:nvSpPr>
          <p:cNvPr id="2" name="Slide Number Placeholder 1">
            <a:extLst>
              <a:ext uri="{FF2B5EF4-FFF2-40B4-BE49-F238E27FC236}">
                <a16:creationId xmlns:a16="http://schemas.microsoft.com/office/drawing/2014/main" id="{27926E39-7BAA-444B-B32B-7AFA205048D1}"/>
              </a:ext>
            </a:extLst>
          </p:cNvPr>
          <p:cNvSpPr>
            <a:spLocks noGrp="1"/>
          </p:cNvSpPr>
          <p:nvPr>
            <p:ph type="sldNum" sz="quarter" idx="12"/>
          </p:nvPr>
        </p:nvSpPr>
        <p:spPr/>
        <p:txBody>
          <a:bodyPr/>
          <a:lstStyle/>
          <a:p>
            <a:fld id="{D57F1E4F-1CFF-5643-939E-217C01CDF565}" type="slidenum">
              <a:rPr lang="en-US" smtClean="0"/>
              <a:pPr/>
              <a:t>43</a:t>
            </a:fld>
            <a:endParaRPr lang="en-US" dirty="0"/>
          </a:p>
        </p:txBody>
      </p:sp>
    </p:spTree>
    <p:extLst>
      <p:ext uri="{BB962C8B-B14F-4D97-AF65-F5344CB8AC3E}">
        <p14:creationId xmlns:p14="http://schemas.microsoft.com/office/powerpoint/2010/main" val="34122737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64F8E-AC6A-422D-960E-ACAC90EA7344}"/>
              </a:ext>
            </a:extLst>
          </p:cNvPr>
          <p:cNvSpPr>
            <a:spLocks noGrp="1"/>
          </p:cNvSpPr>
          <p:nvPr>
            <p:ph type="title"/>
          </p:nvPr>
        </p:nvSpPr>
        <p:spPr>
          <a:xfrm>
            <a:off x="2784964" y="321648"/>
            <a:ext cx="5619923" cy="762000"/>
          </a:xfrm>
        </p:spPr>
        <p:txBody>
          <a:bodyPr>
            <a:normAutofit/>
          </a:bodyPr>
          <a:lstStyle/>
          <a:p>
            <a:pPr algn="ctr"/>
            <a:r>
              <a:rPr lang="en-US" dirty="0"/>
              <a:t>EXAMPLE </a:t>
            </a:r>
          </a:p>
        </p:txBody>
      </p:sp>
      <p:graphicFrame>
        <p:nvGraphicFramePr>
          <p:cNvPr id="5" name="Table 4">
            <a:extLst>
              <a:ext uri="{FF2B5EF4-FFF2-40B4-BE49-F238E27FC236}">
                <a16:creationId xmlns:a16="http://schemas.microsoft.com/office/drawing/2014/main" id="{95F8FE69-A456-4EBF-B240-CDA649EDE4D6}"/>
              </a:ext>
            </a:extLst>
          </p:cNvPr>
          <p:cNvGraphicFramePr>
            <a:graphicFrameLocks noGrp="1"/>
          </p:cNvGraphicFramePr>
          <p:nvPr>
            <p:extLst>
              <p:ext uri="{D42A27DB-BD31-4B8C-83A1-F6EECF244321}">
                <p14:modId xmlns:p14="http://schemas.microsoft.com/office/powerpoint/2010/main" val="1581137481"/>
              </p:ext>
            </p:extLst>
          </p:nvPr>
        </p:nvGraphicFramePr>
        <p:xfrm>
          <a:off x="730936" y="2768727"/>
          <a:ext cx="10409272" cy="1745107"/>
        </p:xfrm>
        <a:graphic>
          <a:graphicData uri="http://schemas.openxmlformats.org/drawingml/2006/table">
            <a:tbl>
              <a:tblPr firstRow="1" firstCol="1" bandRow="1">
                <a:tableStyleId>{5C22544A-7EE6-4342-B048-85BDC9FD1C3A}</a:tableStyleId>
              </a:tblPr>
              <a:tblGrid>
                <a:gridCol w="3100516">
                  <a:extLst>
                    <a:ext uri="{9D8B030D-6E8A-4147-A177-3AD203B41FA5}">
                      <a16:colId xmlns:a16="http://schemas.microsoft.com/office/drawing/2014/main" val="601661302"/>
                    </a:ext>
                  </a:extLst>
                </a:gridCol>
                <a:gridCol w="2103008">
                  <a:extLst>
                    <a:ext uri="{9D8B030D-6E8A-4147-A177-3AD203B41FA5}">
                      <a16:colId xmlns:a16="http://schemas.microsoft.com/office/drawing/2014/main" val="10492803"/>
                    </a:ext>
                  </a:extLst>
                </a:gridCol>
                <a:gridCol w="2602874">
                  <a:extLst>
                    <a:ext uri="{9D8B030D-6E8A-4147-A177-3AD203B41FA5}">
                      <a16:colId xmlns:a16="http://schemas.microsoft.com/office/drawing/2014/main" val="3313669607"/>
                    </a:ext>
                  </a:extLst>
                </a:gridCol>
                <a:gridCol w="2602874">
                  <a:extLst>
                    <a:ext uri="{9D8B030D-6E8A-4147-A177-3AD203B41FA5}">
                      <a16:colId xmlns:a16="http://schemas.microsoft.com/office/drawing/2014/main" val="2612126848"/>
                    </a:ext>
                  </a:extLst>
                </a:gridCol>
              </a:tblGrid>
              <a:tr h="0">
                <a:tc>
                  <a:txBody>
                    <a:bodyPr/>
                    <a:lstStyle/>
                    <a:p>
                      <a:pPr marL="0" marR="0">
                        <a:lnSpc>
                          <a:spcPct val="107000"/>
                        </a:lnSpc>
                        <a:spcBef>
                          <a:spcPts val="0"/>
                        </a:spcBef>
                        <a:spcAft>
                          <a:spcPts val="0"/>
                        </a:spcAft>
                      </a:pPr>
                      <a:r>
                        <a:rPr lang="en-US" sz="1600">
                          <a:effectLst/>
                        </a:rPr>
                        <a:t>Thermal Coating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Emissivity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Mass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Notes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36300543"/>
                  </a:ext>
                </a:extLst>
              </a:tr>
              <a:tr h="0">
                <a:tc>
                  <a:txBody>
                    <a:bodyPr/>
                    <a:lstStyle/>
                    <a:p>
                      <a:pPr marL="0" marR="0">
                        <a:lnSpc>
                          <a:spcPct val="107000"/>
                        </a:lnSpc>
                        <a:spcBef>
                          <a:spcPts val="0"/>
                        </a:spcBef>
                        <a:spcAft>
                          <a:spcPts val="0"/>
                        </a:spcAft>
                      </a:pPr>
                      <a:r>
                        <a:rPr lang="en-US" sz="1600">
                          <a:effectLst/>
                        </a:rPr>
                        <a:t>Insulation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0.05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0.3 kg/m</a:t>
                      </a:r>
                      <a:r>
                        <a:rPr lang="en-US" sz="1600" baseline="30000">
                          <a:effectLst/>
                        </a:rPr>
                        <a:t>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Passive system</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85038866"/>
                  </a:ext>
                </a:extLst>
              </a:tr>
              <a:tr h="0">
                <a:tc>
                  <a:txBody>
                    <a:bodyPr/>
                    <a:lstStyle/>
                    <a:p>
                      <a:pPr marL="0" marR="0">
                        <a:lnSpc>
                          <a:spcPct val="107000"/>
                        </a:lnSpc>
                        <a:spcBef>
                          <a:spcPts val="0"/>
                        </a:spcBef>
                        <a:spcAft>
                          <a:spcPts val="0"/>
                        </a:spcAft>
                      </a:pPr>
                      <a:r>
                        <a:rPr lang="en-US" sz="1600">
                          <a:effectLst/>
                        </a:rPr>
                        <a:t>White paint*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0.85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Negligible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Passive system</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20022262"/>
                  </a:ext>
                </a:extLst>
              </a:tr>
              <a:tr h="0">
                <a:tc>
                  <a:txBody>
                    <a:bodyPr/>
                    <a:lstStyle/>
                    <a:p>
                      <a:pPr marL="0" marR="0">
                        <a:lnSpc>
                          <a:spcPct val="107000"/>
                        </a:lnSpc>
                        <a:spcBef>
                          <a:spcPts val="0"/>
                        </a:spcBef>
                        <a:spcAft>
                          <a:spcPts val="0"/>
                        </a:spcAft>
                      </a:pPr>
                      <a:r>
                        <a:rPr lang="en-US" sz="1600">
                          <a:effectLst/>
                        </a:rPr>
                        <a:t>Black paint**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0.874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Negligible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effectLst/>
                        </a:rPr>
                        <a:t>Passive system</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73635517"/>
                  </a:ext>
                </a:extLst>
              </a:tr>
              <a:tr h="0">
                <a:tc>
                  <a:txBody>
                    <a:bodyPr/>
                    <a:lstStyle/>
                    <a:p>
                      <a:pPr marL="0" marR="0">
                        <a:lnSpc>
                          <a:spcPct val="107000"/>
                        </a:lnSpc>
                        <a:spcBef>
                          <a:spcPts val="0"/>
                        </a:spcBef>
                        <a:spcAft>
                          <a:spcPts val="0"/>
                        </a:spcAft>
                      </a:pPr>
                      <a:r>
                        <a:rPr lang="en-US" sz="1600">
                          <a:effectLst/>
                        </a:rPr>
                        <a:t>Radiators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0.8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0.6 kg/m</a:t>
                      </a:r>
                      <a:r>
                        <a:rPr lang="en-US" sz="1600" baseline="30000">
                          <a:effectLst/>
                        </a:rPr>
                        <a:t>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Passive system</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243565"/>
                  </a:ext>
                </a:extLst>
              </a:tr>
              <a:tr h="0">
                <a:tc>
                  <a:txBody>
                    <a:bodyPr/>
                    <a:lstStyle/>
                    <a:p>
                      <a:pPr marL="0" marR="0">
                        <a:lnSpc>
                          <a:spcPct val="107000"/>
                        </a:lnSpc>
                        <a:spcBef>
                          <a:spcPts val="0"/>
                        </a:spcBef>
                        <a:spcAft>
                          <a:spcPts val="0"/>
                        </a:spcAft>
                      </a:pPr>
                      <a:r>
                        <a:rPr lang="en-US" sz="1600">
                          <a:effectLst/>
                        </a:rPr>
                        <a:t>Radiations w/louvers°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0.05 – 0.8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effectLst/>
                        </a:rPr>
                        <a:t>2.1 kg/m</a:t>
                      </a:r>
                      <a:r>
                        <a:rPr lang="en-US" sz="1600" baseline="30000" dirty="0">
                          <a:effectLst/>
                        </a:rPr>
                        <a:t>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Active system</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17605692"/>
                  </a:ext>
                </a:extLst>
              </a:tr>
              <a:tr h="0">
                <a:tc>
                  <a:txBody>
                    <a:bodyPr/>
                    <a:lstStyle/>
                    <a:p>
                      <a:pPr marL="0" marR="0">
                        <a:lnSpc>
                          <a:spcPct val="107000"/>
                        </a:lnSpc>
                        <a:spcBef>
                          <a:spcPts val="0"/>
                        </a:spcBef>
                        <a:spcAft>
                          <a:spcPts val="0"/>
                        </a:spcAft>
                      </a:pPr>
                      <a:r>
                        <a:rPr lang="en-US" sz="1600" dirty="0" err="1">
                          <a:effectLst/>
                        </a:rPr>
                        <a:t>HHeaters</a:t>
                      </a:r>
                      <a:r>
                        <a:rPr lang="en-US" sz="1600" baseline="30000" dirty="0" err="1">
                          <a:effectLst/>
                        </a:rPr>
                        <a:t>Δ</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effectLst/>
                        </a:rPr>
                        <a:t>0.025 kg/m</a:t>
                      </a:r>
                      <a:r>
                        <a:rPr lang="en-US" sz="1600" baseline="30000" dirty="0">
                          <a:effectLst/>
                        </a:rPr>
                        <a:t>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effectLst/>
                        </a:rPr>
                        <a:t>Active system</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50658124"/>
                  </a:ext>
                </a:extLst>
              </a:tr>
            </a:tbl>
          </a:graphicData>
        </a:graphic>
      </p:graphicFrame>
      <p:sp>
        <p:nvSpPr>
          <p:cNvPr id="6" name="Rectangle 1">
            <a:extLst>
              <a:ext uri="{FF2B5EF4-FFF2-40B4-BE49-F238E27FC236}">
                <a16:creationId xmlns:a16="http://schemas.microsoft.com/office/drawing/2014/main" id="{6A249DC9-32C5-4D14-A8A3-EEDED9C62677}"/>
              </a:ext>
            </a:extLst>
          </p:cNvPr>
          <p:cNvSpPr>
            <a:spLocks noChangeArrowheads="1"/>
          </p:cNvSpPr>
          <p:nvPr/>
        </p:nvSpPr>
        <p:spPr bwMode="auto">
          <a:xfrm>
            <a:off x="1186933" y="1291813"/>
            <a:ext cx="990282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Last time, you determined the equilibrium temperatures (in the eclipse and in the sun) for a 1m</a:t>
            </a:r>
            <a:r>
              <a:rPr kumimoji="0" lang="en-US" altLang="en-US"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cube isothermal spacecraft.  </a:t>
            </a: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lang="en-US" altLang="en-US"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You have been given a budget of $</a:t>
            </a:r>
            <a:r>
              <a:rPr lang="en-US" altLang="en-US" dirty="0">
                <a:latin typeface="Calibri" panose="020F0502020204030204" pitchFamily="34" charset="0"/>
                <a:ea typeface="Calibri" panose="020F0502020204030204" pitchFamily="34" charset="0"/>
                <a:cs typeface="Times New Roman" panose="02020603050405020304" pitchFamily="18" charset="0"/>
              </a:rPr>
              <a:t>400</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 to design a thermal control system for the spacecraft   You have the following choices. Assume each kg of mass added adds $25,000 to the cost of the mission.</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t>
            </a:r>
            <a:endParaRPr kumimoji="0" lang="en-US" altLang="en-US" b="0" i="0" u="none" strike="noStrike" cap="none" normalizeH="0" baseline="0" dirty="0">
              <a:ln>
                <a:noFill/>
              </a:ln>
              <a:effectLst/>
            </a:endParaRPr>
          </a:p>
        </p:txBody>
      </p:sp>
      <p:sp>
        <p:nvSpPr>
          <p:cNvPr id="4" name="TextBox 3">
            <a:extLst>
              <a:ext uri="{FF2B5EF4-FFF2-40B4-BE49-F238E27FC236}">
                <a16:creationId xmlns:a16="http://schemas.microsoft.com/office/drawing/2014/main" id="{E7736481-D79F-3F4D-268F-93CB7C7C76F6}"/>
              </a:ext>
            </a:extLst>
          </p:cNvPr>
          <p:cNvSpPr txBox="1"/>
          <p:nvPr/>
        </p:nvSpPr>
        <p:spPr>
          <a:xfrm>
            <a:off x="619586" y="4689024"/>
            <a:ext cx="6094948" cy="1754326"/>
          </a:xfrm>
          <a:prstGeom prst="rect">
            <a:avLst/>
          </a:prstGeom>
          <a:noFill/>
        </p:spPr>
        <p:txBody>
          <a:bodyPr wrap="square">
            <a:spAutoFit/>
          </a:bodyPr>
          <a:lstStyle/>
          <a:p>
            <a:pPr lvl="0" eaLnBrk="0" fontAlgn="base" hangingPunct="0">
              <a:spcBef>
                <a:spcPct val="0"/>
              </a:spcBef>
              <a:spcAft>
                <a:spcPct val="0"/>
              </a:spcAft>
              <a:tabLst>
                <a:tab pos="228600" algn="l"/>
              </a:tabLst>
            </a:pPr>
            <a:r>
              <a:rPr lang="en-US" altLang="en-US" dirty="0">
                <a:latin typeface="Calibri" panose="020F0502020204030204" pitchFamily="34" charset="0"/>
                <a:ea typeface="Calibri" panose="020F0502020204030204" pitchFamily="34" charset="0"/>
                <a:cs typeface="Times New Roman" panose="02020603050405020304" pitchFamily="18" charset="0"/>
              </a:rPr>
              <a:t>* Absorptivity of 0.252</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**Absorptivity of 0.975</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Each location requires the use of a controller with a mass of .2 kg and power requirement of 2 W.    Also indicate range of emissivity used in your design</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18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Δ</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Thermal input based on power requirements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367962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8D569-60F7-09FA-84E1-3D469AD310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BD1CF-0E18-58A0-9C54-012F1D570828}"/>
              </a:ext>
            </a:extLst>
          </p:cNvPr>
          <p:cNvSpPr>
            <a:spLocks noGrp="1"/>
          </p:cNvSpPr>
          <p:nvPr>
            <p:ph type="title"/>
          </p:nvPr>
        </p:nvSpPr>
        <p:spPr>
          <a:xfrm>
            <a:off x="2791270" y="49846"/>
            <a:ext cx="5619923" cy="762000"/>
          </a:xfrm>
        </p:spPr>
        <p:txBody>
          <a:bodyPr>
            <a:normAutofit/>
          </a:bodyPr>
          <a:lstStyle/>
          <a:p>
            <a:pPr algn="ctr"/>
            <a:r>
              <a:rPr lang="en-US" dirty="0"/>
              <a:t>EXAMPLE </a:t>
            </a:r>
          </a:p>
        </p:txBody>
      </p:sp>
      <p:sp>
        <p:nvSpPr>
          <p:cNvPr id="6" name="Rectangle 1">
            <a:extLst>
              <a:ext uri="{FF2B5EF4-FFF2-40B4-BE49-F238E27FC236}">
                <a16:creationId xmlns:a16="http://schemas.microsoft.com/office/drawing/2014/main" id="{DDFDAA14-04D2-EEC0-34C4-61F819D78414}"/>
              </a:ext>
            </a:extLst>
          </p:cNvPr>
          <p:cNvSpPr>
            <a:spLocks noChangeArrowheads="1"/>
          </p:cNvSpPr>
          <p:nvPr/>
        </p:nvSpPr>
        <p:spPr bwMode="auto">
          <a:xfrm>
            <a:off x="1081525" y="941307"/>
            <a:ext cx="990282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Last time, you determined the equilibrium temperatures (in the eclipse and in the sun) for a 1m</a:t>
            </a:r>
            <a:r>
              <a:rPr kumimoji="0" lang="en-US" altLang="en-US" sz="8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r>
              <a:rPr kumimoji="0" lang="en-US"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cube isothermal spacecraft.  </a:t>
            </a: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lang="en-US" altLang="en-US" sz="8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You have been given a budget of $</a:t>
            </a:r>
            <a:r>
              <a:rPr lang="en-US" altLang="en-US" sz="800" dirty="0">
                <a:latin typeface="Calibri" panose="020F0502020204030204" pitchFamily="34" charset="0"/>
                <a:ea typeface="Calibri" panose="020F0502020204030204" pitchFamily="34" charset="0"/>
                <a:cs typeface="Times New Roman" panose="02020603050405020304" pitchFamily="18" charset="0"/>
              </a:rPr>
              <a:t>400</a:t>
            </a:r>
            <a:r>
              <a:rPr kumimoji="0" lang="en-US"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 to design a thermal control system for the spacecraft   You have the following choices. Assume each kg of mass added adds $25,000 to the cost of the mission.</a:t>
            </a: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800"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*Absorptivity of 0.252</a:t>
            </a:r>
            <a:endParaRPr kumimoji="0" lang="en-US" altLang="en-US" sz="800" b="0" i="0" u="none" strike="noStrike" cap="none" normalizeH="0" baseline="0" dirty="0">
              <a:ln>
                <a:noFill/>
              </a:ln>
              <a:solidFill>
                <a:schemeClr val="tx1"/>
              </a:solidFill>
              <a:effectLst/>
            </a:endParaRPr>
          </a:p>
        </p:txBody>
      </p:sp>
      <p:graphicFrame>
        <p:nvGraphicFramePr>
          <p:cNvPr id="4" name="Table 3">
            <a:extLst>
              <a:ext uri="{FF2B5EF4-FFF2-40B4-BE49-F238E27FC236}">
                <a16:creationId xmlns:a16="http://schemas.microsoft.com/office/drawing/2014/main" id="{BA566168-BBA9-4234-F7CB-B11D538C3861}"/>
              </a:ext>
            </a:extLst>
          </p:cNvPr>
          <p:cNvGraphicFramePr>
            <a:graphicFrameLocks noGrp="1"/>
          </p:cNvGraphicFramePr>
          <p:nvPr>
            <p:extLst>
              <p:ext uri="{D42A27DB-BD31-4B8C-83A1-F6EECF244321}">
                <p14:modId xmlns:p14="http://schemas.microsoft.com/office/powerpoint/2010/main" val="2765739149"/>
              </p:ext>
            </p:extLst>
          </p:nvPr>
        </p:nvGraphicFramePr>
        <p:xfrm>
          <a:off x="366461" y="1523199"/>
          <a:ext cx="6420301" cy="1090803"/>
        </p:xfrm>
        <a:graphic>
          <a:graphicData uri="http://schemas.openxmlformats.org/drawingml/2006/table">
            <a:tbl>
              <a:tblPr firstRow="1" firstCol="1" bandRow="1">
                <a:tableStyleId>{5C22544A-7EE6-4342-B048-85BDC9FD1C3A}</a:tableStyleId>
              </a:tblPr>
              <a:tblGrid>
                <a:gridCol w="1912357">
                  <a:extLst>
                    <a:ext uri="{9D8B030D-6E8A-4147-A177-3AD203B41FA5}">
                      <a16:colId xmlns:a16="http://schemas.microsoft.com/office/drawing/2014/main" val="601661302"/>
                    </a:ext>
                  </a:extLst>
                </a:gridCol>
                <a:gridCol w="1297108">
                  <a:extLst>
                    <a:ext uri="{9D8B030D-6E8A-4147-A177-3AD203B41FA5}">
                      <a16:colId xmlns:a16="http://schemas.microsoft.com/office/drawing/2014/main" val="10492803"/>
                    </a:ext>
                  </a:extLst>
                </a:gridCol>
                <a:gridCol w="1605418">
                  <a:extLst>
                    <a:ext uri="{9D8B030D-6E8A-4147-A177-3AD203B41FA5}">
                      <a16:colId xmlns:a16="http://schemas.microsoft.com/office/drawing/2014/main" val="3313669607"/>
                    </a:ext>
                  </a:extLst>
                </a:gridCol>
                <a:gridCol w="1605418">
                  <a:extLst>
                    <a:ext uri="{9D8B030D-6E8A-4147-A177-3AD203B41FA5}">
                      <a16:colId xmlns:a16="http://schemas.microsoft.com/office/drawing/2014/main" val="2612126848"/>
                    </a:ext>
                  </a:extLst>
                </a:gridCol>
              </a:tblGrid>
              <a:tr h="117072">
                <a:tc>
                  <a:txBody>
                    <a:bodyPr/>
                    <a:lstStyle/>
                    <a:p>
                      <a:pPr marL="0" marR="0">
                        <a:lnSpc>
                          <a:spcPct val="107000"/>
                        </a:lnSpc>
                        <a:spcBef>
                          <a:spcPts val="0"/>
                        </a:spcBef>
                        <a:spcAft>
                          <a:spcPts val="0"/>
                        </a:spcAft>
                      </a:pPr>
                      <a:r>
                        <a:rPr lang="en-US" sz="1000" dirty="0">
                          <a:effectLst/>
                        </a:rPr>
                        <a:t>Thermal Coating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Emissivity</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Mass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Notes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36300543"/>
                  </a:ext>
                </a:extLst>
              </a:tr>
              <a:tr h="117072">
                <a:tc>
                  <a:txBody>
                    <a:bodyPr/>
                    <a:lstStyle/>
                    <a:p>
                      <a:pPr marL="0" marR="0">
                        <a:lnSpc>
                          <a:spcPct val="107000"/>
                        </a:lnSpc>
                        <a:spcBef>
                          <a:spcPts val="0"/>
                        </a:spcBef>
                        <a:spcAft>
                          <a:spcPts val="0"/>
                        </a:spcAft>
                      </a:pPr>
                      <a:r>
                        <a:rPr lang="en-US" sz="1000">
                          <a:effectLst/>
                        </a:rPr>
                        <a:t>Insulation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0.05</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0.3 kg/m</a:t>
                      </a:r>
                      <a:r>
                        <a:rPr lang="en-US" sz="1000" baseline="30000">
                          <a:effectLst/>
                        </a:rPr>
                        <a:t>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Passive system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85038866"/>
                  </a:ext>
                </a:extLst>
              </a:tr>
              <a:tr h="117072">
                <a:tc>
                  <a:txBody>
                    <a:bodyPr/>
                    <a:lstStyle/>
                    <a:p>
                      <a:pPr marL="0" marR="0">
                        <a:lnSpc>
                          <a:spcPct val="107000"/>
                        </a:lnSpc>
                        <a:spcBef>
                          <a:spcPts val="0"/>
                        </a:spcBef>
                        <a:spcAft>
                          <a:spcPts val="0"/>
                        </a:spcAft>
                      </a:pPr>
                      <a:r>
                        <a:rPr lang="en-US" sz="1000">
                          <a:effectLst/>
                        </a:rPr>
                        <a:t>White paint*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0.85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Negligible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Passive system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20022262"/>
                  </a:ext>
                </a:extLst>
              </a:tr>
              <a:tr h="117072">
                <a:tc>
                  <a:txBody>
                    <a:bodyPr/>
                    <a:lstStyle/>
                    <a:p>
                      <a:pPr marL="0" marR="0">
                        <a:lnSpc>
                          <a:spcPct val="107000"/>
                        </a:lnSpc>
                        <a:spcBef>
                          <a:spcPts val="0"/>
                        </a:spcBef>
                        <a:spcAft>
                          <a:spcPts val="0"/>
                        </a:spcAft>
                      </a:pPr>
                      <a:r>
                        <a:rPr lang="en-US" sz="1000">
                          <a:effectLst/>
                        </a:rPr>
                        <a:t>Black paint**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0.874</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Negligible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Passive system</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73635517"/>
                  </a:ext>
                </a:extLst>
              </a:tr>
              <a:tr h="117072">
                <a:tc>
                  <a:txBody>
                    <a:bodyPr/>
                    <a:lstStyle/>
                    <a:p>
                      <a:pPr marL="0" marR="0">
                        <a:lnSpc>
                          <a:spcPct val="107000"/>
                        </a:lnSpc>
                        <a:spcBef>
                          <a:spcPts val="0"/>
                        </a:spcBef>
                        <a:spcAft>
                          <a:spcPts val="0"/>
                        </a:spcAft>
                      </a:pPr>
                      <a:r>
                        <a:rPr lang="en-US" sz="1000">
                          <a:effectLst/>
                        </a:rPr>
                        <a:t>Radiators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0.8</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0.6 kg/m</a:t>
                      </a:r>
                      <a:r>
                        <a:rPr lang="en-US" sz="1000" baseline="30000" dirty="0">
                          <a:effectLst/>
                        </a:rPr>
                        <a:t>2</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Passive system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243565"/>
                  </a:ext>
                </a:extLst>
              </a:tr>
              <a:tr h="117072">
                <a:tc>
                  <a:txBody>
                    <a:bodyPr/>
                    <a:lstStyle/>
                    <a:p>
                      <a:pPr marL="0" marR="0">
                        <a:lnSpc>
                          <a:spcPct val="107000"/>
                        </a:lnSpc>
                        <a:spcBef>
                          <a:spcPts val="0"/>
                        </a:spcBef>
                        <a:spcAft>
                          <a:spcPts val="0"/>
                        </a:spcAft>
                      </a:pPr>
                      <a:r>
                        <a:rPr lang="en-US" sz="1000">
                          <a:effectLst/>
                        </a:rPr>
                        <a:t>Radiations w/louvers°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0.05 – 0.8</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2.1 kg/m</a:t>
                      </a:r>
                      <a:r>
                        <a:rPr lang="en-US" sz="1000" baseline="30000" dirty="0">
                          <a:effectLst/>
                        </a:rPr>
                        <a:t>2</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Active system</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17605692"/>
                  </a:ext>
                </a:extLst>
              </a:tr>
              <a:tr h="117072">
                <a:tc>
                  <a:txBody>
                    <a:bodyPr/>
                    <a:lstStyle/>
                    <a:p>
                      <a:pPr marL="0" marR="0">
                        <a:lnSpc>
                          <a:spcPct val="107000"/>
                        </a:lnSpc>
                        <a:spcBef>
                          <a:spcPts val="0"/>
                        </a:spcBef>
                        <a:spcAft>
                          <a:spcPts val="0"/>
                        </a:spcAft>
                      </a:pPr>
                      <a:r>
                        <a:rPr lang="en-US" sz="1000" dirty="0" err="1">
                          <a:effectLst/>
                        </a:rPr>
                        <a:t>Heaters</a:t>
                      </a:r>
                      <a:r>
                        <a:rPr lang="en-US" sz="1000" baseline="30000" dirty="0" err="1">
                          <a:effectLst/>
                        </a:rPr>
                        <a:t>Δ</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0.025 kg/m</a:t>
                      </a:r>
                      <a:r>
                        <a:rPr lang="en-US" sz="1000" baseline="30000" dirty="0">
                          <a:effectLst/>
                        </a:rPr>
                        <a:t>2</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Active system</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50658124"/>
                  </a:ext>
                </a:extLst>
              </a:tr>
            </a:tbl>
          </a:graphicData>
        </a:graphic>
      </p:graphicFrame>
      <p:sp>
        <p:nvSpPr>
          <p:cNvPr id="10" name="TextBox 9">
            <a:extLst>
              <a:ext uri="{FF2B5EF4-FFF2-40B4-BE49-F238E27FC236}">
                <a16:creationId xmlns:a16="http://schemas.microsoft.com/office/drawing/2014/main" id="{2AE41E35-2DA7-25E2-B991-99C3C47EDA1A}"/>
              </a:ext>
            </a:extLst>
          </p:cNvPr>
          <p:cNvSpPr txBox="1"/>
          <p:nvPr/>
        </p:nvSpPr>
        <p:spPr>
          <a:xfrm>
            <a:off x="7054393" y="1560768"/>
            <a:ext cx="4771146" cy="861774"/>
          </a:xfrm>
          <a:prstGeom prst="rect">
            <a:avLst/>
          </a:prstGeom>
          <a:noFill/>
        </p:spPr>
        <p:txBody>
          <a:bodyPr wrap="square">
            <a:spAutoFit/>
          </a:bodyPr>
          <a:lstStyle/>
          <a:p>
            <a:pPr lvl="0" eaLnBrk="0" fontAlgn="base" hangingPunct="0">
              <a:spcBef>
                <a:spcPct val="0"/>
              </a:spcBef>
              <a:spcAft>
                <a:spcPct val="0"/>
              </a:spcAft>
              <a:tabLst>
                <a:tab pos="228600" algn="l"/>
              </a:tabLst>
            </a:pPr>
            <a:r>
              <a:rPr lang="en-US" altLang="en-US" sz="1000" dirty="0">
                <a:latin typeface="Calibri" panose="020F0502020204030204" pitchFamily="34" charset="0"/>
                <a:ea typeface="Calibri" panose="020F0502020204030204" pitchFamily="34" charset="0"/>
                <a:cs typeface="Times New Roman" panose="02020603050405020304" pitchFamily="18" charset="0"/>
              </a:rPr>
              <a:t>* Absorptivity of 0.252</a:t>
            </a:r>
            <a:endPar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**Absorptivity of 0.975</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Each location requires the use of a controller with a mass of .2 kg and power requirement of 2 W.    Also indicate range of emissivity used in your design</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10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Δ</a:t>
            </a: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Thermal input based on power requirements</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84124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C1D27-DF7C-0820-DC05-25DE5CD437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3F0F0C-3EBD-D34A-8436-100A7925471C}"/>
              </a:ext>
            </a:extLst>
          </p:cNvPr>
          <p:cNvSpPr>
            <a:spLocks noGrp="1"/>
          </p:cNvSpPr>
          <p:nvPr>
            <p:ph type="title"/>
          </p:nvPr>
        </p:nvSpPr>
        <p:spPr>
          <a:xfrm>
            <a:off x="2791270" y="49846"/>
            <a:ext cx="5619923" cy="762000"/>
          </a:xfrm>
        </p:spPr>
        <p:txBody>
          <a:bodyPr>
            <a:normAutofit/>
          </a:bodyPr>
          <a:lstStyle/>
          <a:p>
            <a:pPr algn="ctr"/>
            <a:r>
              <a:rPr lang="en-US" dirty="0"/>
              <a:t>EXAMPLE </a:t>
            </a:r>
          </a:p>
        </p:txBody>
      </p:sp>
      <p:sp>
        <p:nvSpPr>
          <p:cNvPr id="6" name="Rectangle 1">
            <a:extLst>
              <a:ext uri="{FF2B5EF4-FFF2-40B4-BE49-F238E27FC236}">
                <a16:creationId xmlns:a16="http://schemas.microsoft.com/office/drawing/2014/main" id="{5ACFBB5A-6A54-6CC4-A306-82010D8A868A}"/>
              </a:ext>
            </a:extLst>
          </p:cNvPr>
          <p:cNvSpPr>
            <a:spLocks noChangeArrowheads="1"/>
          </p:cNvSpPr>
          <p:nvPr/>
        </p:nvSpPr>
        <p:spPr bwMode="auto">
          <a:xfrm>
            <a:off x="1081525" y="941307"/>
            <a:ext cx="990282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Last time, you determined the equilibrium temperatures (in the eclipse and in the sun) for a 1m</a:t>
            </a:r>
            <a:r>
              <a:rPr kumimoji="0" lang="en-US" altLang="en-US" sz="8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r>
              <a:rPr kumimoji="0" lang="en-US"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cube isothermal spacecraft.  </a:t>
            </a: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lang="en-US" altLang="en-US" sz="8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You have been given a budget of $</a:t>
            </a:r>
            <a:r>
              <a:rPr lang="en-US" altLang="en-US" sz="800" dirty="0">
                <a:latin typeface="Calibri" panose="020F0502020204030204" pitchFamily="34" charset="0"/>
                <a:ea typeface="Calibri" panose="020F0502020204030204" pitchFamily="34" charset="0"/>
                <a:cs typeface="Times New Roman" panose="02020603050405020304" pitchFamily="18" charset="0"/>
              </a:rPr>
              <a:t>400</a:t>
            </a:r>
            <a:r>
              <a:rPr kumimoji="0" lang="en-US"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 to design a thermal control system for the spacecraft   You have the following choices. Assume each kg of mass added adds $25,000 to the cost of the mission.</a:t>
            </a: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800"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*Absorptivity of 0.252</a:t>
            </a:r>
            <a:endParaRPr kumimoji="0" lang="en-US" altLang="en-US" sz="800" b="0" i="0" u="none" strike="noStrike" cap="none" normalizeH="0" baseline="0" dirty="0">
              <a:ln>
                <a:noFill/>
              </a:ln>
              <a:solidFill>
                <a:schemeClr val="tx1"/>
              </a:solidFill>
              <a:effectLst/>
            </a:endParaRPr>
          </a:p>
        </p:txBody>
      </p:sp>
      <p:graphicFrame>
        <p:nvGraphicFramePr>
          <p:cNvPr id="4" name="Table 3">
            <a:extLst>
              <a:ext uri="{FF2B5EF4-FFF2-40B4-BE49-F238E27FC236}">
                <a16:creationId xmlns:a16="http://schemas.microsoft.com/office/drawing/2014/main" id="{E8B4E0B7-ECBF-4AC3-0D36-A1CED538D702}"/>
              </a:ext>
            </a:extLst>
          </p:cNvPr>
          <p:cNvGraphicFramePr>
            <a:graphicFrameLocks noGrp="1"/>
          </p:cNvGraphicFramePr>
          <p:nvPr/>
        </p:nvGraphicFramePr>
        <p:xfrm>
          <a:off x="366461" y="1523199"/>
          <a:ext cx="6420301" cy="1090803"/>
        </p:xfrm>
        <a:graphic>
          <a:graphicData uri="http://schemas.openxmlformats.org/drawingml/2006/table">
            <a:tbl>
              <a:tblPr firstRow="1" firstCol="1" bandRow="1">
                <a:tableStyleId>{5C22544A-7EE6-4342-B048-85BDC9FD1C3A}</a:tableStyleId>
              </a:tblPr>
              <a:tblGrid>
                <a:gridCol w="1912357">
                  <a:extLst>
                    <a:ext uri="{9D8B030D-6E8A-4147-A177-3AD203B41FA5}">
                      <a16:colId xmlns:a16="http://schemas.microsoft.com/office/drawing/2014/main" val="601661302"/>
                    </a:ext>
                  </a:extLst>
                </a:gridCol>
                <a:gridCol w="1297108">
                  <a:extLst>
                    <a:ext uri="{9D8B030D-6E8A-4147-A177-3AD203B41FA5}">
                      <a16:colId xmlns:a16="http://schemas.microsoft.com/office/drawing/2014/main" val="10492803"/>
                    </a:ext>
                  </a:extLst>
                </a:gridCol>
                <a:gridCol w="1605418">
                  <a:extLst>
                    <a:ext uri="{9D8B030D-6E8A-4147-A177-3AD203B41FA5}">
                      <a16:colId xmlns:a16="http://schemas.microsoft.com/office/drawing/2014/main" val="3313669607"/>
                    </a:ext>
                  </a:extLst>
                </a:gridCol>
                <a:gridCol w="1605418">
                  <a:extLst>
                    <a:ext uri="{9D8B030D-6E8A-4147-A177-3AD203B41FA5}">
                      <a16:colId xmlns:a16="http://schemas.microsoft.com/office/drawing/2014/main" val="2612126848"/>
                    </a:ext>
                  </a:extLst>
                </a:gridCol>
              </a:tblGrid>
              <a:tr h="117072">
                <a:tc>
                  <a:txBody>
                    <a:bodyPr/>
                    <a:lstStyle/>
                    <a:p>
                      <a:pPr marL="0" marR="0">
                        <a:lnSpc>
                          <a:spcPct val="107000"/>
                        </a:lnSpc>
                        <a:spcBef>
                          <a:spcPts val="0"/>
                        </a:spcBef>
                        <a:spcAft>
                          <a:spcPts val="0"/>
                        </a:spcAft>
                      </a:pPr>
                      <a:r>
                        <a:rPr lang="en-US" sz="1000" dirty="0">
                          <a:effectLst/>
                        </a:rPr>
                        <a:t>Thermal Coating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Emissivity</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Mass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Notes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36300543"/>
                  </a:ext>
                </a:extLst>
              </a:tr>
              <a:tr h="117072">
                <a:tc>
                  <a:txBody>
                    <a:bodyPr/>
                    <a:lstStyle/>
                    <a:p>
                      <a:pPr marL="0" marR="0">
                        <a:lnSpc>
                          <a:spcPct val="107000"/>
                        </a:lnSpc>
                        <a:spcBef>
                          <a:spcPts val="0"/>
                        </a:spcBef>
                        <a:spcAft>
                          <a:spcPts val="0"/>
                        </a:spcAft>
                      </a:pPr>
                      <a:r>
                        <a:rPr lang="en-US" sz="1000">
                          <a:effectLst/>
                        </a:rPr>
                        <a:t>Insulation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0.05</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0.3 kg/m</a:t>
                      </a:r>
                      <a:r>
                        <a:rPr lang="en-US" sz="1000" baseline="30000">
                          <a:effectLst/>
                        </a:rPr>
                        <a:t>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Passive system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85038866"/>
                  </a:ext>
                </a:extLst>
              </a:tr>
              <a:tr h="117072">
                <a:tc>
                  <a:txBody>
                    <a:bodyPr/>
                    <a:lstStyle/>
                    <a:p>
                      <a:pPr marL="0" marR="0">
                        <a:lnSpc>
                          <a:spcPct val="107000"/>
                        </a:lnSpc>
                        <a:spcBef>
                          <a:spcPts val="0"/>
                        </a:spcBef>
                        <a:spcAft>
                          <a:spcPts val="0"/>
                        </a:spcAft>
                      </a:pPr>
                      <a:r>
                        <a:rPr lang="en-US" sz="1000">
                          <a:effectLst/>
                        </a:rPr>
                        <a:t>White paint*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0.85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Negligible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Passive system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20022262"/>
                  </a:ext>
                </a:extLst>
              </a:tr>
              <a:tr h="117072">
                <a:tc>
                  <a:txBody>
                    <a:bodyPr/>
                    <a:lstStyle/>
                    <a:p>
                      <a:pPr marL="0" marR="0">
                        <a:lnSpc>
                          <a:spcPct val="107000"/>
                        </a:lnSpc>
                        <a:spcBef>
                          <a:spcPts val="0"/>
                        </a:spcBef>
                        <a:spcAft>
                          <a:spcPts val="0"/>
                        </a:spcAft>
                      </a:pPr>
                      <a:r>
                        <a:rPr lang="en-US" sz="1000">
                          <a:effectLst/>
                        </a:rPr>
                        <a:t>Black paint**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0.874</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Negligible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Passive system</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73635517"/>
                  </a:ext>
                </a:extLst>
              </a:tr>
              <a:tr h="117072">
                <a:tc>
                  <a:txBody>
                    <a:bodyPr/>
                    <a:lstStyle/>
                    <a:p>
                      <a:pPr marL="0" marR="0">
                        <a:lnSpc>
                          <a:spcPct val="107000"/>
                        </a:lnSpc>
                        <a:spcBef>
                          <a:spcPts val="0"/>
                        </a:spcBef>
                        <a:spcAft>
                          <a:spcPts val="0"/>
                        </a:spcAft>
                      </a:pPr>
                      <a:r>
                        <a:rPr lang="en-US" sz="1000">
                          <a:effectLst/>
                        </a:rPr>
                        <a:t>Radiators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0.8</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0.6 kg/m</a:t>
                      </a:r>
                      <a:r>
                        <a:rPr lang="en-US" sz="1000" baseline="30000" dirty="0">
                          <a:effectLst/>
                        </a:rPr>
                        <a:t>2</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Passive system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243565"/>
                  </a:ext>
                </a:extLst>
              </a:tr>
              <a:tr h="117072">
                <a:tc>
                  <a:txBody>
                    <a:bodyPr/>
                    <a:lstStyle/>
                    <a:p>
                      <a:pPr marL="0" marR="0">
                        <a:lnSpc>
                          <a:spcPct val="107000"/>
                        </a:lnSpc>
                        <a:spcBef>
                          <a:spcPts val="0"/>
                        </a:spcBef>
                        <a:spcAft>
                          <a:spcPts val="0"/>
                        </a:spcAft>
                      </a:pPr>
                      <a:r>
                        <a:rPr lang="en-US" sz="1000">
                          <a:effectLst/>
                        </a:rPr>
                        <a:t>Radiations w/louvers°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0.05 – 0.8</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2.1 kg/m</a:t>
                      </a:r>
                      <a:r>
                        <a:rPr lang="en-US" sz="1000" baseline="30000" dirty="0">
                          <a:effectLst/>
                        </a:rPr>
                        <a:t>2</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Active system</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17605692"/>
                  </a:ext>
                </a:extLst>
              </a:tr>
              <a:tr h="117072">
                <a:tc>
                  <a:txBody>
                    <a:bodyPr/>
                    <a:lstStyle/>
                    <a:p>
                      <a:pPr marL="0" marR="0">
                        <a:lnSpc>
                          <a:spcPct val="107000"/>
                        </a:lnSpc>
                        <a:spcBef>
                          <a:spcPts val="0"/>
                        </a:spcBef>
                        <a:spcAft>
                          <a:spcPts val="0"/>
                        </a:spcAft>
                      </a:pPr>
                      <a:r>
                        <a:rPr lang="en-US" sz="1000" dirty="0" err="1">
                          <a:effectLst/>
                        </a:rPr>
                        <a:t>Heaters</a:t>
                      </a:r>
                      <a:r>
                        <a:rPr lang="en-US" sz="1000" baseline="30000" dirty="0" err="1">
                          <a:effectLst/>
                        </a:rPr>
                        <a:t>Δ</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0.025 kg/m</a:t>
                      </a:r>
                      <a:r>
                        <a:rPr lang="en-US" sz="1000" baseline="30000" dirty="0">
                          <a:effectLst/>
                        </a:rPr>
                        <a:t>2</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Active system</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50658124"/>
                  </a:ext>
                </a:extLst>
              </a:tr>
            </a:tbl>
          </a:graphicData>
        </a:graphic>
      </p:graphicFrame>
      <p:sp>
        <p:nvSpPr>
          <p:cNvPr id="10" name="TextBox 9">
            <a:extLst>
              <a:ext uri="{FF2B5EF4-FFF2-40B4-BE49-F238E27FC236}">
                <a16:creationId xmlns:a16="http://schemas.microsoft.com/office/drawing/2014/main" id="{C4186E12-6302-16BB-FE63-601DFC11B247}"/>
              </a:ext>
            </a:extLst>
          </p:cNvPr>
          <p:cNvSpPr txBox="1"/>
          <p:nvPr/>
        </p:nvSpPr>
        <p:spPr>
          <a:xfrm>
            <a:off x="7054393" y="1560768"/>
            <a:ext cx="4771146" cy="861774"/>
          </a:xfrm>
          <a:prstGeom prst="rect">
            <a:avLst/>
          </a:prstGeom>
          <a:noFill/>
        </p:spPr>
        <p:txBody>
          <a:bodyPr wrap="square">
            <a:spAutoFit/>
          </a:bodyPr>
          <a:lstStyle/>
          <a:p>
            <a:pPr lvl="0" eaLnBrk="0" fontAlgn="base" hangingPunct="0">
              <a:spcBef>
                <a:spcPct val="0"/>
              </a:spcBef>
              <a:spcAft>
                <a:spcPct val="0"/>
              </a:spcAft>
              <a:tabLst>
                <a:tab pos="228600" algn="l"/>
              </a:tabLst>
            </a:pPr>
            <a:r>
              <a:rPr lang="en-US" altLang="en-US" sz="1000" dirty="0">
                <a:latin typeface="Calibri" panose="020F0502020204030204" pitchFamily="34" charset="0"/>
                <a:ea typeface="Calibri" panose="020F0502020204030204" pitchFamily="34" charset="0"/>
                <a:cs typeface="Times New Roman" panose="02020603050405020304" pitchFamily="18" charset="0"/>
              </a:rPr>
              <a:t>* Absorptivity of 0.252</a:t>
            </a:r>
            <a:endPar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**Absorptivity of 0.975</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Each location requires the use of a controller with a mass of .2 kg and power requirement of 2 W.    Also indicate range of emissivity used in your design</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10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Δ</a:t>
            </a: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Thermal input based on power requirements</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49374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478D9-E8CE-0405-DE84-D1AF21711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85F90-38BD-60F3-B972-6413F51BDE4E}"/>
              </a:ext>
            </a:extLst>
          </p:cNvPr>
          <p:cNvSpPr>
            <a:spLocks noGrp="1"/>
          </p:cNvSpPr>
          <p:nvPr>
            <p:ph type="title"/>
          </p:nvPr>
        </p:nvSpPr>
        <p:spPr>
          <a:xfrm>
            <a:off x="2791270" y="49846"/>
            <a:ext cx="5619923" cy="762000"/>
          </a:xfrm>
        </p:spPr>
        <p:txBody>
          <a:bodyPr>
            <a:normAutofit/>
          </a:bodyPr>
          <a:lstStyle/>
          <a:p>
            <a:pPr algn="ctr"/>
            <a:r>
              <a:rPr lang="en-US" dirty="0"/>
              <a:t>EXAMPLE </a:t>
            </a:r>
          </a:p>
        </p:txBody>
      </p:sp>
      <p:sp>
        <p:nvSpPr>
          <p:cNvPr id="6" name="Rectangle 1">
            <a:extLst>
              <a:ext uri="{FF2B5EF4-FFF2-40B4-BE49-F238E27FC236}">
                <a16:creationId xmlns:a16="http://schemas.microsoft.com/office/drawing/2014/main" id="{B8DEFFE3-F452-E188-2D9C-A1FF721E44D0}"/>
              </a:ext>
            </a:extLst>
          </p:cNvPr>
          <p:cNvSpPr>
            <a:spLocks noChangeArrowheads="1"/>
          </p:cNvSpPr>
          <p:nvPr/>
        </p:nvSpPr>
        <p:spPr bwMode="auto">
          <a:xfrm>
            <a:off x="1081525" y="941307"/>
            <a:ext cx="990282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Last time, you determined the equilibrium temperatures (in the eclipse and in the sun) for a 1m</a:t>
            </a:r>
            <a:r>
              <a:rPr kumimoji="0" lang="en-US" altLang="en-US" sz="8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r>
              <a:rPr kumimoji="0" lang="en-US"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cube isothermal spacecraft.  </a:t>
            </a: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lang="en-US" altLang="en-US" sz="8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You have been given a budget of $</a:t>
            </a:r>
            <a:r>
              <a:rPr lang="en-US" altLang="en-US" sz="800" dirty="0">
                <a:latin typeface="Calibri" panose="020F0502020204030204" pitchFamily="34" charset="0"/>
                <a:ea typeface="Calibri" panose="020F0502020204030204" pitchFamily="34" charset="0"/>
                <a:cs typeface="Times New Roman" panose="02020603050405020304" pitchFamily="18" charset="0"/>
              </a:rPr>
              <a:t>400</a:t>
            </a:r>
            <a:r>
              <a:rPr kumimoji="0" lang="en-US"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 to design a thermal control system for the spacecraft   You have the following choices. Assume each kg of mass added adds $25,000 to the cost of the mission.</a:t>
            </a: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800"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*Absorptivity of 0.252</a:t>
            </a:r>
            <a:endParaRPr kumimoji="0" lang="en-US" altLang="en-US" sz="800" b="0" i="0" u="none" strike="noStrike" cap="none" normalizeH="0" baseline="0" dirty="0">
              <a:ln>
                <a:noFill/>
              </a:ln>
              <a:solidFill>
                <a:schemeClr val="tx1"/>
              </a:solidFill>
              <a:effectLst/>
            </a:endParaRPr>
          </a:p>
        </p:txBody>
      </p:sp>
      <p:graphicFrame>
        <p:nvGraphicFramePr>
          <p:cNvPr id="4" name="Table 3">
            <a:extLst>
              <a:ext uri="{FF2B5EF4-FFF2-40B4-BE49-F238E27FC236}">
                <a16:creationId xmlns:a16="http://schemas.microsoft.com/office/drawing/2014/main" id="{AF8F42AA-4521-F52C-33CD-3E5129A83626}"/>
              </a:ext>
            </a:extLst>
          </p:cNvPr>
          <p:cNvGraphicFramePr>
            <a:graphicFrameLocks noGrp="1"/>
          </p:cNvGraphicFramePr>
          <p:nvPr/>
        </p:nvGraphicFramePr>
        <p:xfrm>
          <a:off x="366461" y="1523199"/>
          <a:ext cx="6420301" cy="1090803"/>
        </p:xfrm>
        <a:graphic>
          <a:graphicData uri="http://schemas.openxmlformats.org/drawingml/2006/table">
            <a:tbl>
              <a:tblPr firstRow="1" firstCol="1" bandRow="1">
                <a:tableStyleId>{5C22544A-7EE6-4342-B048-85BDC9FD1C3A}</a:tableStyleId>
              </a:tblPr>
              <a:tblGrid>
                <a:gridCol w="1912357">
                  <a:extLst>
                    <a:ext uri="{9D8B030D-6E8A-4147-A177-3AD203B41FA5}">
                      <a16:colId xmlns:a16="http://schemas.microsoft.com/office/drawing/2014/main" val="601661302"/>
                    </a:ext>
                  </a:extLst>
                </a:gridCol>
                <a:gridCol w="1297108">
                  <a:extLst>
                    <a:ext uri="{9D8B030D-6E8A-4147-A177-3AD203B41FA5}">
                      <a16:colId xmlns:a16="http://schemas.microsoft.com/office/drawing/2014/main" val="10492803"/>
                    </a:ext>
                  </a:extLst>
                </a:gridCol>
                <a:gridCol w="1605418">
                  <a:extLst>
                    <a:ext uri="{9D8B030D-6E8A-4147-A177-3AD203B41FA5}">
                      <a16:colId xmlns:a16="http://schemas.microsoft.com/office/drawing/2014/main" val="3313669607"/>
                    </a:ext>
                  </a:extLst>
                </a:gridCol>
                <a:gridCol w="1605418">
                  <a:extLst>
                    <a:ext uri="{9D8B030D-6E8A-4147-A177-3AD203B41FA5}">
                      <a16:colId xmlns:a16="http://schemas.microsoft.com/office/drawing/2014/main" val="2612126848"/>
                    </a:ext>
                  </a:extLst>
                </a:gridCol>
              </a:tblGrid>
              <a:tr h="117072">
                <a:tc>
                  <a:txBody>
                    <a:bodyPr/>
                    <a:lstStyle/>
                    <a:p>
                      <a:pPr marL="0" marR="0">
                        <a:lnSpc>
                          <a:spcPct val="107000"/>
                        </a:lnSpc>
                        <a:spcBef>
                          <a:spcPts val="0"/>
                        </a:spcBef>
                        <a:spcAft>
                          <a:spcPts val="0"/>
                        </a:spcAft>
                      </a:pPr>
                      <a:r>
                        <a:rPr lang="en-US" sz="1000" dirty="0">
                          <a:effectLst/>
                        </a:rPr>
                        <a:t>Thermal Coating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Emissivity</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Mass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Notes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36300543"/>
                  </a:ext>
                </a:extLst>
              </a:tr>
              <a:tr h="117072">
                <a:tc>
                  <a:txBody>
                    <a:bodyPr/>
                    <a:lstStyle/>
                    <a:p>
                      <a:pPr marL="0" marR="0">
                        <a:lnSpc>
                          <a:spcPct val="107000"/>
                        </a:lnSpc>
                        <a:spcBef>
                          <a:spcPts val="0"/>
                        </a:spcBef>
                        <a:spcAft>
                          <a:spcPts val="0"/>
                        </a:spcAft>
                      </a:pPr>
                      <a:r>
                        <a:rPr lang="en-US" sz="1000">
                          <a:effectLst/>
                        </a:rPr>
                        <a:t>Insulation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0.05</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0.3 kg/m</a:t>
                      </a:r>
                      <a:r>
                        <a:rPr lang="en-US" sz="1000" baseline="30000">
                          <a:effectLst/>
                        </a:rPr>
                        <a:t>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Passive system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85038866"/>
                  </a:ext>
                </a:extLst>
              </a:tr>
              <a:tr h="117072">
                <a:tc>
                  <a:txBody>
                    <a:bodyPr/>
                    <a:lstStyle/>
                    <a:p>
                      <a:pPr marL="0" marR="0">
                        <a:lnSpc>
                          <a:spcPct val="107000"/>
                        </a:lnSpc>
                        <a:spcBef>
                          <a:spcPts val="0"/>
                        </a:spcBef>
                        <a:spcAft>
                          <a:spcPts val="0"/>
                        </a:spcAft>
                      </a:pPr>
                      <a:r>
                        <a:rPr lang="en-US" sz="1000">
                          <a:effectLst/>
                        </a:rPr>
                        <a:t>White paint*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0.85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Negligible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Passive system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20022262"/>
                  </a:ext>
                </a:extLst>
              </a:tr>
              <a:tr h="117072">
                <a:tc>
                  <a:txBody>
                    <a:bodyPr/>
                    <a:lstStyle/>
                    <a:p>
                      <a:pPr marL="0" marR="0">
                        <a:lnSpc>
                          <a:spcPct val="107000"/>
                        </a:lnSpc>
                        <a:spcBef>
                          <a:spcPts val="0"/>
                        </a:spcBef>
                        <a:spcAft>
                          <a:spcPts val="0"/>
                        </a:spcAft>
                      </a:pPr>
                      <a:r>
                        <a:rPr lang="en-US" sz="1000">
                          <a:effectLst/>
                        </a:rPr>
                        <a:t>Black paint**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0.874</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Negligible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Passive system</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73635517"/>
                  </a:ext>
                </a:extLst>
              </a:tr>
              <a:tr h="117072">
                <a:tc>
                  <a:txBody>
                    <a:bodyPr/>
                    <a:lstStyle/>
                    <a:p>
                      <a:pPr marL="0" marR="0">
                        <a:lnSpc>
                          <a:spcPct val="107000"/>
                        </a:lnSpc>
                        <a:spcBef>
                          <a:spcPts val="0"/>
                        </a:spcBef>
                        <a:spcAft>
                          <a:spcPts val="0"/>
                        </a:spcAft>
                      </a:pPr>
                      <a:r>
                        <a:rPr lang="en-US" sz="1000">
                          <a:effectLst/>
                        </a:rPr>
                        <a:t>Radiators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0.8</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0.6 kg/m</a:t>
                      </a:r>
                      <a:r>
                        <a:rPr lang="en-US" sz="1000" baseline="30000" dirty="0">
                          <a:effectLst/>
                        </a:rPr>
                        <a:t>2</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Passive system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243565"/>
                  </a:ext>
                </a:extLst>
              </a:tr>
              <a:tr h="117072">
                <a:tc>
                  <a:txBody>
                    <a:bodyPr/>
                    <a:lstStyle/>
                    <a:p>
                      <a:pPr marL="0" marR="0">
                        <a:lnSpc>
                          <a:spcPct val="107000"/>
                        </a:lnSpc>
                        <a:spcBef>
                          <a:spcPts val="0"/>
                        </a:spcBef>
                        <a:spcAft>
                          <a:spcPts val="0"/>
                        </a:spcAft>
                      </a:pPr>
                      <a:r>
                        <a:rPr lang="en-US" sz="1000">
                          <a:effectLst/>
                        </a:rPr>
                        <a:t>Radiations w/louvers°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0.05 – 0.8</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2.1 kg/m</a:t>
                      </a:r>
                      <a:r>
                        <a:rPr lang="en-US" sz="1000" baseline="30000" dirty="0">
                          <a:effectLst/>
                        </a:rPr>
                        <a:t>2</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Active system</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17605692"/>
                  </a:ext>
                </a:extLst>
              </a:tr>
              <a:tr h="117072">
                <a:tc>
                  <a:txBody>
                    <a:bodyPr/>
                    <a:lstStyle/>
                    <a:p>
                      <a:pPr marL="0" marR="0">
                        <a:lnSpc>
                          <a:spcPct val="107000"/>
                        </a:lnSpc>
                        <a:spcBef>
                          <a:spcPts val="0"/>
                        </a:spcBef>
                        <a:spcAft>
                          <a:spcPts val="0"/>
                        </a:spcAft>
                      </a:pPr>
                      <a:r>
                        <a:rPr lang="en-US" sz="1000" dirty="0" err="1">
                          <a:effectLst/>
                        </a:rPr>
                        <a:t>Heaters</a:t>
                      </a:r>
                      <a:r>
                        <a:rPr lang="en-US" sz="1000" baseline="30000" dirty="0" err="1">
                          <a:effectLst/>
                        </a:rPr>
                        <a:t>Δ</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a:effectLst/>
                        </a:rPr>
                        <a: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0.025 kg/m</a:t>
                      </a:r>
                      <a:r>
                        <a:rPr lang="en-US" sz="1000" baseline="30000" dirty="0">
                          <a:effectLst/>
                        </a:rPr>
                        <a:t>2</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dirty="0">
                          <a:effectLst/>
                        </a:rPr>
                        <a:t>Active system</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50658124"/>
                  </a:ext>
                </a:extLst>
              </a:tr>
            </a:tbl>
          </a:graphicData>
        </a:graphic>
      </p:graphicFrame>
      <p:sp>
        <p:nvSpPr>
          <p:cNvPr id="10" name="TextBox 9">
            <a:extLst>
              <a:ext uri="{FF2B5EF4-FFF2-40B4-BE49-F238E27FC236}">
                <a16:creationId xmlns:a16="http://schemas.microsoft.com/office/drawing/2014/main" id="{367AD195-AD4F-B8E5-B856-F62BC7F16D33}"/>
              </a:ext>
            </a:extLst>
          </p:cNvPr>
          <p:cNvSpPr txBox="1"/>
          <p:nvPr/>
        </p:nvSpPr>
        <p:spPr>
          <a:xfrm>
            <a:off x="7054393" y="1560768"/>
            <a:ext cx="4771146" cy="861774"/>
          </a:xfrm>
          <a:prstGeom prst="rect">
            <a:avLst/>
          </a:prstGeom>
          <a:noFill/>
        </p:spPr>
        <p:txBody>
          <a:bodyPr wrap="square">
            <a:spAutoFit/>
          </a:bodyPr>
          <a:lstStyle/>
          <a:p>
            <a:pPr lvl="0" eaLnBrk="0" fontAlgn="base" hangingPunct="0">
              <a:spcBef>
                <a:spcPct val="0"/>
              </a:spcBef>
              <a:spcAft>
                <a:spcPct val="0"/>
              </a:spcAft>
              <a:tabLst>
                <a:tab pos="228600" algn="l"/>
              </a:tabLst>
            </a:pPr>
            <a:r>
              <a:rPr lang="en-US" altLang="en-US" sz="1000" dirty="0">
                <a:latin typeface="Calibri" panose="020F0502020204030204" pitchFamily="34" charset="0"/>
                <a:ea typeface="Calibri" panose="020F0502020204030204" pitchFamily="34" charset="0"/>
                <a:cs typeface="Times New Roman" panose="02020603050405020304" pitchFamily="18" charset="0"/>
              </a:rPr>
              <a:t>* Absorptivity of 0.252</a:t>
            </a:r>
            <a:endPar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**Absorptivity of 0.975</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Each location requires the use of a controller with a mass of .2 kg and power requirement of 2 W.    Also indicate range of emissivity used in your design</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sz="10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Δ</a:t>
            </a:r>
            <a:r>
              <a:rPr kumimoji="0" lang="en-US" altLang="en-US" sz="1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Thermal input based on power requirements</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474348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D0ADC-9304-F5F4-0B2B-FE807AA58B51}"/>
              </a:ext>
            </a:extLst>
          </p:cNvPr>
          <p:cNvSpPr>
            <a:spLocks noGrp="1"/>
          </p:cNvSpPr>
          <p:nvPr>
            <p:ph type="title"/>
          </p:nvPr>
        </p:nvSpPr>
        <p:spPr/>
        <p:txBody>
          <a:bodyPr/>
          <a:lstStyle/>
          <a:p>
            <a:pPr algn="ctr"/>
            <a:r>
              <a:rPr lang="en-US" dirty="0"/>
              <a:t>HOMEWORK PROBLEM 5</a:t>
            </a:r>
          </a:p>
        </p:txBody>
      </p:sp>
      <p:pic>
        <p:nvPicPr>
          <p:cNvPr id="6" name="Picture 5">
            <a:extLst>
              <a:ext uri="{FF2B5EF4-FFF2-40B4-BE49-F238E27FC236}">
                <a16:creationId xmlns:a16="http://schemas.microsoft.com/office/drawing/2014/main" id="{F6A8784E-3AA1-93A9-F4FA-CFFBDAF26B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4169" y="885694"/>
            <a:ext cx="9963662" cy="5086611"/>
          </a:xfrm>
          <a:prstGeom prst="rect">
            <a:avLst/>
          </a:prstGeom>
        </p:spPr>
      </p:pic>
    </p:spTree>
    <p:extLst>
      <p:ext uri="{BB962C8B-B14F-4D97-AF65-F5344CB8AC3E}">
        <p14:creationId xmlns:p14="http://schemas.microsoft.com/office/powerpoint/2010/main" val="10524616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3B5BA-8A4C-40A4-A4F5-E26F59EBD5AD}"/>
              </a:ext>
            </a:extLst>
          </p:cNvPr>
          <p:cNvSpPr>
            <a:spLocks noGrp="1"/>
          </p:cNvSpPr>
          <p:nvPr>
            <p:ph type="title"/>
          </p:nvPr>
        </p:nvSpPr>
        <p:spPr/>
        <p:txBody>
          <a:bodyPr/>
          <a:lstStyle/>
          <a:p>
            <a:pPr algn="ctr"/>
            <a:r>
              <a:rPr lang="en-US" dirty="0"/>
              <a:t>REFERENCES</a:t>
            </a:r>
          </a:p>
        </p:txBody>
      </p:sp>
      <p:sp>
        <p:nvSpPr>
          <p:cNvPr id="3" name="Content Placeholder 2">
            <a:extLst>
              <a:ext uri="{FF2B5EF4-FFF2-40B4-BE49-F238E27FC236}">
                <a16:creationId xmlns:a16="http://schemas.microsoft.com/office/drawing/2014/main" id="{4FD3B9FB-3C8D-481B-9F89-A75EE15A21FF}"/>
              </a:ext>
            </a:extLst>
          </p:cNvPr>
          <p:cNvSpPr>
            <a:spLocks noGrp="1"/>
          </p:cNvSpPr>
          <p:nvPr>
            <p:ph sz="quarter" idx="13"/>
          </p:nvPr>
        </p:nvSpPr>
        <p:spPr>
          <a:xfrm>
            <a:off x="838200" y="1486921"/>
            <a:ext cx="10363826" cy="4765347"/>
          </a:xfrm>
        </p:spPr>
        <p:txBody>
          <a:bodyPr>
            <a:normAutofit fontScale="55000" lnSpcReduction="20000"/>
          </a:bodyPr>
          <a:lstStyle/>
          <a:p>
            <a:r>
              <a:rPr lang="it-IT" dirty="0">
                <a:effectLst/>
              </a:rPr>
              <a:t>CALCULLA (n.d.). </a:t>
            </a:r>
            <a:r>
              <a:rPr lang="it-IT" i="1" dirty="0"/>
              <a:t>Table of Chemical Bond Energies</a:t>
            </a:r>
            <a:r>
              <a:rPr lang="it-IT" dirty="0">
                <a:effectLst/>
              </a:rPr>
              <a:t>.  </a:t>
            </a:r>
            <a:r>
              <a:rPr lang="it-IT" dirty="0">
                <a:effectLst/>
                <a:hlinkClick r:id="rId2"/>
              </a:rPr>
              <a:t>https://calculla.com/bond_energy</a:t>
            </a:r>
            <a:endParaRPr lang="it-IT" dirty="0">
              <a:effectLst/>
            </a:endParaRPr>
          </a:p>
          <a:p>
            <a:pPr marL="0" indent="0">
              <a:buNone/>
            </a:pPr>
            <a:endParaRPr lang="it-IT" dirty="0">
              <a:effectLst/>
            </a:endParaRPr>
          </a:p>
          <a:p>
            <a:r>
              <a:rPr lang="en-US" dirty="0"/>
              <a:t>Gilmore, David G.  (2002).  </a:t>
            </a:r>
            <a:r>
              <a:rPr lang="en-US" i="1" dirty="0"/>
              <a:t>Spacecraft Thermal Control Handbook, Volume 1.</a:t>
            </a:r>
          </a:p>
          <a:p>
            <a:r>
              <a:rPr lang="en-US" dirty="0"/>
              <a:t>Jenner, L. (2015, May 5). </a:t>
            </a:r>
            <a:r>
              <a:rPr lang="en-US" i="1" dirty="0"/>
              <a:t>Webb Telescope Test: Insulating from Heat and Cold</a:t>
            </a:r>
            <a:r>
              <a:rPr lang="en-US" dirty="0"/>
              <a:t>. NASA. </a:t>
            </a:r>
            <a:r>
              <a:rPr lang="en-US" dirty="0">
                <a:hlinkClick r:id="rId3"/>
              </a:rPr>
              <a:t>https://www.nasa.gov/content/goddard/webb-telescope-test-insulating-from-heat-and-cold/</a:t>
            </a:r>
            <a:r>
              <a:rPr lang="en-US" dirty="0"/>
              <a:t>.</a:t>
            </a:r>
          </a:p>
          <a:p>
            <a:endParaRPr lang="en-US" i="1" dirty="0">
              <a:effectLst/>
            </a:endParaRPr>
          </a:p>
          <a:p>
            <a:r>
              <a:rPr lang="en-US" dirty="0">
                <a:effectLst/>
              </a:rPr>
              <a:t>Larson, W. J., &amp; Wertz, J. R. (2005). </a:t>
            </a:r>
            <a:r>
              <a:rPr lang="en-US" i="1" dirty="0">
                <a:effectLst/>
              </a:rPr>
              <a:t>Space mission analysis and design</a:t>
            </a:r>
            <a:r>
              <a:rPr lang="en-US" dirty="0">
                <a:effectLst/>
              </a:rPr>
              <a:t>. Kluwer Academic Publishers. </a:t>
            </a:r>
          </a:p>
          <a:p>
            <a:pPr marL="0" indent="0">
              <a:buNone/>
            </a:pPr>
            <a:endParaRPr lang="en-US" dirty="0">
              <a:effectLst/>
            </a:endParaRPr>
          </a:p>
          <a:p>
            <a:r>
              <a:rPr lang="en-US" dirty="0" err="1"/>
              <a:t>Merstallinger</a:t>
            </a:r>
            <a:r>
              <a:rPr lang="en-US" dirty="0"/>
              <a:t>, A., &amp; Sales, M. (2010). COLD WELDING DUE TO IMPACT AND FRETTING UNDER VACUUM.: CONSIDERING SCALING FOR APPLICATIONS IN SPACE MECHANISMS. </a:t>
            </a:r>
            <a:r>
              <a:rPr lang="en-US" i="1" dirty="0"/>
              <a:t>Mechanical Properties of Complex </a:t>
            </a:r>
            <a:r>
              <a:rPr lang="en-US" i="1" dirty="0" err="1"/>
              <a:t>Intermetallics</a:t>
            </a:r>
            <a:r>
              <a:rPr lang="en-US" dirty="0"/>
              <a:t>, 191–248. </a:t>
            </a:r>
            <a:r>
              <a:rPr lang="en-US" dirty="0">
                <a:hlinkClick r:id="rId4"/>
              </a:rPr>
              <a:t>https://doi.org/10.1142/9789814322171_0006</a:t>
            </a:r>
            <a:endParaRPr lang="en-US" dirty="0"/>
          </a:p>
          <a:p>
            <a:pPr marL="0" indent="0">
              <a:buNone/>
            </a:pPr>
            <a:endParaRPr lang="en-US" dirty="0">
              <a:effectLst/>
            </a:endParaRPr>
          </a:p>
          <a:p>
            <a:r>
              <a:rPr lang="en-US" dirty="0">
                <a:effectLst/>
              </a:rPr>
              <a:t>NASA. (July 24, 2014). </a:t>
            </a:r>
            <a:r>
              <a:rPr lang="en-US" i="1" dirty="0">
                <a:effectLst/>
              </a:rPr>
              <a:t>Atomic oxygen effects - NASA technical reports server (NTRS)</a:t>
            </a:r>
            <a:r>
              <a:rPr lang="en-US" dirty="0">
                <a:effectLst/>
              </a:rPr>
              <a:t>. NASA. https://ntrs.nasa.gov/citations/20150000130 </a:t>
            </a:r>
          </a:p>
          <a:p>
            <a:endParaRPr lang="en-US" dirty="0"/>
          </a:p>
          <a:p>
            <a:r>
              <a:rPr lang="en-US" dirty="0">
                <a:effectLst/>
              </a:rPr>
              <a:t>PEDIAA. (2017, January 4). </a:t>
            </a:r>
            <a:r>
              <a:rPr lang="en-US" i="1" dirty="0">
                <a:effectLst/>
              </a:rPr>
              <a:t>Difference between single double and triple bonds: Definition, formation, properties, examples</a:t>
            </a:r>
            <a:r>
              <a:rPr lang="en-US" dirty="0">
                <a:effectLst/>
              </a:rPr>
              <a:t>. </a:t>
            </a:r>
            <a:r>
              <a:rPr lang="en-US" dirty="0" err="1">
                <a:effectLst/>
              </a:rPr>
              <a:t>Pediaa.Com</a:t>
            </a:r>
            <a:r>
              <a:rPr lang="en-US" dirty="0">
                <a:effectLst/>
              </a:rPr>
              <a:t>. </a:t>
            </a:r>
            <a:r>
              <a:rPr lang="en-US" dirty="0">
                <a:effectLst/>
                <a:hlinkClick r:id="rId5"/>
              </a:rPr>
              <a:t>https://pediaa.com/difference-between-single-double-and-triple-bonds/</a:t>
            </a:r>
            <a:endParaRPr lang="en-US" dirty="0">
              <a:effectLst/>
            </a:endParaRPr>
          </a:p>
          <a:p>
            <a:endParaRPr lang="en-US" dirty="0"/>
          </a:p>
          <a:p>
            <a:endParaRPr lang="en-US" dirty="0">
              <a:effectLst/>
            </a:endParaRPr>
          </a:p>
          <a:p>
            <a:endParaRPr lang="en-US" dirty="0"/>
          </a:p>
        </p:txBody>
      </p:sp>
      <p:sp>
        <p:nvSpPr>
          <p:cNvPr id="4" name="Slide Number Placeholder 3">
            <a:extLst>
              <a:ext uri="{FF2B5EF4-FFF2-40B4-BE49-F238E27FC236}">
                <a16:creationId xmlns:a16="http://schemas.microsoft.com/office/drawing/2014/main" id="{1240094D-CE70-61E8-8887-AE4D0635F172}"/>
              </a:ext>
            </a:extLst>
          </p:cNvPr>
          <p:cNvSpPr>
            <a:spLocks noGrp="1"/>
          </p:cNvSpPr>
          <p:nvPr>
            <p:ph type="sldNum" sz="quarter" idx="12"/>
          </p:nvPr>
        </p:nvSpPr>
        <p:spPr/>
        <p:txBody>
          <a:bodyPr/>
          <a:lstStyle/>
          <a:p>
            <a:fld id="{C83C362F-97FB-4C1E-B0F0-C3069DD0CDD1}" type="slidenum">
              <a:rPr lang="en-US" smtClean="0"/>
              <a:t>49</a:t>
            </a:fld>
            <a:endParaRPr lang="en-US"/>
          </a:p>
        </p:txBody>
      </p:sp>
    </p:spTree>
    <p:extLst>
      <p:ext uri="{BB962C8B-B14F-4D97-AF65-F5344CB8AC3E}">
        <p14:creationId xmlns:p14="http://schemas.microsoft.com/office/powerpoint/2010/main" val="4498339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1840</TotalTime>
  <Words>4553</Words>
  <Application>Microsoft Office PowerPoint</Application>
  <PresentationFormat>Widescreen</PresentationFormat>
  <Paragraphs>712</Paragraphs>
  <Slides>49</Slides>
  <Notes>23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49</vt:i4>
      </vt:variant>
    </vt:vector>
  </HeadingPairs>
  <TitlesOfParts>
    <vt:vector size="61" baseType="lpstr">
      <vt:lpstr>Aptos</vt:lpstr>
      <vt:lpstr>Arial</vt:lpstr>
      <vt:lpstr>Calibri</vt:lpstr>
      <vt:lpstr>Calibri Light</vt:lpstr>
      <vt:lpstr>Cambria Math</vt:lpstr>
      <vt:lpstr>CG Times (W1)</vt:lpstr>
      <vt:lpstr>Magneto</vt:lpstr>
      <vt:lpstr>Symbol</vt:lpstr>
      <vt:lpstr>Times New Roman</vt:lpstr>
      <vt:lpstr>Office Theme</vt:lpstr>
      <vt:lpstr>Equation</vt:lpstr>
      <vt:lpstr>Document</vt:lpstr>
      <vt:lpstr>SPCE 5065 VACUUM ENVIRONMENT</vt:lpstr>
      <vt:lpstr>PowerPoint Presentation</vt:lpstr>
      <vt:lpstr>PowerPoint Presentation</vt:lpstr>
      <vt:lpstr>PowerPoint Presentation</vt:lpstr>
      <vt:lpstr>PowerPoint Presentation</vt:lpstr>
      <vt:lpstr>PowerPoint Presentation</vt:lpstr>
      <vt:lpstr>Operating in a Vacuum</vt:lpstr>
      <vt:lpstr>Vacuum Environment:  Solar UV Degradation</vt:lpstr>
      <vt:lpstr>Vacuum Environment:  Solar UV Degradation</vt:lpstr>
      <vt:lpstr>EX single Carbon-Carbon Bond</vt:lpstr>
      <vt:lpstr>EX single Oxygen-Oxygen Bond</vt:lpstr>
      <vt:lpstr>EX Double Carbon-Carbon Bond</vt:lpstr>
      <vt:lpstr>PowerPoint Presentation</vt:lpstr>
      <vt:lpstr>PowerPoint Presentation</vt:lpstr>
      <vt:lpstr>PowerPoint Presentation</vt:lpstr>
      <vt:lpstr>PowerPoint Presentation</vt:lpstr>
      <vt:lpstr>PowerPoint Presentation</vt:lpstr>
      <vt:lpstr>Vacuum Environment:  Heat Transfer</vt:lpstr>
      <vt:lpstr>Vacuum Environment:  Heat Transfer</vt:lpstr>
      <vt:lpstr>The Thermal Radiation Environment</vt:lpstr>
      <vt:lpstr>PowerPoint Presentation</vt:lpstr>
      <vt:lpstr>CHALLENGES</vt:lpstr>
      <vt:lpstr>Principles of Heat Transfer</vt:lpstr>
      <vt:lpstr>Basics of Thermal Control</vt:lpstr>
      <vt:lpstr>Emissivity and Absorptivity</vt:lpstr>
      <vt:lpstr>Emissivity and Absorptivity</vt:lpstr>
      <vt:lpstr>PowerPoint Presentation</vt:lpstr>
      <vt:lpstr>Conservation of Energy and Equilibrium Temperature</vt:lpstr>
      <vt:lpstr>Conservation of Energy and Equilibrium Temperature</vt:lpstr>
      <vt:lpstr>Conservation of Energy and Equilibrium Temperature</vt:lpstr>
      <vt:lpstr>AVERAGE ALBEDOS AND IR EMISSIONS OF THE PLANETS</vt:lpstr>
      <vt:lpstr>Vacuum Environment:  Solar UV Degradation</vt:lpstr>
      <vt:lpstr>PowerPoint Presentation</vt:lpstr>
      <vt:lpstr>PowerPoint Presentation</vt:lpstr>
      <vt:lpstr>PowerPoint Presentation</vt:lpstr>
      <vt:lpstr>HOMEWORK 6 PROBLEM 4</vt:lpstr>
      <vt:lpstr>THERMAL CONTROL SOLUTIONS </vt:lpstr>
      <vt:lpstr>Components of a Thermal Control System</vt:lpstr>
      <vt:lpstr>Components of a Thermal Control System</vt:lpstr>
      <vt:lpstr>Preliminary Thermal Design Process </vt:lpstr>
      <vt:lpstr>Typical Operating Temperatures</vt:lpstr>
      <vt:lpstr>Some possible solutions</vt:lpstr>
      <vt:lpstr>Mass and Power Estimates</vt:lpstr>
      <vt:lpstr>EXAMPLE </vt:lpstr>
      <vt:lpstr>EXAMPLE </vt:lpstr>
      <vt:lpstr>EXAMPLE </vt:lpstr>
      <vt:lpstr>EXAMPLE </vt:lpstr>
      <vt:lpstr>HOMEWORK PROBLEM 5</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 4425 VACUUM ENVIRONMENT</dc:title>
  <dc:creator>Lynnane George</dc:creator>
  <cp:lastModifiedBy>Lynnane George</cp:lastModifiedBy>
  <cp:revision>9</cp:revision>
  <dcterms:created xsi:type="dcterms:W3CDTF">2021-06-08T02:18:49Z</dcterms:created>
  <dcterms:modified xsi:type="dcterms:W3CDTF">2026-07-22T01:19:38Z</dcterms:modified>
</cp:coreProperties>
</file>