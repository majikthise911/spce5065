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5"/>
  </p:notesMasterIdLst>
  <p:sldIdLst>
    <p:sldId id="328" r:id="rId2"/>
    <p:sldId id="329" r:id="rId3"/>
    <p:sldId id="330" r:id="rId4"/>
    <p:sldId id="540" r:id="rId5"/>
    <p:sldId id="541" r:id="rId6"/>
    <p:sldId id="542" r:id="rId7"/>
    <p:sldId id="543" r:id="rId8"/>
    <p:sldId id="544" r:id="rId9"/>
    <p:sldId id="331" r:id="rId10"/>
    <p:sldId id="332" r:id="rId11"/>
    <p:sldId id="315" r:id="rId12"/>
    <p:sldId id="263" r:id="rId13"/>
    <p:sldId id="296" r:id="rId14"/>
    <p:sldId id="327" r:id="rId15"/>
    <p:sldId id="537" r:id="rId16"/>
    <p:sldId id="531" r:id="rId17"/>
    <p:sldId id="532" r:id="rId18"/>
    <p:sldId id="533" r:id="rId19"/>
    <p:sldId id="534" r:id="rId20"/>
    <p:sldId id="535" r:id="rId21"/>
    <p:sldId id="538" r:id="rId22"/>
    <p:sldId id="539" r:id="rId23"/>
    <p:sldId id="29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2"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ane George" userId="065056628ae16e64" providerId="LiveId" clId="{1E9AE552-6B83-46CE-A2DC-1FB506DB1638}"/>
    <pc:docChg chg="custSel addSld delSld modSld">
      <pc:chgData name="Lynnane George" userId="065056628ae16e64" providerId="LiveId" clId="{1E9AE552-6B83-46CE-A2DC-1FB506DB1638}" dt="2026-06-25T00:54:03.621" v="14" actId="20577"/>
      <pc:docMkLst>
        <pc:docMk/>
      </pc:docMkLst>
      <pc:sldChg chg="modSp mod">
        <pc:chgData name="Lynnane George" userId="065056628ae16e64" providerId="LiveId" clId="{1E9AE552-6B83-46CE-A2DC-1FB506DB1638}" dt="2026-06-25T00:54:03.621" v="14" actId="20577"/>
        <pc:sldMkLst>
          <pc:docMk/>
          <pc:sldMk cId="2770325128" sldId="328"/>
        </pc:sldMkLst>
        <pc:spChg chg="mod">
          <ac:chgData name="Lynnane George" userId="065056628ae16e64" providerId="LiveId" clId="{1E9AE552-6B83-46CE-A2DC-1FB506DB1638}" dt="2026-06-25T00:54:03.621" v="14" actId="20577"/>
          <ac:spMkLst>
            <pc:docMk/>
            <pc:sldMk cId="2770325128" sldId="328"/>
            <ac:spMk id="7" creationId="{2A716835-CB8D-4EAA-9206-3125072D07A4}"/>
          </ac:spMkLst>
        </pc:spChg>
      </pc:sldChg>
      <pc:sldChg chg="del">
        <pc:chgData name="Lynnane George" userId="065056628ae16e64" providerId="LiveId" clId="{1E9AE552-6B83-46CE-A2DC-1FB506DB1638}" dt="2026-06-24T23:40:55.981" v="0" actId="2696"/>
        <pc:sldMkLst>
          <pc:docMk/>
          <pc:sldMk cId="1100958776" sldId="521"/>
        </pc:sldMkLst>
      </pc:sldChg>
      <pc:sldChg chg="del">
        <pc:chgData name="Lynnane George" userId="065056628ae16e64" providerId="LiveId" clId="{1E9AE552-6B83-46CE-A2DC-1FB506DB1638}" dt="2026-06-24T23:41:00.325" v="1" actId="2696"/>
        <pc:sldMkLst>
          <pc:docMk/>
          <pc:sldMk cId="2191094504" sldId="536"/>
        </pc:sldMkLst>
      </pc:sldChg>
      <pc:sldChg chg="delSp new mod">
        <pc:chgData name="Lynnane George" userId="065056628ae16e64" providerId="LiveId" clId="{1E9AE552-6B83-46CE-A2DC-1FB506DB1638}" dt="2026-06-25T00:38:55.608" v="4" actId="478"/>
        <pc:sldMkLst>
          <pc:docMk/>
          <pc:sldMk cId="1117484529" sldId="540"/>
        </pc:sldMkLst>
        <pc:spChg chg="del">
          <ac:chgData name="Lynnane George" userId="065056628ae16e64" providerId="LiveId" clId="{1E9AE552-6B83-46CE-A2DC-1FB506DB1638}" dt="2026-06-25T00:38:54.235" v="3" actId="478"/>
          <ac:spMkLst>
            <pc:docMk/>
            <pc:sldMk cId="1117484529" sldId="540"/>
            <ac:spMk id="2" creationId="{35A2556B-9664-B814-0242-4A4FFEEEB38F}"/>
          </ac:spMkLst>
        </pc:spChg>
        <pc:spChg chg="del">
          <ac:chgData name="Lynnane George" userId="065056628ae16e64" providerId="LiveId" clId="{1E9AE552-6B83-46CE-A2DC-1FB506DB1638}" dt="2026-06-25T00:38:55.608" v="4" actId="478"/>
          <ac:spMkLst>
            <pc:docMk/>
            <pc:sldMk cId="1117484529" sldId="540"/>
            <ac:spMk id="3" creationId="{88A614A6-6B8D-A84A-B851-489E07973B82}"/>
          </ac:spMkLst>
        </pc:spChg>
      </pc:sldChg>
      <pc:sldChg chg="add">
        <pc:chgData name="Lynnane George" userId="065056628ae16e64" providerId="LiveId" clId="{1E9AE552-6B83-46CE-A2DC-1FB506DB1638}" dt="2026-06-25T00:39:10.260" v="9" actId="2890"/>
        <pc:sldMkLst>
          <pc:docMk/>
          <pc:sldMk cId="2386914874" sldId="541"/>
        </pc:sldMkLst>
      </pc:sldChg>
      <pc:sldChg chg="delSp new del mod">
        <pc:chgData name="Lynnane George" userId="065056628ae16e64" providerId="LiveId" clId="{1E9AE552-6B83-46CE-A2DC-1FB506DB1638}" dt="2026-06-25T00:39:07.475" v="8" actId="2696"/>
        <pc:sldMkLst>
          <pc:docMk/>
          <pc:sldMk cId="3956301564" sldId="541"/>
        </pc:sldMkLst>
        <pc:spChg chg="del">
          <ac:chgData name="Lynnane George" userId="065056628ae16e64" providerId="LiveId" clId="{1E9AE552-6B83-46CE-A2DC-1FB506DB1638}" dt="2026-06-25T00:39:00.518" v="6" actId="478"/>
          <ac:spMkLst>
            <pc:docMk/>
            <pc:sldMk cId="3956301564" sldId="541"/>
            <ac:spMk id="2" creationId="{CF0DB6B6-45C7-6A46-F2A6-3C89E1365D6C}"/>
          </ac:spMkLst>
        </pc:spChg>
        <pc:spChg chg="del">
          <ac:chgData name="Lynnane George" userId="065056628ae16e64" providerId="LiveId" clId="{1E9AE552-6B83-46CE-A2DC-1FB506DB1638}" dt="2026-06-25T00:39:01.844" v="7" actId="478"/>
          <ac:spMkLst>
            <pc:docMk/>
            <pc:sldMk cId="3956301564" sldId="541"/>
            <ac:spMk id="3" creationId="{E22DFBB6-1EBA-E5BF-4C08-9E7C6DA597A9}"/>
          </ac:spMkLst>
        </pc:spChg>
      </pc:sldChg>
      <pc:sldChg chg="add">
        <pc:chgData name="Lynnane George" userId="065056628ae16e64" providerId="LiveId" clId="{1E9AE552-6B83-46CE-A2DC-1FB506DB1638}" dt="2026-06-25T00:39:13.647" v="10" actId="2890"/>
        <pc:sldMkLst>
          <pc:docMk/>
          <pc:sldMk cId="498892068" sldId="542"/>
        </pc:sldMkLst>
      </pc:sldChg>
      <pc:sldChg chg="add">
        <pc:chgData name="Lynnane George" userId="065056628ae16e64" providerId="LiveId" clId="{1E9AE552-6B83-46CE-A2DC-1FB506DB1638}" dt="2026-06-25T00:39:16.077" v="11" actId="2890"/>
        <pc:sldMkLst>
          <pc:docMk/>
          <pc:sldMk cId="980027929" sldId="543"/>
        </pc:sldMkLst>
      </pc:sldChg>
      <pc:sldChg chg="add">
        <pc:chgData name="Lynnane George" userId="065056628ae16e64" providerId="LiveId" clId="{1E9AE552-6B83-46CE-A2DC-1FB506DB1638}" dt="2026-06-25T00:39:18.404" v="12" actId="2890"/>
        <pc:sldMkLst>
          <pc:docMk/>
          <pc:sldMk cId="2748933599" sldId="544"/>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7-01T00:49:05.797"/>
    </inkml:context>
    <inkml:brush xml:id="br0">
      <inkml:brushProperty name="width" value="0.025" units="cm"/>
      <inkml:brushProperty name="height" value="0.025" units="cm"/>
      <inkml:brushProperty name="color" value="#5B2D90"/>
    </inkml:brush>
  </inkml:definitions>
  <inkml:trace contextRef="#ctx0" brushRef="#br0">1066 191 1312,'-10'2'155,"7"-2"-110,0 0-1,1 0 0,-1 0 0,0 0 0,1 0 1,-1 0-1,1-1 0,-1 1 0,-3-2 0,-72-23 46,55 16 126,-1 1-1,0 0 1,0 2 0,-35-3-1,-12 4 580,-1 4 0,1 4-1,0 2 1,-80 16-1,113-13-586,2 1-1,-43 17 1,67-22-221,1 2 1,0-1-1,0 1 1,0 1 0,1 0-1,0 1 1,0 0-1,1 0 1,0 1-1,-12 15 1,11-12 13,1 1 0,0 0-1,1 1 1,1-1 0,-8 20 0,10-18 126,0 0 0,2 0 0,0 0 1,0 0-1,0 30 0,3-1 95,2 0 1,2 0-1,2 0 1,2-1-1,2 1 1,23 62-1,-28-93-193,1 0 0,1-1 0,0 0 0,0 0 0,1 0 1,1-1-1,0 0 0,0-1 0,1 0 0,0 0 0,1-1 0,0-1 0,1 0 0,0 0 0,0-1 0,0-1 1,1 0-1,0 0 0,0-1 0,0-1 0,28 5 0,27-3-7,0-2 1,69-7-1,-19 1-153,129-6 190,114 0 319,-235 2 140,234-40-1,-327 40-457,0-2 1,-1-1-1,0-2 1,0-1-1,-1-1 1,-1-2-1,0-1 1,-1-1-1,-1-1 0,-1-2 1,-1-1-1,0-1 1,-2-1-1,37-44 1,-47 49-50,-2 5-20,-2-1 0,13-20 0,-14 19 26,-2-1 1,1 0-1,-2-1 1,5-18 0,-8 26-11,-2-1 0,1 1 0,-1-1 0,0 0 1,-1 1-1,0-1 0,-1 0 0,0 1 0,-3-13 1,-4-4 24,-1 0 1,-1 0 0,-1 1 0,-1 1 0,-23-35 0,25 45-6,-1 0 0,0 1 0,0 0 0,-1 1 0,-1 0 0,0 1 0,-19-12 0,-8-2 302,-61-28 1,71 40-187,0 2 1,0 1-1,-1 1 1,0 1 0,0 2-1,-52-4 1,34 8 63,0 2 0,0 2 1,-78 14-1,103-12-176,-284 55 69,231-39-478,-143 54 1,86-15-4887,98-42 3478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326BDA-DC63-4F1E-89FF-0162DDA85E00}" type="datetimeFigureOut">
              <a:rPr lang="en-US" smtClean="0"/>
              <a:t>6/24/2026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EE1DA9-70CD-4924-8F6B-D46BA6EEAFB6}" type="slidenum">
              <a:rPr lang="en-US" smtClean="0"/>
              <a:t>‹#›</a:t>
            </a:fld>
            <a:endParaRPr lang="en-US"/>
          </a:p>
        </p:txBody>
      </p:sp>
    </p:spTree>
    <p:extLst>
      <p:ext uri="{BB962C8B-B14F-4D97-AF65-F5344CB8AC3E}">
        <p14:creationId xmlns:p14="http://schemas.microsoft.com/office/powerpoint/2010/main" val="2460534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NASA"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en.wikipedia.org/wiki/Solar_maximum#cite_note-solarminimax-4" TargetMode="External"/><Relationship Id="rId5" Type="http://schemas.openxmlformats.org/officeDocument/2006/relationships/hyperlink" Target="https://en.wikipedia.org/wiki/Solar_maximum#cite_note-3" TargetMode="External"/><Relationship Id="rId4" Type="http://schemas.openxmlformats.org/officeDocument/2006/relationships/hyperlink" Target="https://en.wikipedia.org/wiki/Solar_cycle_19"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B4AC34C4-D9AF-418C-9126-EA8B85FBB789}"/>
              </a:ext>
            </a:extLst>
          </p:cNvPr>
          <p:cNvSpPr>
            <a:spLocks noGrp="1" noRot="1" noChangeAspect="1" noChangeArrowheads="1" noTextEdit="1"/>
          </p:cNvSpPr>
          <p:nvPr>
            <p:ph type="sldImg"/>
          </p:nvPr>
        </p:nvSpPr>
        <p:spPr>
          <a:xfrm>
            <a:off x="460375" y="2590800"/>
            <a:ext cx="6124575" cy="3446463"/>
          </a:xfrm>
          <a:ln/>
        </p:spPr>
      </p:sp>
      <p:sp>
        <p:nvSpPr>
          <p:cNvPr id="103428" name="Oval 4">
            <a:extLst>
              <a:ext uri="{FF2B5EF4-FFF2-40B4-BE49-F238E27FC236}">
                <a16:creationId xmlns:a16="http://schemas.microsoft.com/office/drawing/2014/main" id="{EF729E90-2854-438C-AA9B-88D632812CCC}"/>
              </a:ext>
            </a:extLst>
          </p:cNvPr>
          <p:cNvSpPr>
            <a:spLocks noChangeArrowheads="1"/>
          </p:cNvSpPr>
          <p:nvPr/>
        </p:nvSpPr>
        <p:spPr bwMode="auto">
          <a:xfrm>
            <a:off x="1954213" y="3155950"/>
            <a:ext cx="687387" cy="261938"/>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3429" name="Arc 5">
            <a:extLst>
              <a:ext uri="{FF2B5EF4-FFF2-40B4-BE49-F238E27FC236}">
                <a16:creationId xmlns:a16="http://schemas.microsoft.com/office/drawing/2014/main" id="{B6DC8A33-FEFB-430B-9C4E-5DF16A81D130}"/>
              </a:ext>
            </a:extLst>
          </p:cNvPr>
          <p:cNvSpPr>
            <a:spLocks/>
          </p:cNvSpPr>
          <p:nvPr/>
        </p:nvSpPr>
        <p:spPr bwMode="auto">
          <a:xfrm>
            <a:off x="2652713" y="3305175"/>
            <a:ext cx="158750" cy="427038"/>
          </a:xfrm>
          <a:custGeom>
            <a:avLst/>
            <a:gdLst>
              <a:gd name="T0" fmla="*/ 20829 w 24862"/>
              <a:gd name="T1" fmla="*/ 0 h 43200"/>
              <a:gd name="T2" fmla="*/ 0 w 24862"/>
              <a:gd name="T3" fmla="*/ 424586 h 43200"/>
              <a:gd name="T4" fmla="*/ 20829 w 24862"/>
              <a:gd name="T5" fmla="*/ 213519 h 43200"/>
              <a:gd name="T6" fmla="*/ 0 60000 65536"/>
              <a:gd name="T7" fmla="*/ 0 60000 65536"/>
              <a:gd name="T8" fmla="*/ 0 60000 65536"/>
            </a:gdLst>
            <a:ahLst/>
            <a:cxnLst>
              <a:cxn ang="T6">
                <a:pos x="T0" y="T1"/>
              </a:cxn>
              <a:cxn ang="T7">
                <a:pos x="T2" y="T3"/>
              </a:cxn>
              <a:cxn ang="T8">
                <a:pos x="T4" y="T5"/>
              </a:cxn>
            </a:cxnLst>
            <a:rect l="0" t="0" r="r" b="b"/>
            <a:pathLst>
              <a:path w="24862" h="43200" fill="none" extrusionOk="0">
                <a:moveTo>
                  <a:pt x="3262" y="-1"/>
                </a:moveTo>
                <a:cubicBezTo>
                  <a:pt x="15191" y="0"/>
                  <a:pt x="24862" y="9670"/>
                  <a:pt x="24862" y="21600"/>
                </a:cubicBezTo>
                <a:cubicBezTo>
                  <a:pt x="24862" y="33529"/>
                  <a:pt x="15191" y="43200"/>
                  <a:pt x="3262" y="43200"/>
                </a:cubicBezTo>
                <a:cubicBezTo>
                  <a:pt x="2169" y="43199"/>
                  <a:pt x="1079" y="43117"/>
                  <a:pt x="-1" y="42952"/>
                </a:cubicBezTo>
              </a:path>
              <a:path w="24862" h="43200" stroke="0" extrusionOk="0">
                <a:moveTo>
                  <a:pt x="3262" y="-1"/>
                </a:moveTo>
                <a:cubicBezTo>
                  <a:pt x="15191" y="0"/>
                  <a:pt x="24862" y="9670"/>
                  <a:pt x="24862" y="21600"/>
                </a:cubicBezTo>
                <a:cubicBezTo>
                  <a:pt x="24862" y="33529"/>
                  <a:pt x="15191" y="43200"/>
                  <a:pt x="3262" y="43200"/>
                </a:cubicBezTo>
                <a:cubicBezTo>
                  <a:pt x="2169" y="43199"/>
                  <a:pt x="1079" y="43117"/>
                  <a:pt x="-1" y="42952"/>
                </a:cubicBezTo>
                <a:lnTo>
                  <a:pt x="3262" y="21600"/>
                </a:lnTo>
                <a:lnTo>
                  <a:pt x="3262" y="-1"/>
                </a:lnTo>
                <a:close/>
              </a:path>
            </a:pathLst>
          </a:custGeom>
          <a:noFill/>
          <a:ln w="12700">
            <a:solidFill>
              <a:schemeClr val="tx1"/>
            </a:solidFill>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a:p>
        </p:txBody>
      </p:sp>
      <p:sp>
        <p:nvSpPr>
          <p:cNvPr id="103430" name="Text Box 6">
            <a:extLst>
              <a:ext uri="{FF2B5EF4-FFF2-40B4-BE49-F238E27FC236}">
                <a16:creationId xmlns:a16="http://schemas.microsoft.com/office/drawing/2014/main" id="{EC31D2C5-7CD2-4637-BC6B-EC77ACA29D14}"/>
              </a:ext>
            </a:extLst>
          </p:cNvPr>
          <p:cNvSpPr txBox="1">
            <a:spLocks noChangeArrowheads="1"/>
          </p:cNvSpPr>
          <p:nvPr/>
        </p:nvSpPr>
        <p:spPr bwMode="auto">
          <a:xfrm>
            <a:off x="3835400" y="2257425"/>
            <a:ext cx="20732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This is the dominant neutral environment effect due to the high velocities involved</a:t>
            </a:r>
          </a:p>
        </p:txBody>
      </p:sp>
      <p:sp>
        <p:nvSpPr>
          <p:cNvPr id="103431" name="Text Box 7">
            <a:extLst>
              <a:ext uri="{FF2B5EF4-FFF2-40B4-BE49-F238E27FC236}">
                <a16:creationId xmlns:a16="http://schemas.microsoft.com/office/drawing/2014/main" id="{59A0435E-E155-40AB-8A8E-C429FAFA2A5E}"/>
              </a:ext>
            </a:extLst>
          </p:cNvPr>
          <p:cNvSpPr txBox="1">
            <a:spLocks noChangeArrowheads="1"/>
          </p:cNvSpPr>
          <p:nvPr/>
        </p:nvSpPr>
        <p:spPr bwMode="auto">
          <a:xfrm>
            <a:off x="5018088" y="3684588"/>
            <a:ext cx="779462"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11-year cycle</a:t>
            </a:r>
          </a:p>
        </p:txBody>
      </p:sp>
      <p:sp>
        <p:nvSpPr>
          <p:cNvPr id="103432" name="Text Box 8">
            <a:extLst>
              <a:ext uri="{FF2B5EF4-FFF2-40B4-BE49-F238E27FC236}">
                <a16:creationId xmlns:a16="http://schemas.microsoft.com/office/drawing/2014/main" id="{F488F7D4-E54E-433C-8E66-68C0AC7C1BD7}"/>
              </a:ext>
            </a:extLst>
          </p:cNvPr>
          <p:cNvSpPr txBox="1">
            <a:spLocks noChangeArrowheads="1"/>
          </p:cNvSpPr>
          <p:nvPr/>
        </p:nvSpPr>
        <p:spPr bwMode="auto">
          <a:xfrm>
            <a:off x="5180013" y="6038850"/>
            <a:ext cx="1617662"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Atmospheric density depends on solar cycle (see next page)</a:t>
            </a:r>
          </a:p>
        </p:txBody>
      </p:sp>
      <p:sp>
        <p:nvSpPr>
          <p:cNvPr id="103433" name="Line 9">
            <a:extLst>
              <a:ext uri="{FF2B5EF4-FFF2-40B4-BE49-F238E27FC236}">
                <a16:creationId xmlns:a16="http://schemas.microsoft.com/office/drawing/2014/main" id="{45E12339-267F-44A8-9507-9D6D23CDE507}"/>
              </a:ext>
            </a:extLst>
          </p:cNvPr>
          <p:cNvSpPr>
            <a:spLocks noChangeShapeType="1"/>
          </p:cNvSpPr>
          <p:nvPr/>
        </p:nvSpPr>
        <p:spPr bwMode="auto">
          <a:xfrm flipH="1" flipV="1">
            <a:off x="5241925" y="5127625"/>
            <a:ext cx="717550" cy="9334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3434" name="Text Box 10">
            <a:extLst>
              <a:ext uri="{FF2B5EF4-FFF2-40B4-BE49-F238E27FC236}">
                <a16:creationId xmlns:a16="http://schemas.microsoft.com/office/drawing/2014/main" id="{6785AB6A-1CC9-4E0A-AE06-F8FB70F2BB0C}"/>
              </a:ext>
            </a:extLst>
          </p:cNvPr>
          <p:cNvSpPr txBox="1">
            <a:spLocks noChangeArrowheads="1"/>
          </p:cNvSpPr>
          <p:nvPr/>
        </p:nvSpPr>
        <p:spPr bwMode="auto">
          <a:xfrm>
            <a:off x="2654300" y="4192588"/>
            <a:ext cx="668338"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(1.9 to 2.6)</a:t>
            </a:r>
          </a:p>
        </p:txBody>
      </p:sp>
      <p:sp>
        <p:nvSpPr>
          <p:cNvPr id="103435" name="Text Box 11">
            <a:extLst>
              <a:ext uri="{FF2B5EF4-FFF2-40B4-BE49-F238E27FC236}">
                <a16:creationId xmlns:a16="http://schemas.microsoft.com/office/drawing/2014/main" id="{79071200-F466-4906-842E-9AD52841B7A1}"/>
              </a:ext>
            </a:extLst>
          </p:cNvPr>
          <p:cNvSpPr txBox="1">
            <a:spLocks noChangeArrowheads="1"/>
          </p:cNvSpPr>
          <p:nvPr/>
        </p:nvSpPr>
        <p:spPr bwMode="auto">
          <a:xfrm>
            <a:off x="482600" y="6054725"/>
            <a:ext cx="1436688"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Shape and mass distribution of the spacecraft (bullets vs balloons)</a:t>
            </a:r>
          </a:p>
        </p:txBody>
      </p:sp>
      <p:sp>
        <p:nvSpPr>
          <p:cNvPr id="103436" name="Line 12">
            <a:extLst>
              <a:ext uri="{FF2B5EF4-FFF2-40B4-BE49-F238E27FC236}">
                <a16:creationId xmlns:a16="http://schemas.microsoft.com/office/drawing/2014/main" id="{11E9C4F4-A659-4A0D-9428-7C91ACD34DA9}"/>
              </a:ext>
            </a:extLst>
          </p:cNvPr>
          <p:cNvSpPr>
            <a:spLocks noChangeShapeType="1"/>
          </p:cNvSpPr>
          <p:nvPr/>
        </p:nvSpPr>
        <p:spPr bwMode="auto">
          <a:xfrm flipV="1">
            <a:off x="646113" y="4975225"/>
            <a:ext cx="1992312" cy="105092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9E1A994D-28AE-4BBB-8C57-21C53AFAD3E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Predictions of a future maximum's timing and strength are very difficult; predictions vary widely. There was a solar maximum in 2000. In 2006 </a:t>
            </a:r>
            <a:r>
              <a:rPr lang="en-US" sz="1200" b="0" i="0" u="none" strike="noStrike" kern="1200" dirty="0">
                <a:solidFill>
                  <a:schemeClr val="tx1"/>
                </a:solidFill>
                <a:effectLst/>
                <a:latin typeface="+mn-lt"/>
                <a:ea typeface="+mn-ea"/>
                <a:cs typeface="+mn-cs"/>
                <a:hlinkClick r:id="rId3" tooltip="NASA"/>
              </a:rPr>
              <a:t>NASA</a:t>
            </a:r>
            <a:r>
              <a:rPr lang="en-US" sz="1200" b="0" i="0" kern="1200" dirty="0">
                <a:solidFill>
                  <a:schemeClr val="tx1"/>
                </a:solidFill>
                <a:effectLst/>
                <a:latin typeface="+mn-lt"/>
                <a:ea typeface="+mn-ea"/>
                <a:cs typeface="+mn-cs"/>
              </a:rPr>
              <a:t> initially expected a solar maximum in 2010 or 2011, and thought that it could be the strongest since </a:t>
            </a:r>
            <a:r>
              <a:rPr lang="en-US" sz="1200" b="0" i="0" u="none" strike="noStrike" kern="1200" dirty="0">
                <a:solidFill>
                  <a:schemeClr val="tx1"/>
                </a:solidFill>
                <a:effectLst/>
                <a:latin typeface="+mn-lt"/>
                <a:ea typeface="+mn-ea"/>
                <a:cs typeface="+mn-cs"/>
                <a:hlinkClick r:id="rId4" tooltip="Solar cycle 19"/>
              </a:rPr>
              <a:t>1958</a:t>
            </a:r>
            <a:r>
              <a:rPr lang="en-US" sz="1200" b="0" i="0" kern="1200" dirty="0">
                <a:solidFill>
                  <a:schemeClr val="tx1"/>
                </a:solidFill>
                <a:effectLst/>
                <a:latin typeface="+mn-lt"/>
                <a:ea typeface="+mn-ea"/>
                <a:cs typeface="+mn-cs"/>
              </a:rPr>
              <a:t>.</a:t>
            </a:r>
            <a:r>
              <a:rPr lang="en-US" sz="1200" b="0" i="0" u="none" strike="noStrike" kern="1200" baseline="30000" dirty="0">
                <a:solidFill>
                  <a:schemeClr val="tx1"/>
                </a:solidFill>
                <a:effectLst/>
                <a:latin typeface="+mn-lt"/>
                <a:ea typeface="+mn-ea"/>
                <a:cs typeface="+mn-cs"/>
                <a:hlinkClick r:id="rId5"/>
              </a:rPr>
              <a:t>[3]</a:t>
            </a:r>
            <a:r>
              <a:rPr lang="en-US" sz="1200" b="0" i="0" kern="1200" dirty="0">
                <a:solidFill>
                  <a:schemeClr val="tx1"/>
                </a:solidFill>
                <a:effectLst/>
                <a:latin typeface="+mn-lt"/>
                <a:ea typeface="+mn-ea"/>
                <a:cs typeface="+mn-cs"/>
              </a:rPr>
              <a:t> However, the solar maximum was not declared to have occurred until 2014, and even then was ranked among the weakest on record.</a:t>
            </a:r>
            <a:r>
              <a:rPr lang="en-US" sz="1200" b="0" i="0" u="none" strike="noStrike" kern="1200" baseline="30000" dirty="0">
                <a:solidFill>
                  <a:schemeClr val="tx1"/>
                </a:solidFill>
                <a:effectLst/>
                <a:latin typeface="+mn-lt"/>
                <a:ea typeface="+mn-ea"/>
                <a:cs typeface="+mn-cs"/>
                <a:hlinkClick r:id="rId6"/>
              </a:rPr>
              <a:t>[4]</a:t>
            </a:r>
            <a:endParaRPr lang="en-US" dirty="0"/>
          </a:p>
        </p:txBody>
      </p:sp>
    </p:spTree>
    <p:extLst>
      <p:ext uri="{BB962C8B-B14F-4D97-AF65-F5344CB8AC3E}">
        <p14:creationId xmlns:p14="http://schemas.microsoft.com/office/powerpoint/2010/main" val="759498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54120BA-683D-4D30-A4B4-A4C3B5DC2EEA}" type="slidenum">
              <a:rPr lang="en-US" altLang="en-US" smtClean="0"/>
              <a:pPr>
                <a:defRPr/>
              </a:pPr>
              <a:t>14</a:t>
            </a:fld>
            <a:endParaRPr lang="en-US" altLang="en-US"/>
          </a:p>
        </p:txBody>
      </p:sp>
    </p:spTree>
    <p:extLst>
      <p:ext uri="{BB962C8B-B14F-4D97-AF65-F5344CB8AC3E}">
        <p14:creationId xmlns:p14="http://schemas.microsoft.com/office/powerpoint/2010/main" val="8385886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2553CF-3753-4030-B956-0E17717FFA8A}"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7392866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E916AB-E2CE-4F53-9A4E-2FBC689DE670}"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941007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22EF1A-AA66-4B8F-8BD3-1CFEF4BAF018}"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935925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7BFFFF-B27D-42C0-8942-B1D7D407A10C}"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4121427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26D884-C82E-4F76-B303-A920A9522777}" type="datetime1">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3772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07E249-A449-44AB-95FB-8B2CAC08AF17}" type="datetime1">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37766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53F8C6F-32A6-4D20-87C5-EC8EE6115D51}" type="datetime1">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36403012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69C19E-A33C-4CFB-9944-D9A62AD8258A}"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78231067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B358399-CFD0-4FDB-84EC-CBF8080F49A9}" type="datetime1">
              <a:rPr lang="en-US" smtClean="0"/>
              <a:t>6/24/2026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70708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0FAB3A-94A8-416C-A72C-78EA7864A8CA}"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65278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4325F2-1029-4032-926D-3E79E61F9142}"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71609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00B6D1-E356-4A33-BBD2-A8FC683A867D}"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22432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8412EB-DAA5-4A4C-BC3E-ED7A0C4FEC6D}"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581002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8D128B22-4ADF-4D89-BD90-CE9C8E4CCFAE}" type="datetime1">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4237653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0A2E7B1-1D42-4426-A172-3464B0125CD7}" type="datetime1">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780749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A3ED9-03AD-425C-BFA7-71C22636FC11}"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753414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610CF1-5857-4740-8E6E-5A3A3A9C71E7}"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198134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A80C47-B259-427A-A753-926FB38AD6FE}"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20853-C384-4919-8F9A-9CB57A0B2B64}" type="slidenum">
              <a:rPr lang="en-US" smtClean="0"/>
              <a:t>‹#›</a:t>
            </a:fld>
            <a:endParaRPr lang="en-US"/>
          </a:p>
        </p:txBody>
      </p:sp>
    </p:spTree>
    <p:extLst>
      <p:ext uri="{BB962C8B-B14F-4D97-AF65-F5344CB8AC3E}">
        <p14:creationId xmlns:p14="http://schemas.microsoft.com/office/powerpoint/2010/main" val="235457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46AF7F7-8276-44CF-B778-9475BB1EDC85}" type="datetime1">
              <a:rPr lang="en-US" smtClean="0"/>
              <a:t>6/24/2026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83C362F-97FB-4C1E-B0F0-C3069DD0CDD1}" type="slidenum">
              <a:rPr lang="en-US" smtClean="0"/>
              <a:t>‹#›</a:t>
            </a:fld>
            <a:endParaRPr lang="en-US"/>
          </a:p>
        </p:txBody>
      </p:sp>
    </p:spTree>
    <p:extLst>
      <p:ext uri="{BB962C8B-B14F-4D97-AF65-F5344CB8AC3E}">
        <p14:creationId xmlns:p14="http://schemas.microsoft.com/office/powerpoint/2010/main" val="167759062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customXml" Target="../ink/ink1.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1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50.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400.pn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4.bin"/><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5.bin"/><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hyperlink" Target="https://www.nesdis.noaa.gov/content/peeling-back-layers-atmosphere" TargetMode="External"/><Relationship Id="rId4" Type="http://schemas.openxmlformats.org/officeDocument/2006/relationships/hyperlink" Target="https://brewminate.com/revolutions-in-understanding-the-ionosphere-earths-interface-to-spac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9440E8-DC1E-4379-A051-5ACC3090463B}"/>
              </a:ext>
            </a:extLst>
          </p:cNvPr>
          <p:cNvSpPr>
            <a:spLocks noGrp="1"/>
          </p:cNvSpPr>
          <p:nvPr>
            <p:ph type="sldNum" sz="quarter" idx="12"/>
          </p:nvPr>
        </p:nvSpPr>
        <p:spPr/>
        <p:txBody>
          <a:bodyPr/>
          <a:lstStyle/>
          <a:p>
            <a:fld id="{C83C362F-97FB-4C1E-B0F0-C3069DD0CDD1}" type="slidenum">
              <a:rPr lang="en-US" smtClean="0"/>
              <a:t>1</a:t>
            </a:fld>
            <a:endParaRPr lang="en-US"/>
          </a:p>
        </p:txBody>
      </p:sp>
      <p:sp>
        <p:nvSpPr>
          <p:cNvPr id="5" name="Rectangle 16">
            <a:extLst>
              <a:ext uri="{FF2B5EF4-FFF2-40B4-BE49-F238E27FC236}">
                <a16:creationId xmlns:a16="http://schemas.microsoft.com/office/drawing/2014/main" id="{E777F921-1DBA-4551-8522-BDD4BF849FEA}"/>
              </a:ext>
            </a:extLst>
          </p:cNvPr>
          <p:cNvSpPr>
            <a:spLocks noChangeArrowheads="1"/>
          </p:cNvSpPr>
          <p:nvPr/>
        </p:nvSpPr>
        <p:spPr bwMode="auto">
          <a:xfrm>
            <a:off x="2225910" y="156238"/>
            <a:ext cx="7874000" cy="1636712"/>
          </a:xfrm>
          <a:prstGeom prst="rect">
            <a:avLst/>
          </a:prstGeom>
          <a:noFill/>
          <a:ln w="50800">
            <a:solidFill>
              <a:srgbClr val="CC0000"/>
            </a:solidFill>
            <a:miter lim="800000"/>
            <a:headEnd/>
            <a:tailEnd/>
          </a:ln>
          <a:effectLst>
            <a:outerShdw blurRad="63500" dist="107763"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Lst>
        </p:spPr>
        <p:txBody>
          <a:bodyPr wrap="none" anchor="ctr"/>
          <a:lstStyle/>
          <a:p>
            <a:pPr algn="ctr">
              <a:defRPr/>
            </a:pPr>
            <a:endParaRPr lang="en-US" altLang="en-US">
              <a:solidFill>
                <a:schemeClr val="accent2"/>
              </a:solidFill>
              <a:latin typeface="Times New Roman" charset="0"/>
            </a:endParaRPr>
          </a:p>
        </p:txBody>
      </p:sp>
      <p:sp>
        <p:nvSpPr>
          <p:cNvPr id="7" name="TextBox 6">
            <a:extLst>
              <a:ext uri="{FF2B5EF4-FFF2-40B4-BE49-F238E27FC236}">
                <a16:creationId xmlns:a16="http://schemas.microsoft.com/office/drawing/2014/main" id="{2A716835-CB8D-4EAA-9206-3125072D07A4}"/>
              </a:ext>
            </a:extLst>
          </p:cNvPr>
          <p:cNvSpPr txBox="1"/>
          <p:nvPr/>
        </p:nvSpPr>
        <p:spPr>
          <a:xfrm>
            <a:off x="2263576" y="312874"/>
            <a:ext cx="7664848" cy="1323439"/>
          </a:xfrm>
          <a:prstGeom prst="rect">
            <a:avLst/>
          </a:prstGeom>
          <a:noFill/>
        </p:spPr>
        <p:txBody>
          <a:bodyPr wrap="square">
            <a:spAutoFit/>
          </a:bodyPr>
          <a:lstStyle/>
          <a:p>
            <a:pPr algn="ctr">
              <a:defRPr/>
            </a:pPr>
            <a:r>
              <a:rPr lang="en-US" altLang="en-US" sz="4000" dirty="0">
                <a:solidFill>
                  <a:schemeClr val="accent2"/>
                </a:solidFill>
                <a:latin typeface="Arial Black" charset="0"/>
              </a:rPr>
              <a:t>Lesson 2</a:t>
            </a:r>
          </a:p>
          <a:p>
            <a:pPr algn="ctr">
              <a:defRPr/>
            </a:pPr>
            <a:r>
              <a:rPr lang="en-US" altLang="en-US" sz="4000" dirty="0">
                <a:solidFill>
                  <a:schemeClr val="accent2"/>
                </a:solidFill>
                <a:latin typeface="Arial Black" charset="0"/>
              </a:rPr>
              <a:t>The Neutral Environment</a:t>
            </a:r>
            <a:endParaRPr lang="en-US" altLang="en-US" sz="4000" dirty="0">
              <a:solidFill>
                <a:schemeClr val="accent2"/>
              </a:solidFill>
              <a:latin typeface="Arial" charset="0"/>
            </a:endParaRPr>
          </a:p>
        </p:txBody>
      </p:sp>
      <p:pic>
        <p:nvPicPr>
          <p:cNvPr id="9" name="Picture 8" descr="Diagram&#10;&#10;Description automatically generated">
            <a:extLst>
              <a:ext uri="{FF2B5EF4-FFF2-40B4-BE49-F238E27FC236}">
                <a16:creationId xmlns:a16="http://schemas.microsoft.com/office/drawing/2014/main" id="{6FFBB573-EC24-4658-B126-04D19E0CAC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95500"/>
            <a:ext cx="7143750" cy="4762500"/>
          </a:xfrm>
          <a:prstGeom prst="rect">
            <a:avLst/>
          </a:prstGeom>
        </p:spPr>
      </p:pic>
      <p:sp>
        <p:nvSpPr>
          <p:cNvPr id="10" name="TextBox 9">
            <a:extLst>
              <a:ext uri="{FF2B5EF4-FFF2-40B4-BE49-F238E27FC236}">
                <a16:creationId xmlns:a16="http://schemas.microsoft.com/office/drawing/2014/main" id="{2C33FEE0-0375-49A1-AEDF-91726276C2CC}"/>
              </a:ext>
            </a:extLst>
          </p:cNvPr>
          <p:cNvSpPr txBox="1"/>
          <p:nvPr/>
        </p:nvSpPr>
        <p:spPr>
          <a:xfrm>
            <a:off x="7143751" y="4770555"/>
            <a:ext cx="5074376" cy="147732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gn="ctr"/>
            <a:r>
              <a:rPr lang="en-US" sz="3600" dirty="0"/>
              <a:t>THE EMPTY, VAST AND WANDERING AIR</a:t>
            </a:r>
          </a:p>
          <a:p>
            <a:pPr algn="ctr"/>
            <a:r>
              <a:rPr lang="en-US" dirty="0"/>
              <a:t>Shakespeare</a:t>
            </a:r>
          </a:p>
        </p:txBody>
      </p:sp>
      <p:sp>
        <p:nvSpPr>
          <p:cNvPr id="11" name="TextBox 10">
            <a:extLst>
              <a:ext uri="{FF2B5EF4-FFF2-40B4-BE49-F238E27FC236}">
                <a16:creationId xmlns:a16="http://schemas.microsoft.com/office/drawing/2014/main" id="{3E4F1FAD-3507-4DEF-9E22-7BB6F8EC8F6E}"/>
              </a:ext>
            </a:extLst>
          </p:cNvPr>
          <p:cNvSpPr txBox="1"/>
          <p:nvPr/>
        </p:nvSpPr>
        <p:spPr>
          <a:xfrm>
            <a:off x="7430153" y="1989260"/>
            <a:ext cx="4164439" cy="2062103"/>
          </a:xfrm>
          <a:prstGeom prst="rect">
            <a:avLst/>
          </a:prstGeom>
          <a:noFill/>
        </p:spPr>
        <p:txBody>
          <a:bodyPr wrap="square" rtlCol="0">
            <a:spAutoFit/>
          </a:bodyPr>
          <a:lstStyle/>
          <a:p>
            <a:pPr marL="285750" indent="-285750">
              <a:buFontTx/>
              <a:buChar char="-"/>
            </a:pPr>
            <a:r>
              <a:rPr lang="en-US" sz="3200" dirty="0"/>
              <a:t>Drag</a:t>
            </a:r>
          </a:p>
          <a:p>
            <a:pPr marL="285750" indent="-285750">
              <a:buFontTx/>
              <a:buChar char="-"/>
            </a:pPr>
            <a:r>
              <a:rPr lang="en-US" sz="3200" dirty="0"/>
              <a:t>Sputtering</a:t>
            </a:r>
          </a:p>
          <a:p>
            <a:pPr marL="285750" indent="-285750">
              <a:buFontTx/>
              <a:buChar char="-"/>
            </a:pPr>
            <a:r>
              <a:rPr lang="en-US" sz="3200" dirty="0"/>
              <a:t>Atomic Oxygen</a:t>
            </a:r>
          </a:p>
          <a:p>
            <a:pPr marL="285750" indent="-285750">
              <a:buFontTx/>
              <a:buChar char="-"/>
            </a:pPr>
            <a:r>
              <a:rPr lang="en-US" sz="3200" dirty="0"/>
              <a:t>Spacecraft Glow</a:t>
            </a:r>
          </a:p>
        </p:txBody>
      </p:sp>
    </p:spTree>
    <p:extLst>
      <p:ext uri="{BB962C8B-B14F-4D97-AF65-F5344CB8AC3E}">
        <p14:creationId xmlns:p14="http://schemas.microsoft.com/office/powerpoint/2010/main" val="2770325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9C245-F09B-4924-AFEE-215A7E90A0FC}"/>
              </a:ext>
            </a:extLst>
          </p:cNvPr>
          <p:cNvSpPr>
            <a:spLocks noGrp="1"/>
          </p:cNvSpPr>
          <p:nvPr>
            <p:ph type="title"/>
          </p:nvPr>
        </p:nvSpPr>
        <p:spPr>
          <a:xfrm>
            <a:off x="913774" y="-242720"/>
            <a:ext cx="10364451" cy="1596177"/>
          </a:xfrm>
        </p:spPr>
        <p:txBody>
          <a:bodyPr/>
          <a:lstStyle/>
          <a:p>
            <a:r>
              <a:rPr lang="en-US" dirty="0"/>
              <a:t>FORMATION OF THE EARTH’S ATMOSPHERE</a:t>
            </a:r>
          </a:p>
        </p:txBody>
      </p:sp>
      <p:sp>
        <p:nvSpPr>
          <p:cNvPr id="4" name="Slide Number Placeholder 3">
            <a:extLst>
              <a:ext uri="{FF2B5EF4-FFF2-40B4-BE49-F238E27FC236}">
                <a16:creationId xmlns:a16="http://schemas.microsoft.com/office/drawing/2014/main" id="{4AACE91E-B3CE-4F5F-B9E6-07CB6B28A7EE}"/>
              </a:ext>
            </a:extLst>
          </p:cNvPr>
          <p:cNvSpPr>
            <a:spLocks noGrp="1"/>
          </p:cNvSpPr>
          <p:nvPr>
            <p:ph type="sldNum" sz="quarter" idx="12"/>
          </p:nvPr>
        </p:nvSpPr>
        <p:spPr/>
        <p:txBody>
          <a:bodyPr/>
          <a:lstStyle/>
          <a:p>
            <a:fld id="{C83C362F-97FB-4C1E-B0F0-C3069DD0CDD1}" type="slidenum">
              <a:rPr lang="en-US" smtClean="0"/>
              <a:t>2</a:t>
            </a:fld>
            <a:endParaRPr lang="en-US"/>
          </a:p>
        </p:txBody>
      </p:sp>
      <p:pic>
        <p:nvPicPr>
          <p:cNvPr id="2050" name="Picture 2" descr="Drawing of part of Earth's surface, with helium and hydrogen atoms in atmosphere, heading upward toward space.">
            <a:extLst>
              <a:ext uri="{FF2B5EF4-FFF2-40B4-BE49-F238E27FC236}">
                <a16:creationId xmlns:a16="http://schemas.microsoft.com/office/drawing/2014/main" id="{E877BFB5-F068-49BC-A6D3-63D37AC0E1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3462"/>
            <a:ext cx="4712932" cy="343547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rawing of part of Earth's surface, with water, carbon dioxide, and ammonia molecules in atmosphere.">
            <a:extLst>
              <a:ext uri="{FF2B5EF4-FFF2-40B4-BE49-F238E27FC236}">
                <a16:creationId xmlns:a16="http://schemas.microsoft.com/office/drawing/2014/main" id="{C43138D2-A23A-4F65-AE5A-F5C0D09CD7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9070" y="833462"/>
            <a:ext cx="4752626" cy="350193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rawing of part of Earth's surface, with water, oxygen, ozone and nitrogen in the atmosphere.">
            <a:extLst>
              <a:ext uri="{FF2B5EF4-FFF2-40B4-BE49-F238E27FC236}">
                <a16:creationId xmlns:a16="http://schemas.microsoft.com/office/drawing/2014/main" id="{59491E93-785A-433E-B72C-39889C2734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8135" y="3758137"/>
            <a:ext cx="4369961" cy="3173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5891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71" name="Picture 2">
            <a:extLst>
              <a:ext uri="{FF2B5EF4-FFF2-40B4-BE49-F238E27FC236}">
                <a16:creationId xmlns:a16="http://schemas.microsoft.com/office/drawing/2014/main" id="{93274B0C-1CB3-4AA4-A183-20B7FE5DB1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2E640319-3BB6-49BF-BAF4-D63FEC73E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lide Number Placeholder 3">
            <a:extLst>
              <a:ext uri="{FF2B5EF4-FFF2-40B4-BE49-F238E27FC236}">
                <a16:creationId xmlns:a16="http://schemas.microsoft.com/office/drawing/2014/main" id="{214CE665-4657-45C0-9EAD-D8F9288414A6}"/>
              </a:ext>
            </a:extLst>
          </p:cNvPr>
          <p:cNvSpPr>
            <a:spLocks noGrp="1"/>
          </p:cNvSpPr>
          <p:nvPr>
            <p:ph type="sldNum" sz="quarter" idx="12"/>
          </p:nvPr>
        </p:nvSpPr>
        <p:spPr>
          <a:xfrm>
            <a:off x="10514011" y="5883275"/>
            <a:ext cx="764215" cy="365125"/>
          </a:xfrm>
        </p:spPr>
        <p:txBody>
          <a:bodyPr vert="horz" lIns="91440" tIns="45720" rIns="91440" bIns="45720" rtlCol="0" anchor="ctr">
            <a:normAutofit/>
          </a:bodyPr>
          <a:lstStyle/>
          <a:p>
            <a:pPr>
              <a:spcAft>
                <a:spcPts val="600"/>
              </a:spcAft>
            </a:pPr>
            <a:fld id="{C83C362F-97FB-4C1E-B0F0-C3069DD0CDD1}" type="slidenum">
              <a:rPr lang="en-US">
                <a:solidFill>
                  <a:srgbClr val="FFFFFF"/>
                </a:solidFill>
              </a:rPr>
              <a:pPr>
                <a:spcAft>
                  <a:spcPts val="600"/>
                </a:spcAft>
              </a:pPr>
              <a:t>3</a:t>
            </a:fld>
            <a:endParaRPr lang="en-US">
              <a:solidFill>
                <a:srgbClr val="FFFFFF"/>
              </a:solidFill>
            </a:endParaRPr>
          </a:p>
        </p:txBody>
      </p:sp>
      <p:pic>
        <p:nvPicPr>
          <p:cNvPr id="6" name="Picture 5" descr="Graphical user interface, website&#10;&#10;Description automatically generated">
            <a:extLst>
              <a:ext uri="{FF2B5EF4-FFF2-40B4-BE49-F238E27FC236}">
                <a16:creationId xmlns:a16="http://schemas.microsoft.com/office/drawing/2014/main" id="{18143CA8-8E1C-4C6F-B3B3-EECF0BAD9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8631" y="-2"/>
            <a:ext cx="4424516" cy="6858000"/>
          </a:xfrm>
          <a:prstGeom prst="rect">
            <a:avLst/>
          </a:prstGeom>
        </p:spPr>
      </p:pic>
      <p:sp>
        <p:nvSpPr>
          <p:cNvPr id="7" name="TextBox 6">
            <a:extLst>
              <a:ext uri="{FF2B5EF4-FFF2-40B4-BE49-F238E27FC236}">
                <a16:creationId xmlns:a16="http://schemas.microsoft.com/office/drawing/2014/main" id="{44783DC7-BFA8-4E7B-A3DF-B982D13518D3}"/>
              </a:ext>
            </a:extLst>
          </p:cNvPr>
          <p:cNvSpPr txBox="1"/>
          <p:nvPr/>
        </p:nvSpPr>
        <p:spPr>
          <a:xfrm>
            <a:off x="6327929" y="263000"/>
            <a:ext cx="5089289" cy="923330"/>
          </a:xfrm>
          <a:prstGeom prst="rect">
            <a:avLst/>
          </a:prstGeom>
          <a:noFill/>
        </p:spPr>
        <p:txBody>
          <a:bodyPr wrap="square" rtlCol="0">
            <a:spAutoFit/>
          </a:bodyPr>
          <a:lstStyle/>
          <a:p>
            <a:pPr algn="ctr"/>
            <a:r>
              <a:rPr lang="en-US" sz="5400" dirty="0"/>
              <a:t>AERONOMY</a:t>
            </a:r>
          </a:p>
        </p:txBody>
      </p:sp>
      <p:sp>
        <p:nvSpPr>
          <p:cNvPr id="11" name="TextBox 10">
            <a:extLst>
              <a:ext uri="{FF2B5EF4-FFF2-40B4-BE49-F238E27FC236}">
                <a16:creationId xmlns:a16="http://schemas.microsoft.com/office/drawing/2014/main" id="{AAAE96E9-C6EC-4FFA-AEE3-3E78E4BFAA7C}"/>
              </a:ext>
            </a:extLst>
          </p:cNvPr>
          <p:cNvSpPr txBox="1"/>
          <p:nvPr/>
        </p:nvSpPr>
        <p:spPr>
          <a:xfrm>
            <a:off x="6476318" y="4276991"/>
            <a:ext cx="5089289" cy="923330"/>
          </a:xfrm>
          <a:prstGeom prst="rect">
            <a:avLst/>
          </a:prstGeom>
          <a:noFill/>
        </p:spPr>
        <p:txBody>
          <a:bodyPr wrap="square" rtlCol="0">
            <a:spAutoFit/>
          </a:bodyPr>
          <a:lstStyle/>
          <a:p>
            <a:pPr algn="ctr"/>
            <a:r>
              <a:rPr lang="en-US" sz="5400" dirty="0"/>
              <a:t>Space Begins</a:t>
            </a:r>
          </a:p>
        </p:txBody>
      </p:sp>
      <p:cxnSp>
        <p:nvCxnSpPr>
          <p:cNvPr id="9" name="Straight Arrow Connector 8">
            <a:extLst>
              <a:ext uri="{FF2B5EF4-FFF2-40B4-BE49-F238E27FC236}">
                <a16:creationId xmlns:a16="http://schemas.microsoft.com/office/drawing/2014/main" id="{55AEDA6B-9719-4276-A3A7-EF4422B438E4}"/>
              </a:ext>
            </a:extLst>
          </p:cNvPr>
          <p:cNvCxnSpPr>
            <a:cxnSpLocks/>
          </p:cNvCxnSpPr>
          <p:nvPr/>
        </p:nvCxnSpPr>
        <p:spPr>
          <a:xfrm flipH="1" flipV="1">
            <a:off x="5553149" y="2983557"/>
            <a:ext cx="1537370" cy="168249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A02B93A4-0703-4ACB-A3D7-2024AE480434}"/>
              </a:ext>
            </a:extLst>
          </p:cNvPr>
          <p:cNvSpPr>
            <a:spLocks noGrp="1"/>
          </p:cNvSpPr>
          <p:nvPr>
            <p:ph sz="quarter" idx="13"/>
          </p:nvPr>
        </p:nvSpPr>
        <p:spPr>
          <a:xfrm>
            <a:off x="5838850" y="1687834"/>
            <a:ext cx="6176118" cy="1372246"/>
          </a:xfrm>
        </p:spPr>
        <p:txBody>
          <a:bodyPr>
            <a:normAutofit/>
          </a:bodyPr>
          <a:lstStyle/>
          <a:p>
            <a:pPr marL="0" indent="0" algn="just">
              <a:buNone/>
            </a:pPr>
            <a:r>
              <a:rPr lang="en-US" sz="1400" b="1" i="0" dirty="0">
                <a:solidFill>
                  <a:srgbClr val="404040"/>
                </a:solidFill>
                <a:effectLst/>
                <a:latin typeface="Lato"/>
              </a:rPr>
              <a:t>The ionosphere is a layer of charged particles in Earth’s atmosphere that extends from about 50 to 360 miles above the surface of Earth. Processes in the ionosphere also create bright swaths of color in the sky, known as airglow. </a:t>
            </a:r>
            <a:endParaRPr lang="en-US" sz="1400" dirty="0"/>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1D943E6C-5155-569E-17FF-FE64AFDB94C3}"/>
                  </a:ext>
                </a:extLst>
              </p14:cNvPr>
              <p14:cNvContentPartPr/>
              <p14:nvPr/>
            </p14:nvContentPartPr>
            <p14:xfrm>
              <a:off x="2897970" y="5408760"/>
              <a:ext cx="857160" cy="389880"/>
            </p14:xfrm>
          </p:contentPart>
        </mc:Choice>
        <mc:Fallback xmlns="">
          <p:pic>
            <p:nvPicPr>
              <p:cNvPr id="2" name="Ink 1">
                <a:extLst>
                  <a:ext uri="{FF2B5EF4-FFF2-40B4-BE49-F238E27FC236}">
                    <a16:creationId xmlns:a16="http://schemas.microsoft.com/office/drawing/2014/main" id="{1D943E6C-5155-569E-17FF-FE64AFDB94C3}"/>
                  </a:ext>
                </a:extLst>
              </p:cNvPr>
              <p:cNvPicPr/>
              <p:nvPr/>
            </p:nvPicPr>
            <p:blipFill>
              <a:blip r:embed="rId6"/>
              <a:stretch>
                <a:fillRect/>
              </a:stretch>
            </p:blipFill>
            <p:spPr>
              <a:xfrm>
                <a:off x="2893650" y="5404440"/>
                <a:ext cx="865800" cy="398520"/>
              </a:xfrm>
              <a:prstGeom prst="rect">
                <a:avLst/>
              </a:prstGeom>
            </p:spPr>
          </p:pic>
        </mc:Fallback>
      </mc:AlternateContent>
    </p:spTree>
    <p:extLst>
      <p:ext uri="{BB962C8B-B14F-4D97-AF65-F5344CB8AC3E}">
        <p14:creationId xmlns:p14="http://schemas.microsoft.com/office/powerpoint/2010/main" val="740523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442D0F-F23A-80EB-A4A5-076A6D8186B3}"/>
              </a:ext>
            </a:extLst>
          </p:cNvPr>
          <p:cNvSpPr>
            <a:spLocks noGrp="1"/>
          </p:cNvSpPr>
          <p:nvPr>
            <p:ph type="sldNum" sz="quarter" idx="12"/>
          </p:nvPr>
        </p:nvSpPr>
        <p:spPr/>
        <p:txBody>
          <a:bodyPr/>
          <a:lstStyle/>
          <a:p>
            <a:fld id="{C83C362F-97FB-4C1E-B0F0-C3069DD0CDD1}" type="slidenum">
              <a:rPr lang="en-US" smtClean="0"/>
              <a:t>4</a:t>
            </a:fld>
            <a:endParaRPr lang="en-US"/>
          </a:p>
        </p:txBody>
      </p:sp>
    </p:spTree>
    <p:extLst>
      <p:ext uri="{BB962C8B-B14F-4D97-AF65-F5344CB8AC3E}">
        <p14:creationId xmlns:p14="http://schemas.microsoft.com/office/powerpoint/2010/main" val="1117484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46557-4C94-F2C1-DC53-22E3EFFFC72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AA8DF2-4B72-CA51-6412-2120E13D9EFB}"/>
              </a:ext>
            </a:extLst>
          </p:cNvPr>
          <p:cNvSpPr>
            <a:spLocks noGrp="1"/>
          </p:cNvSpPr>
          <p:nvPr>
            <p:ph type="sldNum" sz="quarter" idx="12"/>
          </p:nvPr>
        </p:nvSpPr>
        <p:spPr/>
        <p:txBody>
          <a:bodyPr/>
          <a:lstStyle/>
          <a:p>
            <a:fld id="{C83C362F-97FB-4C1E-B0F0-C3069DD0CDD1}" type="slidenum">
              <a:rPr lang="en-US" smtClean="0"/>
              <a:t>5</a:t>
            </a:fld>
            <a:endParaRPr lang="en-US"/>
          </a:p>
        </p:txBody>
      </p:sp>
    </p:spTree>
    <p:extLst>
      <p:ext uri="{BB962C8B-B14F-4D97-AF65-F5344CB8AC3E}">
        <p14:creationId xmlns:p14="http://schemas.microsoft.com/office/powerpoint/2010/main" val="2386914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1A06F-0E5A-E1A4-038F-90A291B91A7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4E424F-B514-B5DF-371B-74CB721CB6B0}"/>
              </a:ext>
            </a:extLst>
          </p:cNvPr>
          <p:cNvSpPr>
            <a:spLocks noGrp="1"/>
          </p:cNvSpPr>
          <p:nvPr>
            <p:ph type="sldNum" sz="quarter" idx="12"/>
          </p:nvPr>
        </p:nvSpPr>
        <p:spPr/>
        <p:txBody>
          <a:bodyPr/>
          <a:lstStyle/>
          <a:p>
            <a:fld id="{C83C362F-97FB-4C1E-B0F0-C3069DD0CDD1}" type="slidenum">
              <a:rPr lang="en-US" smtClean="0"/>
              <a:t>6</a:t>
            </a:fld>
            <a:endParaRPr lang="en-US"/>
          </a:p>
        </p:txBody>
      </p:sp>
    </p:spTree>
    <p:extLst>
      <p:ext uri="{BB962C8B-B14F-4D97-AF65-F5344CB8AC3E}">
        <p14:creationId xmlns:p14="http://schemas.microsoft.com/office/powerpoint/2010/main" val="498892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AF8BF-C186-2735-7762-3FB66A85D5A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0D4791-197F-B9FE-8B22-57F4889D8588}"/>
              </a:ext>
            </a:extLst>
          </p:cNvPr>
          <p:cNvSpPr>
            <a:spLocks noGrp="1"/>
          </p:cNvSpPr>
          <p:nvPr>
            <p:ph type="sldNum" sz="quarter" idx="12"/>
          </p:nvPr>
        </p:nvSpPr>
        <p:spPr/>
        <p:txBody>
          <a:bodyPr/>
          <a:lstStyle/>
          <a:p>
            <a:fld id="{C83C362F-97FB-4C1E-B0F0-C3069DD0CDD1}" type="slidenum">
              <a:rPr lang="en-US" smtClean="0"/>
              <a:t>7</a:t>
            </a:fld>
            <a:endParaRPr lang="en-US"/>
          </a:p>
        </p:txBody>
      </p:sp>
    </p:spTree>
    <p:extLst>
      <p:ext uri="{BB962C8B-B14F-4D97-AF65-F5344CB8AC3E}">
        <p14:creationId xmlns:p14="http://schemas.microsoft.com/office/powerpoint/2010/main" val="980027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ED63A-42AB-6A38-4E60-25F51119B47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0008B7-8CA2-8F67-F90A-B8FB4FCBF0DF}"/>
              </a:ext>
            </a:extLst>
          </p:cNvPr>
          <p:cNvSpPr>
            <a:spLocks noGrp="1"/>
          </p:cNvSpPr>
          <p:nvPr>
            <p:ph type="sldNum" sz="quarter" idx="12"/>
          </p:nvPr>
        </p:nvSpPr>
        <p:spPr/>
        <p:txBody>
          <a:bodyPr/>
          <a:lstStyle/>
          <a:p>
            <a:fld id="{C83C362F-97FB-4C1E-B0F0-C3069DD0CDD1}" type="slidenum">
              <a:rPr lang="en-US" smtClean="0"/>
              <a:t>8</a:t>
            </a:fld>
            <a:endParaRPr lang="en-US"/>
          </a:p>
        </p:txBody>
      </p:sp>
    </p:spTree>
    <p:extLst>
      <p:ext uri="{BB962C8B-B14F-4D97-AF65-F5344CB8AC3E}">
        <p14:creationId xmlns:p14="http://schemas.microsoft.com/office/powerpoint/2010/main" val="2748933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8FE65CB-EFD8-497D-A30A-093E20EAC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E3265C2A-0A58-43AD-A406-8F4478E287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050" name="Picture 2" descr="See the source image">
            <a:extLst>
              <a:ext uri="{FF2B5EF4-FFF2-40B4-BE49-F238E27FC236}">
                <a16:creationId xmlns:a16="http://schemas.microsoft.com/office/drawing/2014/main" id="{8C6B7A4D-6FE4-4CB6-8F2C-EE1C87ACC95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05668" y="1108237"/>
            <a:ext cx="3699836" cy="505097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a:xfrm>
            <a:off x="10514011" y="6265130"/>
            <a:ext cx="764215" cy="365125"/>
          </a:xfrm>
        </p:spPr>
        <p:txBody>
          <a:bodyPr vert="horz" lIns="91440" tIns="45720" rIns="91440" bIns="45720" rtlCol="0" anchor="ctr">
            <a:normAutofit/>
          </a:bodyPr>
          <a:lstStyle/>
          <a:p>
            <a:pPr defTabSz="914400">
              <a:spcAft>
                <a:spcPts val="600"/>
              </a:spcAft>
            </a:pPr>
            <a:fld id="{ED1AABF0-59A5-4037-929A-6287642C3B54}" type="slidenum">
              <a:rPr lang="en-US" smtClean="0"/>
              <a:pPr defTabSz="914400">
                <a:spcAft>
                  <a:spcPts val="600"/>
                </a:spcAft>
              </a:pPr>
              <a:t>9</a:t>
            </a:fld>
            <a:endParaRPr lang="en-US"/>
          </a:p>
        </p:txBody>
      </p:sp>
      <p:sp>
        <p:nvSpPr>
          <p:cNvPr id="5" name="Rectangle 4"/>
          <p:cNvSpPr/>
          <p:nvPr/>
        </p:nvSpPr>
        <p:spPr>
          <a:xfrm>
            <a:off x="4454438" y="179166"/>
            <a:ext cx="4358694" cy="461665"/>
          </a:xfrm>
          <a:prstGeom prst="rect">
            <a:avLst/>
          </a:prstGeom>
        </p:spPr>
        <p:txBody>
          <a:bodyPr wrap="none">
            <a:spAutoFit/>
          </a:bodyPr>
          <a:lstStyle/>
          <a:p>
            <a:pPr>
              <a:spcAft>
                <a:spcPts val="600"/>
              </a:spcAft>
            </a:pPr>
            <a:r>
              <a:rPr lang="en-US" sz="2400" dirty="0"/>
              <a:t>PRESSURE VARIES WITH ALTITUDE</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32BE6EC-0018-4920-8826-CCF85D2016B0}"/>
                  </a:ext>
                </a:extLst>
              </p:cNvPr>
              <p:cNvSpPr txBox="1"/>
              <p:nvPr/>
            </p:nvSpPr>
            <p:spPr>
              <a:xfrm>
                <a:off x="5711639" y="1195241"/>
                <a:ext cx="4779335" cy="5435014"/>
              </a:xfrm>
              <a:prstGeom prst="rect">
                <a:avLst/>
              </a:prstGeom>
              <a:noFill/>
            </p:spPr>
            <p:txBody>
              <a:bodyPr wrap="square" lIns="0" tIns="0" rIns="0" bIns="0" rtlCol="0">
                <a:spAutoFit/>
              </a:bodyPr>
              <a:lstStyle/>
              <a:p>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h</m:t>
                        </m:r>
                      </m:e>
                    </m:d>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𝑜</m:t>
                        </m:r>
                      </m:sub>
                    </m:sSub>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h</m:t>
                                </m:r>
                              </m:e>
                              <m:sub>
                                <m:r>
                                  <a:rPr lang="en-US" sz="2400" b="0" i="1" smtClean="0">
                                    <a:latin typeface="Cambria Math" panose="02040503050406030204" pitchFamily="18" charset="0"/>
                                  </a:rPr>
                                  <m:t>𝑜</m:t>
                                </m:r>
                              </m:sub>
                            </m:sSub>
                            <m:r>
                              <a:rPr lang="en-US" sz="2400" b="0" i="1" smtClean="0">
                                <a:latin typeface="Cambria Math" panose="02040503050406030204" pitchFamily="18" charset="0"/>
                              </a:rPr>
                              <m:t>−</m:t>
                            </m:r>
                            <m:r>
                              <a:rPr lang="en-US" sz="2400" b="0" i="1" smtClean="0">
                                <a:latin typeface="Cambria Math" panose="02040503050406030204" pitchFamily="18" charset="0"/>
                              </a:rPr>
                              <m:t>h</m:t>
                            </m:r>
                          </m:num>
                          <m:den>
                            <m:r>
                              <a:rPr lang="en-US" sz="2400" b="0" i="1" smtClean="0">
                                <a:latin typeface="Cambria Math" panose="02040503050406030204" pitchFamily="18" charset="0"/>
                              </a:rPr>
                              <m:t>𝐻</m:t>
                            </m:r>
                          </m:den>
                        </m:f>
                        <m:r>
                          <a:rPr lang="en-US" sz="2400" b="0" i="1" smtClean="0">
                            <a:latin typeface="Cambria Math" panose="02040503050406030204" pitchFamily="18" charset="0"/>
                          </a:rPr>
                          <m:t>)</m:t>
                        </m:r>
                      </m:sup>
                    </m:sSup>
                  </m:oMath>
                </a14:m>
                <a:r>
                  <a:rPr lang="en-US" sz="2400" dirty="0"/>
                  <a:t>   &lt; 100 km</a:t>
                </a:r>
              </a:p>
              <a:p>
                <a:endParaRPr lang="en-US" sz="2400" dirty="0"/>
              </a:p>
              <a:p>
                <a:r>
                  <a:rPr lang="en-US" sz="2400" dirty="0"/>
                  <a:t>  H = scale height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𝑘𝑇</m:t>
                        </m:r>
                      </m:num>
                      <m:den>
                        <m:r>
                          <a:rPr lang="en-US" sz="2400" b="0" i="1" smtClean="0">
                            <a:latin typeface="Cambria Math" panose="02040503050406030204" pitchFamily="18" charset="0"/>
                          </a:rPr>
                          <m:t>𝑚𝑔</m:t>
                        </m:r>
                      </m:den>
                    </m:f>
                  </m:oMath>
                </a14:m>
                <a:endParaRPr lang="en-US" sz="2400" dirty="0"/>
              </a:p>
              <a:p>
                <a:r>
                  <a:rPr lang="en-US" sz="2400" dirty="0"/>
                  <a:t>  h = altitude (m)</a:t>
                </a:r>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𝑜</m:t>
                          </m:r>
                          <m:r>
                            <a:rPr lang="en-US" sz="2400" b="0" i="1" smtClean="0">
                              <a:latin typeface="Cambria Math" panose="02040503050406030204" pitchFamily="18" charset="0"/>
                            </a:rPr>
                            <m:t> </m:t>
                          </m:r>
                        </m:sub>
                      </m:sSub>
                      <m:r>
                        <a:rPr lang="en-US" sz="2400" b="0" i="1" smtClean="0">
                          <a:latin typeface="Cambria Math" panose="02040503050406030204" pitchFamily="18" charset="0"/>
                        </a:rPr>
                        <m:t>=</m:t>
                      </m:r>
                      <m:r>
                        <a:rPr lang="en-US" sz="2400" b="0" i="1" smtClean="0">
                          <a:latin typeface="Cambria Math" panose="02040503050406030204" pitchFamily="18" charset="0"/>
                        </a:rPr>
                        <m:t>𝑃𝑟𝑒𝑠𝑠𝑢𝑟𝑒</m:t>
                      </m:r>
                      <m:r>
                        <a:rPr lang="en-US" sz="2400" b="0" i="1" smtClean="0">
                          <a:latin typeface="Cambria Math" panose="02040503050406030204" pitchFamily="18" charset="0"/>
                        </a:rPr>
                        <m:t> </m:t>
                      </m:r>
                      <m:r>
                        <a:rPr lang="en-US" sz="2400" b="0" i="1" smtClean="0">
                          <a:latin typeface="Cambria Math" panose="02040503050406030204" pitchFamily="18" charset="0"/>
                        </a:rPr>
                        <m:t>𝑎𝑡</m:t>
                      </m:r>
                      <m:r>
                        <a:rPr lang="en-US" sz="2400" b="0" i="1" smtClean="0">
                          <a:latin typeface="Cambria Math" panose="02040503050406030204" pitchFamily="18" charset="0"/>
                        </a:rPr>
                        <m:t> </m:t>
                      </m:r>
                      <m:r>
                        <a:rPr lang="en-US" sz="2400" b="0" i="1" smtClean="0">
                          <a:latin typeface="Cambria Math" panose="02040503050406030204" pitchFamily="18" charset="0"/>
                        </a:rPr>
                        <m:t>𝑠𝑒𝑎</m:t>
                      </m:r>
                      <m:r>
                        <a:rPr lang="en-US" sz="2400" b="0" i="1" smtClean="0">
                          <a:latin typeface="Cambria Math" panose="02040503050406030204" pitchFamily="18" charset="0"/>
                        </a:rPr>
                        <m:t> </m:t>
                      </m:r>
                      <m:r>
                        <a:rPr lang="en-US" sz="2400" b="0" i="1" smtClean="0">
                          <a:latin typeface="Cambria Math" panose="02040503050406030204" pitchFamily="18" charset="0"/>
                        </a:rPr>
                        <m:t>𝑙𝑒𝑣𝑒𝑙</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𝑁</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𝑚</m:t>
                                  </m:r>
                                </m:e>
                                <m:sup>
                                  <m:r>
                                    <a:rPr lang="en-US" sz="2400" b="0" i="1" smtClean="0">
                                      <a:latin typeface="Cambria Math" panose="02040503050406030204" pitchFamily="18" charset="0"/>
                                    </a:rPr>
                                    <m:t>2</m:t>
                                  </m:r>
                                </m:sup>
                              </m:sSup>
                            </m:den>
                          </m:f>
                        </m:e>
                      </m:d>
                    </m:oMath>
                  </m:oMathPara>
                </a14:m>
                <a:endParaRPr lang="en-US" sz="2400" b="0" dirty="0"/>
              </a:p>
              <a:p>
                <a:r>
                  <a:rPr lang="en-US" sz="2400" dirty="0"/>
                  <a:t> </a:t>
                </a:r>
                <a14:m>
                  <m:oMath xmlns:m="http://schemas.openxmlformats.org/officeDocument/2006/math">
                    <m:r>
                      <a:rPr lang="en-US" sz="2400" b="0" i="0" smtClean="0">
                        <a:latin typeface="Cambria Math" panose="02040503050406030204" pitchFamily="18" charset="0"/>
                      </a:rPr>
                      <m:t>       </m:t>
                    </m:r>
                    <m:r>
                      <a:rPr lang="en-US" sz="2400" b="0" i="1" smtClean="0">
                        <a:latin typeface="Cambria Math" panose="02040503050406030204" pitchFamily="18" charset="0"/>
                      </a:rPr>
                      <m:t>=101,325</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𝑁</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𝑚</m:t>
                                </m:r>
                              </m:e>
                              <m:sup>
                                <m:r>
                                  <a:rPr lang="en-US" sz="2400" b="0" i="1" smtClean="0">
                                    <a:latin typeface="Cambria Math" panose="02040503050406030204" pitchFamily="18" charset="0"/>
                                  </a:rPr>
                                  <m:t>2</m:t>
                                </m:r>
                              </m:sup>
                            </m:sSup>
                          </m:den>
                        </m:f>
                      </m:e>
                    </m:d>
                  </m:oMath>
                </a14:m>
                <a:r>
                  <a:rPr lang="en-US" sz="2400" dirty="0"/>
                  <a:t> or Pa</a:t>
                </a:r>
              </a:p>
              <a:p>
                <a:endParaRPr lang="en-US" sz="2400" dirty="0"/>
              </a:p>
              <a:p>
                <a:r>
                  <a:rPr lang="en-US" sz="2400" dirty="0"/>
                  <a:t> </a:t>
                </a:r>
                <a14:m>
                  <m:oMath xmlns:m="http://schemas.openxmlformats.org/officeDocument/2006/math">
                    <m:r>
                      <a:rPr lang="en-US" sz="2400" b="0" i="0" smtClean="0">
                        <a:latin typeface="Cambria Math" panose="02040503050406030204" pitchFamily="18" charset="0"/>
                      </a:rPr>
                      <m:t>       </m:t>
                    </m:r>
                    <m:r>
                      <a:rPr lang="en-US" sz="2400" b="0" i="1" smtClean="0">
                        <a:latin typeface="Cambria Math" panose="02040503050406030204" pitchFamily="18" charset="0"/>
                      </a:rPr>
                      <m:t>=1013.25 </m:t>
                    </m:r>
                    <m:r>
                      <a:rPr lang="en-US" sz="2400" b="0" i="1" smtClean="0">
                        <a:latin typeface="Cambria Math" panose="02040503050406030204" pitchFamily="18" charset="0"/>
                      </a:rPr>
                      <m:t>𝑚𝑏𝑎𝑟𝑠</m:t>
                    </m:r>
                  </m:oMath>
                </a14:m>
                <a:endParaRPr lang="en-US" sz="2400" b="0" dirty="0"/>
              </a:p>
              <a:p>
                <a:endParaRPr lang="en-US" sz="2400" dirty="0"/>
              </a:p>
              <a:p>
                <a:r>
                  <a:rPr lang="en-US" sz="2400" dirty="0"/>
                  <a:t>       = 14.69 psi</a:t>
                </a:r>
              </a:p>
              <a:p>
                <a:endParaRPr lang="en-US" sz="2400" dirty="0"/>
              </a:p>
              <a:p>
                <a:endParaRPr lang="en-US" sz="2400" dirty="0"/>
              </a:p>
            </p:txBody>
          </p:sp>
        </mc:Choice>
        <mc:Fallback xmlns="">
          <p:sp>
            <p:nvSpPr>
              <p:cNvPr id="16" name="TextBox 15">
                <a:extLst>
                  <a:ext uri="{FF2B5EF4-FFF2-40B4-BE49-F238E27FC236}">
                    <a16:creationId xmlns:a16="http://schemas.microsoft.com/office/drawing/2014/main" id="{932BE6EC-0018-4920-8826-CCF85D2016B0}"/>
                  </a:ext>
                </a:extLst>
              </p:cNvPr>
              <p:cNvSpPr txBox="1">
                <a:spLocks noRot="1" noChangeAspect="1" noMove="1" noResize="1" noEditPoints="1" noAdjustHandles="1" noChangeArrowheads="1" noChangeShapeType="1" noTextEdit="1"/>
              </p:cNvSpPr>
              <p:nvPr/>
            </p:nvSpPr>
            <p:spPr>
              <a:xfrm>
                <a:off x="5711639" y="1195241"/>
                <a:ext cx="4779335" cy="5435014"/>
              </a:xfrm>
              <a:prstGeom prst="rect">
                <a:avLst/>
              </a:prstGeom>
              <a:blipFill>
                <a:blip r:embed="rId4"/>
                <a:stretch>
                  <a:fillRect l="-383"/>
                </a:stretch>
              </a:blipFill>
            </p:spPr>
            <p:txBody>
              <a:bodyPr/>
              <a:lstStyle/>
              <a:p>
                <a:r>
                  <a:rPr lang="en-US">
                    <a:noFill/>
                  </a:rPr>
                  <a:t> </a:t>
                </a:r>
              </a:p>
            </p:txBody>
          </p:sp>
        </mc:Fallback>
      </mc:AlternateContent>
    </p:spTree>
    <p:extLst>
      <p:ext uri="{BB962C8B-B14F-4D97-AF65-F5344CB8AC3E}">
        <p14:creationId xmlns:p14="http://schemas.microsoft.com/office/powerpoint/2010/main" val="1625854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203818"/>
            <a:ext cx="10364451" cy="1596177"/>
          </a:xfrm>
        </p:spPr>
        <p:txBody>
          <a:bodyPr/>
          <a:lstStyle/>
          <a:p>
            <a:pPr algn="ctr"/>
            <a:r>
              <a:rPr lang="en-US"/>
              <a:t>AERODYNAMIC FORCES</a:t>
            </a:r>
            <a:endParaRPr lang="en-US" dirty="0"/>
          </a:p>
        </p:txBody>
      </p:sp>
      <p:sp>
        <p:nvSpPr>
          <p:cNvPr id="4" name="Slide Number Placeholder 3"/>
          <p:cNvSpPr>
            <a:spLocks noGrp="1"/>
          </p:cNvSpPr>
          <p:nvPr>
            <p:ph type="sldNum" sz="quarter" idx="12"/>
          </p:nvPr>
        </p:nvSpPr>
        <p:spPr/>
        <p:txBody>
          <a:bodyPr/>
          <a:lstStyle/>
          <a:p>
            <a:fld id="{ED1AABF0-59A5-4037-929A-6287642C3B54}" type="slidenum">
              <a:rPr lang="en-US" smtClean="0"/>
              <a:t>10</a:t>
            </a:fld>
            <a:endParaRPr lang="en-US"/>
          </a:p>
        </p:txBody>
      </p:sp>
      <mc:AlternateContent xmlns:mc="http://schemas.openxmlformats.org/markup-compatibility/2006" xmlns:a14="http://schemas.microsoft.com/office/drawing/2010/main">
        <mc:Choice Requires="a14">
          <p:sp>
            <p:nvSpPr>
              <p:cNvPr id="5" name="Rectangle 4"/>
              <p:cNvSpPr/>
              <p:nvPr/>
            </p:nvSpPr>
            <p:spPr>
              <a:xfrm>
                <a:off x="1197561" y="2070119"/>
                <a:ext cx="3155864"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𝑎</m:t>
                              </m:r>
                            </m:e>
                          </m:acc>
                        </m:e>
                        <m:sub>
                          <m:r>
                            <a:rPr lang="en-US" sz="2400" i="1">
                              <a:latin typeface="Cambria Math" panose="02040503050406030204" pitchFamily="18" charset="0"/>
                            </a:rPr>
                            <m:t>𝐷𝑟𝑎𝑔</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r>
                        <a:rPr lang="en-US" sz="2400" i="1">
                          <a:latin typeface="Cambria Math" panose="02040503050406030204" pitchFamily="18" charset="0"/>
                          <a:ea typeface="Cambria Math" panose="02040503050406030204" pitchFamily="18" charset="0"/>
                        </a:rPr>
                        <m:t>𝜌</m:t>
                      </m:r>
                      <m:f>
                        <m:fPr>
                          <m:ctrlPr>
                            <a:rPr lang="en-US" sz="2400" i="1">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𝐶</m:t>
                              </m:r>
                            </m:e>
                            <m:sub>
                              <m:r>
                                <a:rPr lang="en-US" sz="2400" i="1">
                                  <a:latin typeface="Cambria Math" panose="02040503050406030204" pitchFamily="18" charset="0"/>
                                  <a:ea typeface="Cambria Math" panose="02040503050406030204" pitchFamily="18" charset="0"/>
                                </a:rPr>
                                <m:t>𝐷</m:t>
                              </m:r>
                            </m:sub>
                          </m:sSub>
                          <m:r>
                            <a:rPr lang="en-US" sz="2400" i="1">
                              <a:latin typeface="Cambria Math" panose="02040503050406030204" pitchFamily="18" charset="0"/>
                              <a:ea typeface="Cambria Math" panose="02040503050406030204" pitchFamily="18" charset="0"/>
                            </a:rPr>
                            <m:t>𝐴</m:t>
                          </m:r>
                        </m:num>
                        <m:den>
                          <m:r>
                            <a:rPr lang="en-US" sz="2400" i="1">
                              <a:latin typeface="Cambria Math" panose="02040503050406030204" pitchFamily="18" charset="0"/>
                              <a:ea typeface="Cambria Math" panose="02040503050406030204" pitchFamily="18" charset="0"/>
                            </a:rPr>
                            <m:t>𝑚</m:t>
                          </m:r>
                        </m:den>
                      </m:f>
                      <m:r>
                        <a:rPr lang="en-US" sz="2400" i="1">
                          <a:latin typeface="Cambria Math" panose="02040503050406030204" pitchFamily="18" charset="0"/>
                          <a:ea typeface="Cambria Math" panose="02040503050406030204" pitchFamily="18" charset="0"/>
                        </a:rPr>
                        <m:t>𝑉</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𝑉</m:t>
                          </m:r>
                        </m:e>
                      </m:acc>
                    </m:oMath>
                  </m:oMathPara>
                </a14:m>
                <a:endParaRPr lang="en-US" sz="2400" dirty="0"/>
              </a:p>
            </p:txBody>
          </p:sp>
        </mc:Choice>
        <mc:Fallback xmlns="">
          <p:sp>
            <p:nvSpPr>
              <p:cNvPr id="5" name="Rectangle 4"/>
              <p:cNvSpPr>
                <a:spLocks noRot="1" noChangeAspect="1" noMove="1" noResize="1" noEditPoints="1" noAdjustHandles="1" noChangeArrowheads="1" noChangeShapeType="1" noTextEdit="1"/>
              </p:cNvSpPr>
              <p:nvPr/>
            </p:nvSpPr>
            <p:spPr>
              <a:xfrm>
                <a:off x="1197561" y="2070119"/>
                <a:ext cx="3155864" cy="78624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05F8955-06F5-4829-A160-1763E5E5B6DC}"/>
                  </a:ext>
                </a:extLst>
              </p:cNvPr>
              <p:cNvSpPr txBox="1"/>
              <p:nvPr/>
            </p:nvSpPr>
            <p:spPr>
              <a:xfrm>
                <a:off x="316135" y="3506944"/>
                <a:ext cx="5182226" cy="2741456"/>
              </a:xfrm>
              <a:prstGeom prst="rect">
                <a:avLst/>
              </a:prstGeom>
              <a:noFill/>
            </p:spPr>
            <p:txBody>
              <a:bodyPr wrap="square" rtlCol="0">
                <a:spAutoFit/>
              </a:bodyPr>
              <a:lstStyle/>
              <a:p>
                <a:pPr algn="ctr"/>
                <a:r>
                  <a:rPr lang="en-US" dirty="0"/>
                  <a:t>Where</a:t>
                </a: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𝐹</m:t>
                              </m:r>
                            </m:e>
                          </m:acc>
                        </m:e>
                        <m:sub>
                          <m:r>
                            <a:rPr lang="en-US" b="0" i="1" smtClean="0">
                              <a:latin typeface="Cambria Math" panose="02040503050406030204" pitchFamily="18" charset="0"/>
                            </a:rPr>
                            <m:t>𝐷𝑟𝑎𝑔</m:t>
                          </m:r>
                        </m:sub>
                      </m:sSub>
                      <m:r>
                        <a:rPr lang="en-US" b="0" i="1" smtClean="0">
                          <a:latin typeface="Cambria Math" panose="02040503050406030204" pitchFamily="18" charset="0"/>
                        </a:rPr>
                        <m:t>=</m:t>
                      </m:r>
                      <m:r>
                        <a:rPr lang="en-US" b="0" i="1" smtClean="0">
                          <a:latin typeface="Cambria Math" panose="02040503050406030204" pitchFamily="18" charset="0"/>
                        </a:rPr>
                        <m:t>𝐹𝑜𝑟𝑐𝑒</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e>
                      </m:d>
                    </m:oMath>
                  </m:oMathPara>
                </a14:m>
                <a:endParaRPr lang="en-US" b="0" dirty="0"/>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𝑓𝑟𝑜𝑛𝑡𝑎𝑙</m:t>
                      </m:r>
                      <m:r>
                        <a:rPr lang="en-US" b="0" i="1" smtClean="0">
                          <a:latin typeface="Cambria Math" panose="02040503050406030204" pitchFamily="18" charset="0"/>
                        </a:rPr>
                        <m:t> </m:t>
                      </m:r>
                      <m:r>
                        <a:rPr lang="en-US" b="0" i="1" smtClean="0">
                          <a:latin typeface="Cambria Math" panose="02040503050406030204" pitchFamily="18" charset="0"/>
                        </a:rPr>
                        <m:t>𝑎𝑟𝑒𝑎</m:t>
                      </m:r>
                      <m:r>
                        <a:rPr lang="en-US" b="0" i="1" smtClean="0">
                          <a:latin typeface="Cambria Math" panose="02040503050406030204" pitchFamily="18" charset="0"/>
                        </a:rPr>
                        <m:t> </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e>
                      </m:d>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𝑐𝑜𝑒𝑓𝑓𝑖𝑐𝑖𝑒𝑛𝑡</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𝑑𝑟𝑎𝑔</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𝑢𝑛𝑖𝑡𝑙𝑒𝑠𝑠</m:t>
                          </m:r>
                        </m:e>
                      </m:d>
                    </m:oMath>
                  </m:oMathPara>
                </a14:m>
                <a:endParaRPr lang="en-US" b="0" dirty="0"/>
              </a:p>
              <a:p>
                <a:pPr algn="ctr"/>
                <a:r>
                  <a:rPr lang="en-US" b="0" dirty="0"/>
                  <a:t> </a:t>
                </a:r>
                <a14:m>
                  <m:oMath xmlns:m="http://schemas.openxmlformats.org/officeDocument/2006/math">
                    <m:r>
                      <m:rPr>
                        <m:sty m:val="p"/>
                      </m:rPr>
                      <a:rPr lang="el-GR" b="0" i="1" smtClean="0">
                        <a:latin typeface="Cambria Math" panose="02040503050406030204" pitchFamily="18" charset="0"/>
                        <a:ea typeface="Cambria Math" panose="02040503050406030204" pitchFamily="18" charset="0"/>
                      </a:rPr>
                      <m:t>ρ</m:t>
                    </m:r>
                    <m:r>
                      <a:rPr lang="en-US" b="0" i="1" smtClean="0">
                        <a:latin typeface="Cambria Math" panose="02040503050406030204" pitchFamily="18" charset="0"/>
                      </a:rPr>
                      <m:t>=</m:t>
                    </m:r>
                    <m:r>
                      <a:rPr lang="en-US" b="0" i="1" smtClean="0">
                        <a:latin typeface="Cambria Math" panose="02040503050406030204" pitchFamily="18" charset="0"/>
                      </a:rPr>
                      <m:t>𝑎𝑖𝑟</m:t>
                    </m:r>
                    <m:r>
                      <a:rPr lang="en-US" b="0" i="1" smtClean="0">
                        <a:latin typeface="Cambria Math" panose="02040503050406030204" pitchFamily="18" charset="0"/>
                      </a:rPr>
                      <m:t> </m:t>
                    </m:r>
                    <m:r>
                      <a:rPr lang="en-US" b="0" i="1" smtClean="0">
                        <a:latin typeface="Cambria Math" panose="02040503050406030204" pitchFamily="18" charset="0"/>
                      </a:rPr>
                      <m:t>𝑑𝑒𝑛𝑠𝑖𝑡𝑦</m:t>
                    </m:r>
                    <m:r>
                      <a:rPr lang="en-US" b="0" i="1" smtClean="0">
                        <a:latin typeface="Cambria Math" panose="02040503050406030204" pitchFamily="18" charset="0"/>
                      </a:rPr>
                      <m:t> </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𝑘𝑔</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den>
                        </m:f>
                      </m:e>
                    </m:d>
                  </m:oMath>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𝑠𝑝𝑒𝑒𝑑</m:t>
                      </m:r>
                      <m:r>
                        <a:rPr lang="en-US" b="0" i="1" smtClean="0">
                          <a:latin typeface="Cambria Math" panose="02040503050406030204" pitchFamily="18" charset="0"/>
                        </a:rPr>
                        <m:t> </m:t>
                      </m:r>
                      <m:r>
                        <a:rPr lang="en-US" b="0" i="1" smtClean="0">
                          <a:latin typeface="Cambria Math" panose="02040503050406030204" pitchFamily="18" charset="0"/>
                        </a:rPr>
                        <m:t>𝑤𝑖𝑡h</m:t>
                      </m:r>
                      <m:r>
                        <a:rPr lang="en-US" b="0" i="1" smtClean="0">
                          <a:latin typeface="Cambria Math" panose="02040503050406030204" pitchFamily="18" charset="0"/>
                        </a:rPr>
                        <m:t> </m:t>
                      </m:r>
                      <m:r>
                        <a:rPr lang="en-US" b="0" i="1" smtClean="0">
                          <a:latin typeface="Cambria Math" panose="02040503050406030204" pitchFamily="18" charset="0"/>
                        </a:rPr>
                        <m:t>𝑟𝑒𝑠𝑝𝑒𝑐𝑡</m:t>
                      </m:r>
                      <m:r>
                        <a:rPr lang="en-US" b="0" i="1" smtClean="0">
                          <a:latin typeface="Cambria Math" panose="02040503050406030204" pitchFamily="18" charset="0"/>
                        </a:rPr>
                        <m:t> </m:t>
                      </m:r>
                      <m:r>
                        <a:rPr lang="en-US" b="0" i="1" smtClean="0">
                          <a:latin typeface="Cambria Math" panose="02040503050406030204" pitchFamily="18" charset="0"/>
                        </a:rPr>
                        <m:t>𝑡𝑜</m:t>
                      </m:r>
                      <m:r>
                        <a:rPr lang="en-US" b="0" i="1" smtClean="0">
                          <a:latin typeface="Cambria Math" panose="02040503050406030204" pitchFamily="18" charset="0"/>
                        </a:rPr>
                        <m:t> </m:t>
                      </m:r>
                      <m:r>
                        <a:rPr lang="en-US" b="0" i="1" smtClean="0">
                          <a:latin typeface="Cambria Math" panose="02040503050406030204" pitchFamily="18" charset="0"/>
                        </a:rPr>
                        <m:t>𝑎𝑡𝑚𝑜𝑠𝑝h𝑒𝑟𝑒</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num>
                        <m:den>
                          <m:r>
                            <a:rPr lang="en-US" b="0" i="1" smtClean="0">
                              <a:latin typeface="Cambria Math" panose="02040503050406030204" pitchFamily="18" charset="0"/>
                            </a:rPr>
                            <m:t>𝑠</m:t>
                          </m:r>
                        </m:den>
                      </m:f>
                      <m:r>
                        <a:rPr lang="en-US" b="0" i="1" smtClean="0">
                          <a:latin typeface="Cambria Math" panose="02040503050406030204" pitchFamily="18" charset="0"/>
                        </a:rPr>
                        <m:t>)</m:t>
                      </m:r>
                    </m:oMath>
                  </m:oMathPara>
                </a14:m>
                <a:endParaRPr lang="en-US" dirty="0"/>
              </a:p>
              <a:p>
                <a:endParaRPr lang="en-US" dirty="0"/>
              </a:p>
              <a:p>
                <a:endParaRPr lang="en-US" dirty="0"/>
              </a:p>
            </p:txBody>
          </p:sp>
        </mc:Choice>
        <mc:Fallback xmlns="">
          <p:sp>
            <p:nvSpPr>
              <p:cNvPr id="3" name="TextBox 2">
                <a:extLst>
                  <a:ext uri="{FF2B5EF4-FFF2-40B4-BE49-F238E27FC236}">
                    <a16:creationId xmlns:a16="http://schemas.microsoft.com/office/drawing/2014/main" id="{605F8955-06F5-4829-A160-1763E5E5B6DC}"/>
                  </a:ext>
                </a:extLst>
              </p:cNvPr>
              <p:cNvSpPr txBox="1">
                <a:spLocks noRot="1" noChangeAspect="1" noMove="1" noResize="1" noEditPoints="1" noAdjustHandles="1" noChangeArrowheads="1" noChangeShapeType="1" noTextEdit="1"/>
              </p:cNvSpPr>
              <p:nvPr/>
            </p:nvSpPr>
            <p:spPr>
              <a:xfrm>
                <a:off x="316135" y="3506944"/>
                <a:ext cx="5182226" cy="2741456"/>
              </a:xfrm>
              <a:prstGeom prst="rect">
                <a:avLst/>
              </a:prstGeom>
              <a:blipFill>
                <a:blip r:embed="rId3"/>
                <a:stretch>
                  <a:fillRect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399634A-7724-4DD9-8563-A8C871D5E6F4}"/>
                  </a:ext>
                </a:extLst>
              </p:cNvPr>
              <p:cNvSpPr/>
              <p:nvPr/>
            </p:nvSpPr>
            <p:spPr>
              <a:xfrm>
                <a:off x="6784993" y="2072556"/>
                <a:ext cx="3032625" cy="783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b="0" i="1" smtClean="0">
                                  <a:latin typeface="Cambria Math" panose="02040503050406030204" pitchFamily="18" charset="0"/>
                                </a:rPr>
                                <m:t>𝐹</m:t>
                              </m:r>
                            </m:e>
                          </m:acc>
                        </m:e>
                        <m:sub>
                          <m:r>
                            <a:rPr lang="en-US" sz="2400" i="1">
                              <a:latin typeface="Cambria Math" panose="02040503050406030204" pitchFamily="18" charset="0"/>
                            </a:rPr>
                            <m:t>𝐷𝑟𝑎𝑔</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r>
                        <a:rPr lang="en-US" sz="2400" i="1">
                          <a:latin typeface="Cambria Math" panose="02040503050406030204" pitchFamily="18" charset="0"/>
                          <a:ea typeface="Cambria Math" panose="02040503050406030204" pitchFamily="18" charset="0"/>
                        </a:rPr>
                        <m:t>𝜌</m:t>
                      </m:r>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𝐶</m:t>
                          </m:r>
                        </m:e>
                        <m:sub>
                          <m:r>
                            <a:rPr lang="en-US" sz="2400" b="0" i="1" smtClean="0">
                              <a:latin typeface="Cambria Math" panose="02040503050406030204" pitchFamily="18" charset="0"/>
                              <a:ea typeface="Cambria Math" panose="02040503050406030204" pitchFamily="18" charset="0"/>
                            </a:rPr>
                            <m:t>𝐷</m:t>
                          </m:r>
                        </m:sub>
                      </m:sSub>
                      <m:r>
                        <a:rPr lang="en-US" sz="2400" b="0" i="1" smtClean="0">
                          <a:latin typeface="Cambria Math" panose="02040503050406030204" pitchFamily="18" charset="0"/>
                          <a:ea typeface="Cambria Math" panose="02040503050406030204" pitchFamily="18" charset="0"/>
                        </a:rPr>
                        <m:t>𝐴𝑉</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𝑉</m:t>
                          </m:r>
                        </m:e>
                      </m:acc>
                    </m:oMath>
                  </m:oMathPara>
                </a14:m>
                <a:endParaRPr lang="en-US" sz="2400" dirty="0"/>
              </a:p>
            </p:txBody>
          </p:sp>
        </mc:Choice>
        <mc:Fallback xmlns="">
          <p:sp>
            <p:nvSpPr>
              <p:cNvPr id="11" name="Rectangle 10">
                <a:extLst>
                  <a:ext uri="{FF2B5EF4-FFF2-40B4-BE49-F238E27FC236}">
                    <a16:creationId xmlns:a16="http://schemas.microsoft.com/office/drawing/2014/main" id="{C399634A-7724-4DD9-8563-A8C871D5E6F4}"/>
                  </a:ext>
                </a:extLst>
              </p:cNvPr>
              <p:cNvSpPr>
                <a:spLocks noRot="1" noChangeAspect="1" noMove="1" noResize="1" noEditPoints="1" noAdjustHandles="1" noChangeArrowheads="1" noChangeShapeType="1" noTextEdit="1"/>
              </p:cNvSpPr>
              <p:nvPr/>
            </p:nvSpPr>
            <p:spPr>
              <a:xfrm>
                <a:off x="6784993" y="2072556"/>
                <a:ext cx="3032625" cy="783804"/>
              </a:xfrm>
              <a:prstGeom prst="rect">
                <a:avLst/>
              </a:prstGeom>
              <a:blipFill>
                <a:blip r:embed="rId4"/>
                <a:stretch>
                  <a:fillRect/>
                </a:stretch>
              </a:blipFill>
            </p:spPr>
            <p:txBody>
              <a:bodyPr/>
              <a:lstStyle/>
              <a:p>
                <a:r>
                  <a:rPr lang="en-US">
                    <a:noFill/>
                  </a:rPr>
                  <a:t> </a:t>
                </a:r>
              </a:p>
            </p:txBody>
          </p:sp>
        </mc:Fallback>
      </mc:AlternateContent>
      <p:pic>
        <p:nvPicPr>
          <p:cNvPr id="1026" name="Picture 2" descr="Visual search query image">
            <a:extLst>
              <a:ext uri="{FF2B5EF4-FFF2-40B4-BE49-F238E27FC236}">
                <a16:creationId xmlns:a16="http://schemas.microsoft.com/office/drawing/2014/main" id="{0B7974BF-78ED-4668-8C1C-EC8FBB5049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8361" y="3215559"/>
            <a:ext cx="5905500"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012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5A4D0AA-9555-45A5-8AA9-CB958959DA8E}"/>
              </a:ext>
            </a:extLst>
          </p:cNvPr>
          <p:cNvSpPr>
            <a:spLocks noGrp="1" noChangeArrowheads="1"/>
          </p:cNvSpPr>
          <p:nvPr>
            <p:ph type="title"/>
          </p:nvPr>
        </p:nvSpPr>
        <p:spPr>
          <a:xfrm>
            <a:off x="2007353" y="412950"/>
            <a:ext cx="8396288" cy="762000"/>
          </a:xfrm>
        </p:spPr>
        <p:txBody>
          <a:bodyPr>
            <a:normAutofit/>
          </a:bodyPr>
          <a:lstStyle/>
          <a:p>
            <a:pPr>
              <a:defRPr/>
            </a:pPr>
            <a:r>
              <a:rPr lang="en-US" altLang="en-US" sz="2400" dirty="0"/>
              <a:t>Atmospheric Neutral Environment:  Aerodynamic Drag</a:t>
            </a:r>
            <a:endParaRPr lang="en-US" altLang="en-US" dirty="0"/>
          </a:p>
        </p:txBody>
      </p:sp>
      <p:sp>
        <p:nvSpPr>
          <p:cNvPr id="24580" name="Rectangle 4">
            <a:extLst>
              <a:ext uri="{FF2B5EF4-FFF2-40B4-BE49-F238E27FC236}">
                <a16:creationId xmlns:a16="http://schemas.microsoft.com/office/drawing/2014/main" id="{9E262016-50EB-4E4B-A033-2B17A4C3C16D}"/>
              </a:ext>
            </a:extLst>
          </p:cNvPr>
          <p:cNvSpPr>
            <a:spLocks noChangeArrowheads="1"/>
          </p:cNvSpPr>
          <p:nvPr/>
        </p:nvSpPr>
        <p:spPr bwMode="auto">
          <a:xfrm>
            <a:off x="1614491" y="1350169"/>
            <a:ext cx="8193087" cy="96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spcBef>
                <a:spcPct val="20000"/>
              </a:spcBef>
              <a:buFontTx/>
              <a:buChar char="•"/>
              <a:defRPr/>
            </a:pPr>
            <a:r>
              <a:rPr lang="en-US" altLang="en-US" sz="2000" dirty="0">
                <a:solidFill>
                  <a:schemeClr val="accent2"/>
                </a:solidFill>
                <a:latin typeface="Arial" charset="0"/>
              </a:rPr>
              <a:t>Density, </a:t>
            </a:r>
            <a:r>
              <a:rPr lang="en-US" altLang="en-US" sz="2000" b="1" dirty="0">
                <a:solidFill>
                  <a:schemeClr val="accent2"/>
                </a:solidFill>
                <a:latin typeface="Symbol" charset="2"/>
              </a:rPr>
              <a:t>r</a:t>
            </a:r>
            <a:r>
              <a:rPr lang="en-US" altLang="en-US" sz="2000" dirty="0">
                <a:solidFill>
                  <a:schemeClr val="accent2"/>
                </a:solidFill>
                <a:latin typeface="Arial" charset="0"/>
              </a:rPr>
              <a:t>, is highly dependent on solar activity</a:t>
            </a:r>
            <a:r>
              <a:rPr lang="en-US" altLang="en-US" sz="2000" dirty="0">
                <a:latin typeface="Arial" charset="0"/>
              </a:rPr>
              <a:t> and very difficult to model and predict (changes by a factor of 10 to 30 from solar minimum to solar maximum at altitudes from 400 km to 700 km)</a:t>
            </a:r>
          </a:p>
        </p:txBody>
      </p:sp>
      <p:grpSp>
        <p:nvGrpSpPr>
          <p:cNvPr id="24584" name="Group 160">
            <a:extLst>
              <a:ext uri="{FF2B5EF4-FFF2-40B4-BE49-F238E27FC236}">
                <a16:creationId xmlns:a16="http://schemas.microsoft.com/office/drawing/2014/main" id="{5D5CDF01-7A13-4029-A272-21F0E1FC82B0}"/>
              </a:ext>
            </a:extLst>
          </p:cNvPr>
          <p:cNvGrpSpPr>
            <a:grpSpLocks/>
          </p:cNvGrpSpPr>
          <p:nvPr/>
        </p:nvGrpSpPr>
        <p:grpSpPr bwMode="auto">
          <a:xfrm>
            <a:off x="810596" y="2975795"/>
            <a:ext cx="5050327" cy="2907480"/>
            <a:chOff x="3070" y="929"/>
            <a:chExt cx="2543" cy="1510"/>
          </a:xfrm>
        </p:grpSpPr>
        <p:sp>
          <p:nvSpPr>
            <p:cNvPr id="24585" name="Freeform 161">
              <a:extLst>
                <a:ext uri="{FF2B5EF4-FFF2-40B4-BE49-F238E27FC236}">
                  <a16:creationId xmlns:a16="http://schemas.microsoft.com/office/drawing/2014/main" id="{FBFD3B0D-EF6F-4BF3-A4AC-4C19FEA7085A}"/>
                </a:ext>
              </a:extLst>
            </p:cNvPr>
            <p:cNvSpPr>
              <a:spLocks/>
            </p:cNvSpPr>
            <p:nvPr/>
          </p:nvSpPr>
          <p:spPr bwMode="auto">
            <a:xfrm>
              <a:off x="3459" y="1160"/>
              <a:ext cx="1628" cy="992"/>
            </a:xfrm>
            <a:custGeom>
              <a:avLst/>
              <a:gdLst>
                <a:gd name="T0" fmla="*/ 46 w 3962"/>
                <a:gd name="T1" fmla="*/ 895 h 2001"/>
                <a:gd name="T2" fmla="*/ 99 w 3962"/>
                <a:gd name="T3" fmla="*/ 276 h 2001"/>
                <a:gd name="T4" fmla="*/ 150 w 3962"/>
                <a:gd name="T5" fmla="*/ 3 h 2001"/>
                <a:gd name="T6" fmla="*/ 204 w 3962"/>
                <a:gd name="T7" fmla="*/ 132 h 2001"/>
                <a:gd name="T8" fmla="*/ 254 w 3962"/>
                <a:gd name="T9" fmla="*/ 458 h 2001"/>
                <a:gd name="T10" fmla="*/ 305 w 3962"/>
                <a:gd name="T11" fmla="*/ 743 h 2001"/>
                <a:gd name="T12" fmla="*/ 359 w 3962"/>
                <a:gd name="T13" fmla="*/ 845 h 2001"/>
                <a:gd name="T14" fmla="*/ 410 w 3962"/>
                <a:gd name="T15" fmla="*/ 942 h 2001"/>
                <a:gd name="T16" fmla="*/ 463 w 3962"/>
                <a:gd name="T17" fmla="*/ 882 h 2001"/>
                <a:gd name="T18" fmla="*/ 514 w 3962"/>
                <a:gd name="T19" fmla="*/ 588 h 2001"/>
                <a:gd name="T20" fmla="*/ 568 w 3962"/>
                <a:gd name="T21" fmla="*/ 474 h 2001"/>
                <a:gd name="T22" fmla="*/ 619 w 3962"/>
                <a:gd name="T23" fmla="*/ 476 h 2001"/>
                <a:gd name="T24" fmla="*/ 672 w 3962"/>
                <a:gd name="T25" fmla="*/ 627 h 2001"/>
                <a:gd name="T26" fmla="*/ 723 w 3962"/>
                <a:gd name="T27" fmla="*/ 656 h 2001"/>
                <a:gd name="T28" fmla="*/ 777 w 3962"/>
                <a:gd name="T29" fmla="*/ 837 h 2001"/>
                <a:gd name="T30" fmla="*/ 828 w 3962"/>
                <a:gd name="T31" fmla="*/ 887 h 2001"/>
                <a:gd name="T32" fmla="*/ 881 w 3962"/>
                <a:gd name="T33" fmla="*/ 929 h 2001"/>
                <a:gd name="T34" fmla="*/ 932 w 3962"/>
                <a:gd name="T35" fmla="*/ 737 h 2001"/>
                <a:gd name="T36" fmla="*/ 985 w 3962"/>
                <a:gd name="T37" fmla="*/ 319 h 2001"/>
                <a:gd name="T38" fmla="*/ 1036 w 3962"/>
                <a:gd name="T39" fmla="*/ 239 h 2001"/>
                <a:gd name="T40" fmla="*/ 1090 w 3962"/>
                <a:gd name="T41" fmla="*/ 309 h 2001"/>
                <a:gd name="T42" fmla="*/ 1141 w 3962"/>
                <a:gd name="T43" fmla="*/ 570 h 2001"/>
                <a:gd name="T44" fmla="*/ 1194 w 3962"/>
                <a:gd name="T45" fmla="*/ 775 h 2001"/>
                <a:gd name="T46" fmla="*/ 1245 w 3962"/>
                <a:gd name="T47" fmla="*/ 909 h 2001"/>
                <a:gd name="T48" fmla="*/ 1299 w 3962"/>
                <a:gd name="T49" fmla="*/ 883 h 2001"/>
                <a:gd name="T50" fmla="*/ 1350 w 3962"/>
                <a:gd name="T51" fmla="*/ 478 h 2001"/>
                <a:gd name="T52" fmla="*/ 1403 w 3962"/>
                <a:gd name="T53" fmla="*/ 216 h 2001"/>
                <a:gd name="T54" fmla="*/ 1454 w 3962"/>
                <a:gd name="T55" fmla="*/ 271 h 2001"/>
                <a:gd name="T56" fmla="*/ 1508 w 3962"/>
                <a:gd name="T57" fmla="*/ 544 h 2001"/>
                <a:gd name="T58" fmla="*/ 1559 w 3962"/>
                <a:gd name="T59" fmla="*/ 788 h 2001"/>
                <a:gd name="T60" fmla="*/ 1612 w 3962"/>
                <a:gd name="T61" fmla="*/ 883 h 2001"/>
                <a:gd name="T62" fmla="*/ 1596 w 3962"/>
                <a:gd name="T63" fmla="*/ 992 h 2001"/>
                <a:gd name="T64" fmla="*/ 1543 w 3962"/>
                <a:gd name="T65" fmla="*/ 992 h 2001"/>
                <a:gd name="T66" fmla="*/ 1492 w 3962"/>
                <a:gd name="T67" fmla="*/ 992 h 2001"/>
                <a:gd name="T68" fmla="*/ 1438 w 3962"/>
                <a:gd name="T69" fmla="*/ 992 h 2001"/>
                <a:gd name="T70" fmla="*/ 1387 w 3962"/>
                <a:gd name="T71" fmla="*/ 992 h 2001"/>
                <a:gd name="T72" fmla="*/ 1334 w 3962"/>
                <a:gd name="T73" fmla="*/ 992 h 2001"/>
                <a:gd name="T74" fmla="*/ 1283 w 3962"/>
                <a:gd name="T75" fmla="*/ 992 h 2001"/>
                <a:gd name="T76" fmla="*/ 1229 w 3962"/>
                <a:gd name="T77" fmla="*/ 992 h 2001"/>
                <a:gd name="T78" fmla="*/ 1178 w 3962"/>
                <a:gd name="T79" fmla="*/ 992 h 2001"/>
                <a:gd name="T80" fmla="*/ 1125 w 3962"/>
                <a:gd name="T81" fmla="*/ 992 h 2001"/>
                <a:gd name="T82" fmla="*/ 1074 w 3962"/>
                <a:gd name="T83" fmla="*/ 992 h 2001"/>
                <a:gd name="T84" fmla="*/ 1020 w 3962"/>
                <a:gd name="T85" fmla="*/ 992 h 2001"/>
                <a:gd name="T86" fmla="*/ 969 w 3962"/>
                <a:gd name="T87" fmla="*/ 992 h 2001"/>
                <a:gd name="T88" fmla="*/ 916 w 3962"/>
                <a:gd name="T89" fmla="*/ 992 h 2001"/>
                <a:gd name="T90" fmla="*/ 865 w 3962"/>
                <a:gd name="T91" fmla="*/ 992 h 2001"/>
                <a:gd name="T92" fmla="*/ 812 w 3962"/>
                <a:gd name="T93" fmla="*/ 992 h 2001"/>
                <a:gd name="T94" fmla="*/ 761 w 3962"/>
                <a:gd name="T95" fmla="*/ 992 h 2001"/>
                <a:gd name="T96" fmla="*/ 707 w 3962"/>
                <a:gd name="T97" fmla="*/ 992 h 2001"/>
                <a:gd name="T98" fmla="*/ 656 w 3962"/>
                <a:gd name="T99" fmla="*/ 992 h 2001"/>
                <a:gd name="T100" fmla="*/ 603 w 3962"/>
                <a:gd name="T101" fmla="*/ 992 h 2001"/>
                <a:gd name="T102" fmla="*/ 552 w 3962"/>
                <a:gd name="T103" fmla="*/ 992 h 2001"/>
                <a:gd name="T104" fmla="*/ 498 w 3962"/>
                <a:gd name="T105" fmla="*/ 992 h 2001"/>
                <a:gd name="T106" fmla="*/ 447 w 3962"/>
                <a:gd name="T107" fmla="*/ 992 h 2001"/>
                <a:gd name="T108" fmla="*/ 394 w 3962"/>
                <a:gd name="T109" fmla="*/ 992 h 2001"/>
                <a:gd name="T110" fmla="*/ 343 w 3962"/>
                <a:gd name="T111" fmla="*/ 992 h 2001"/>
                <a:gd name="T112" fmla="*/ 289 w 3962"/>
                <a:gd name="T113" fmla="*/ 992 h 2001"/>
                <a:gd name="T114" fmla="*/ 238 w 3962"/>
                <a:gd name="T115" fmla="*/ 992 h 2001"/>
                <a:gd name="T116" fmla="*/ 185 w 3962"/>
                <a:gd name="T117" fmla="*/ 992 h 2001"/>
                <a:gd name="T118" fmla="*/ 134 w 3962"/>
                <a:gd name="T119" fmla="*/ 992 h 2001"/>
                <a:gd name="T120" fmla="*/ 81 w 3962"/>
                <a:gd name="T121" fmla="*/ 992 h 2001"/>
                <a:gd name="T122" fmla="*/ 30 w 3962"/>
                <a:gd name="T123" fmla="*/ 992 h 200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962" h="2001">
                  <a:moveTo>
                    <a:pt x="0" y="2001"/>
                  </a:moveTo>
                  <a:lnTo>
                    <a:pt x="0" y="1937"/>
                  </a:lnTo>
                  <a:lnTo>
                    <a:pt x="7" y="1944"/>
                  </a:lnTo>
                  <a:lnTo>
                    <a:pt x="13" y="1961"/>
                  </a:lnTo>
                  <a:lnTo>
                    <a:pt x="26" y="1967"/>
                  </a:lnTo>
                  <a:lnTo>
                    <a:pt x="33" y="1964"/>
                  </a:lnTo>
                  <a:lnTo>
                    <a:pt x="39" y="1961"/>
                  </a:lnTo>
                  <a:lnTo>
                    <a:pt x="46" y="1947"/>
                  </a:lnTo>
                  <a:lnTo>
                    <a:pt x="59" y="1930"/>
                  </a:lnTo>
                  <a:lnTo>
                    <a:pt x="65" y="1924"/>
                  </a:lnTo>
                  <a:lnTo>
                    <a:pt x="72" y="1924"/>
                  </a:lnTo>
                  <a:lnTo>
                    <a:pt x="78" y="1907"/>
                  </a:lnTo>
                  <a:lnTo>
                    <a:pt x="85" y="1883"/>
                  </a:lnTo>
                  <a:lnTo>
                    <a:pt x="98" y="1860"/>
                  </a:lnTo>
                  <a:lnTo>
                    <a:pt x="105" y="1839"/>
                  </a:lnTo>
                  <a:lnTo>
                    <a:pt x="111" y="1806"/>
                  </a:lnTo>
                  <a:lnTo>
                    <a:pt x="118" y="1769"/>
                  </a:lnTo>
                  <a:lnTo>
                    <a:pt x="124" y="1715"/>
                  </a:lnTo>
                  <a:lnTo>
                    <a:pt x="137" y="1651"/>
                  </a:lnTo>
                  <a:lnTo>
                    <a:pt x="144" y="1604"/>
                  </a:lnTo>
                  <a:lnTo>
                    <a:pt x="150" y="1540"/>
                  </a:lnTo>
                  <a:lnTo>
                    <a:pt x="157" y="1449"/>
                  </a:lnTo>
                  <a:lnTo>
                    <a:pt x="170" y="1361"/>
                  </a:lnTo>
                  <a:lnTo>
                    <a:pt x="176" y="1277"/>
                  </a:lnTo>
                  <a:lnTo>
                    <a:pt x="183" y="1196"/>
                  </a:lnTo>
                  <a:lnTo>
                    <a:pt x="189" y="1119"/>
                  </a:lnTo>
                  <a:lnTo>
                    <a:pt x="196" y="1021"/>
                  </a:lnTo>
                  <a:lnTo>
                    <a:pt x="209" y="917"/>
                  </a:lnTo>
                  <a:lnTo>
                    <a:pt x="215" y="822"/>
                  </a:lnTo>
                  <a:lnTo>
                    <a:pt x="222" y="735"/>
                  </a:lnTo>
                  <a:lnTo>
                    <a:pt x="228" y="640"/>
                  </a:lnTo>
                  <a:lnTo>
                    <a:pt x="241" y="556"/>
                  </a:lnTo>
                  <a:lnTo>
                    <a:pt x="248" y="516"/>
                  </a:lnTo>
                  <a:lnTo>
                    <a:pt x="254" y="496"/>
                  </a:lnTo>
                  <a:lnTo>
                    <a:pt x="261" y="452"/>
                  </a:lnTo>
                  <a:lnTo>
                    <a:pt x="267" y="415"/>
                  </a:lnTo>
                  <a:lnTo>
                    <a:pt x="281" y="368"/>
                  </a:lnTo>
                  <a:lnTo>
                    <a:pt x="287" y="310"/>
                  </a:lnTo>
                  <a:lnTo>
                    <a:pt x="294" y="290"/>
                  </a:lnTo>
                  <a:lnTo>
                    <a:pt x="300" y="270"/>
                  </a:lnTo>
                  <a:lnTo>
                    <a:pt x="307" y="203"/>
                  </a:lnTo>
                  <a:lnTo>
                    <a:pt x="320" y="159"/>
                  </a:lnTo>
                  <a:lnTo>
                    <a:pt x="326" y="135"/>
                  </a:lnTo>
                  <a:lnTo>
                    <a:pt x="333" y="98"/>
                  </a:lnTo>
                  <a:lnTo>
                    <a:pt x="339" y="71"/>
                  </a:lnTo>
                  <a:lnTo>
                    <a:pt x="352" y="41"/>
                  </a:lnTo>
                  <a:lnTo>
                    <a:pt x="359" y="17"/>
                  </a:lnTo>
                  <a:lnTo>
                    <a:pt x="365" y="7"/>
                  </a:lnTo>
                  <a:lnTo>
                    <a:pt x="372" y="14"/>
                  </a:lnTo>
                  <a:lnTo>
                    <a:pt x="378" y="24"/>
                  </a:lnTo>
                  <a:lnTo>
                    <a:pt x="391" y="4"/>
                  </a:lnTo>
                  <a:lnTo>
                    <a:pt x="398" y="0"/>
                  </a:lnTo>
                  <a:lnTo>
                    <a:pt x="404" y="44"/>
                  </a:lnTo>
                  <a:lnTo>
                    <a:pt x="411" y="98"/>
                  </a:lnTo>
                  <a:lnTo>
                    <a:pt x="424" y="145"/>
                  </a:lnTo>
                  <a:lnTo>
                    <a:pt x="430" y="162"/>
                  </a:lnTo>
                  <a:lnTo>
                    <a:pt x="437" y="165"/>
                  </a:lnTo>
                  <a:lnTo>
                    <a:pt x="443" y="176"/>
                  </a:lnTo>
                  <a:lnTo>
                    <a:pt x="450" y="192"/>
                  </a:lnTo>
                  <a:lnTo>
                    <a:pt x="463" y="206"/>
                  </a:lnTo>
                  <a:lnTo>
                    <a:pt x="469" y="209"/>
                  </a:lnTo>
                  <a:lnTo>
                    <a:pt x="476" y="226"/>
                  </a:lnTo>
                  <a:lnTo>
                    <a:pt x="483" y="243"/>
                  </a:lnTo>
                  <a:lnTo>
                    <a:pt x="496" y="267"/>
                  </a:lnTo>
                  <a:lnTo>
                    <a:pt x="502" y="320"/>
                  </a:lnTo>
                  <a:lnTo>
                    <a:pt x="509" y="361"/>
                  </a:lnTo>
                  <a:lnTo>
                    <a:pt x="515" y="398"/>
                  </a:lnTo>
                  <a:lnTo>
                    <a:pt x="522" y="452"/>
                  </a:lnTo>
                  <a:lnTo>
                    <a:pt x="535" y="499"/>
                  </a:lnTo>
                  <a:lnTo>
                    <a:pt x="541" y="546"/>
                  </a:lnTo>
                  <a:lnTo>
                    <a:pt x="548" y="600"/>
                  </a:lnTo>
                  <a:lnTo>
                    <a:pt x="554" y="637"/>
                  </a:lnTo>
                  <a:lnTo>
                    <a:pt x="561" y="684"/>
                  </a:lnTo>
                  <a:lnTo>
                    <a:pt x="574" y="721"/>
                  </a:lnTo>
                  <a:lnTo>
                    <a:pt x="580" y="758"/>
                  </a:lnTo>
                  <a:lnTo>
                    <a:pt x="587" y="792"/>
                  </a:lnTo>
                  <a:lnTo>
                    <a:pt x="593" y="812"/>
                  </a:lnTo>
                  <a:lnTo>
                    <a:pt x="606" y="839"/>
                  </a:lnTo>
                  <a:lnTo>
                    <a:pt x="613" y="869"/>
                  </a:lnTo>
                  <a:lnTo>
                    <a:pt x="619" y="923"/>
                  </a:lnTo>
                  <a:lnTo>
                    <a:pt x="626" y="984"/>
                  </a:lnTo>
                  <a:lnTo>
                    <a:pt x="632" y="1028"/>
                  </a:lnTo>
                  <a:lnTo>
                    <a:pt x="645" y="1075"/>
                  </a:lnTo>
                  <a:lnTo>
                    <a:pt x="652" y="1129"/>
                  </a:lnTo>
                  <a:lnTo>
                    <a:pt x="658" y="1169"/>
                  </a:lnTo>
                  <a:lnTo>
                    <a:pt x="665" y="1203"/>
                  </a:lnTo>
                  <a:lnTo>
                    <a:pt x="678" y="1257"/>
                  </a:lnTo>
                  <a:lnTo>
                    <a:pt x="685" y="1317"/>
                  </a:lnTo>
                  <a:lnTo>
                    <a:pt x="691" y="1361"/>
                  </a:lnTo>
                  <a:lnTo>
                    <a:pt x="698" y="1405"/>
                  </a:lnTo>
                  <a:lnTo>
                    <a:pt x="704" y="1445"/>
                  </a:lnTo>
                  <a:lnTo>
                    <a:pt x="717" y="1472"/>
                  </a:lnTo>
                  <a:lnTo>
                    <a:pt x="724" y="1479"/>
                  </a:lnTo>
                  <a:lnTo>
                    <a:pt x="730" y="1482"/>
                  </a:lnTo>
                  <a:lnTo>
                    <a:pt x="737" y="1489"/>
                  </a:lnTo>
                  <a:lnTo>
                    <a:pt x="743" y="1499"/>
                  </a:lnTo>
                  <a:lnTo>
                    <a:pt x="756" y="1516"/>
                  </a:lnTo>
                  <a:lnTo>
                    <a:pt x="763" y="1553"/>
                  </a:lnTo>
                  <a:lnTo>
                    <a:pt x="769" y="1587"/>
                  </a:lnTo>
                  <a:lnTo>
                    <a:pt x="776" y="1607"/>
                  </a:lnTo>
                  <a:lnTo>
                    <a:pt x="789" y="1610"/>
                  </a:lnTo>
                  <a:lnTo>
                    <a:pt x="795" y="1610"/>
                  </a:lnTo>
                  <a:lnTo>
                    <a:pt x="802" y="1621"/>
                  </a:lnTo>
                  <a:lnTo>
                    <a:pt x="808" y="1634"/>
                  </a:lnTo>
                  <a:lnTo>
                    <a:pt x="815" y="1654"/>
                  </a:lnTo>
                  <a:lnTo>
                    <a:pt x="828" y="1678"/>
                  </a:lnTo>
                  <a:lnTo>
                    <a:pt x="834" y="1695"/>
                  </a:lnTo>
                  <a:lnTo>
                    <a:pt x="841" y="1705"/>
                  </a:lnTo>
                  <a:lnTo>
                    <a:pt x="847" y="1705"/>
                  </a:lnTo>
                  <a:lnTo>
                    <a:pt x="860" y="1708"/>
                  </a:lnTo>
                  <a:lnTo>
                    <a:pt x="867" y="1705"/>
                  </a:lnTo>
                  <a:lnTo>
                    <a:pt x="874" y="1705"/>
                  </a:lnTo>
                  <a:lnTo>
                    <a:pt x="880" y="1711"/>
                  </a:lnTo>
                  <a:lnTo>
                    <a:pt x="887" y="1715"/>
                  </a:lnTo>
                  <a:lnTo>
                    <a:pt x="900" y="1722"/>
                  </a:lnTo>
                  <a:lnTo>
                    <a:pt x="906" y="1725"/>
                  </a:lnTo>
                  <a:lnTo>
                    <a:pt x="913" y="1732"/>
                  </a:lnTo>
                  <a:lnTo>
                    <a:pt x="919" y="1735"/>
                  </a:lnTo>
                  <a:lnTo>
                    <a:pt x="926" y="1742"/>
                  </a:lnTo>
                  <a:lnTo>
                    <a:pt x="939" y="1765"/>
                  </a:lnTo>
                  <a:lnTo>
                    <a:pt x="945" y="1789"/>
                  </a:lnTo>
                  <a:lnTo>
                    <a:pt x="952" y="1806"/>
                  </a:lnTo>
                  <a:lnTo>
                    <a:pt x="958" y="1823"/>
                  </a:lnTo>
                  <a:lnTo>
                    <a:pt x="971" y="1850"/>
                  </a:lnTo>
                  <a:lnTo>
                    <a:pt x="978" y="1877"/>
                  </a:lnTo>
                  <a:lnTo>
                    <a:pt x="984" y="1893"/>
                  </a:lnTo>
                  <a:lnTo>
                    <a:pt x="991" y="1900"/>
                  </a:lnTo>
                  <a:lnTo>
                    <a:pt x="997" y="1900"/>
                  </a:lnTo>
                  <a:lnTo>
                    <a:pt x="1010" y="1900"/>
                  </a:lnTo>
                  <a:lnTo>
                    <a:pt x="1017" y="1903"/>
                  </a:lnTo>
                  <a:lnTo>
                    <a:pt x="1023" y="1907"/>
                  </a:lnTo>
                  <a:lnTo>
                    <a:pt x="1030" y="1900"/>
                  </a:lnTo>
                  <a:lnTo>
                    <a:pt x="1043" y="1893"/>
                  </a:lnTo>
                  <a:lnTo>
                    <a:pt x="1049" y="1883"/>
                  </a:lnTo>
                  <a:lnTo>
                    <a:pt x="1056" y="1883"/>
                  </a:lnTo>
                  <a:lnTo>
                    <a:pt x="1062" y="1877"/>
                  </a:lnTo>
                  <a:lnTo>
                    <a:pt x="1069" y="1866"/>
                  </a:lnTo>
                  <a:lnTo>
                    <a:pt x="1082" y="1856"/>
                  </a:lnTo>
                  <a:lnTo>
                    <a:pt x="1089" y="1853"/>
                  </a:lnTo>
                  <a:lnTo>
                    <a:pt x="1095" y="1846"/>
                  </a:lnTo>
                  <a:lnTo>
                    <a:pt x="1102" y="1839"/>
                  </a:lnTo>
                  <a:lnTo>
                    <a:pt x="1115" y="1829"/>
                  </a:lnTo>
                  <a:lnTo>
                    <a:pt x="1121" y="1806"/>
                  </a:lnTo>
                  <a:lnTo>
                    <a:pt x="1128" y="1779"/>
                  </a:lnTo>
                  <a:lnTo>
                    <a:pt x="1134" y="1759"/>
                  </a:lnTo>
                  <a:lnTo>
                    <a:pt x="1141" y="1725"/>
                  </a:lnTo>
                  <a:lnTo>
                    <a:pt x="1154" y="1691"/>
                  </a:lnTo>
                  <a:lnTo>
                    <a:pt x="1160" y="1658"/>
                  </a:lnTo>
                  <a:lnTo>
                    <a:pt x="1167" y="1631"/>
                  </a:lnTo>
                  <a:lnTo>
                    <a:pt x="1173" y="1597"/>
                  </a:lnTo>
                  <a:lnTo>
                    <a:pt x="1180" y="1557"/>
                  </a:lnTo>
                  <a:lnTo>
                    <a:pt x="1193" y="1503"/>
                  </a:lnTo>
                  <a:lnTo>
                    <a:pt x="1199" y="1439"/>
                  </a:lnTo>
                  <a:lnTo>
                    <a:pt x="1206" y="1375"/>
                  </a:lnTo>
                  <a:lnTo>
                    <a:pt x="1212" y="1331"/>
                  </a:lnTo>
                  <a:lnTo>
                    <a:pt x="1225" y="1304"/>
                  </a:lnTo>
                  <a:lnTo>
                    <a:pt x="1232" y="1280"/>
                  </a:lnTo>
                  <a:lnTo>
                    <a:pt x="1238" y="1257"/>
                  </a:lnTo>
                  <a:lnTo>
                    <a:pt x="1245" y="1220"/>
                  </a:lnTo>
                  <a:lnTo>
                    <a:pt x="1251" y="1186"/>
                  </a:lnTo>
                  <a:lnTo>
                    <a:pt x="1264" y="1159"/>
                  </a:lnTo>
                  <a:lnTo>
                    <a:pt x="1271" y="1132"/>
                  </a:lnTo>
                  <a:lnTo>
                    <a:pt x="1278" y="1095"/>
                  </a:lnTo>
                  <a:lnTo>
                    <a:pt x="1284" y="1065"/>
                  </a:lnTo>
                  <a:lnTo>
                    <a:pt x="1297" y="1055"/>
                  </a:lnTo>
                  <a:lnTo>
                    <a:pt x="1304" y="1055"/>
                  </a:lnTo>
                  <a:lnTo>
                    <a:pt x="1310" y="1058"/>
                  </a:lnTo>
                  <a:lnTo>
                    <a:pt x="1317" y="1038"/>
                  </a:lnTo>
                  <a:lnTo>
                    <a:pt x="1323" y="1001"/>
                  </a:lnTo>
                  <a:lnTo>
                    <a:pt x="1336" y="981"/>
                  </a:lnTo>
                  <a:lnTo>
                    <a:pt x="1343" y="977"/>
                  </a:lnTo>
                  <a:lnTo>
                    <a:pt x="1349" y="960"/>
                  </a:lnTo>
                  <a:lnTo>
                    <a:pt x="1356" y="937"/>
                  </a:lnTo>
                  <a:lnTo>
                    <a:pt x="1362" y="933"/>
                  </a:lnTo>
                  <a:lnTo>
                    <a:pt x="1375" y="944"/>
                  </a:lnTo>
                  <a:lnTo>
                    <a:pt x="1382" y="957"/>
                  </a:lnTo>
                  <a:lnTo>
                    <a:pt x="1388" y="960"/>
                  </a:lnTo>
                  <a:lnTo>
                    <a:pt x="1395" y="937"/>
                  </a:lnTo>
                  <a:lnTo>
                    <a:pt x="1408" y="910"/>
                  </a:lnTo>
                  <a:lnTo>
                    <a:pt x="1414" y="903"/>
                  </a:lnTo>
                  <a:lnTo>
                    <a:pt x="1421" y="906"/>
                  </a:lnTo>
                  <a:lnTo>
                    <a:pt x="1427" y="910"/>
                  </a:lnTo>
                  <a:lnTo>
                    <a:pt x="1434" y="913"/>
                  </a:lnTo>
                  <a:lnTo>
                    <a:pt x="1447" y="927"/>
                  </a:lnTo>
                  <a:lnTo>
                    <a:pt x="1453" y="944"/>
                  </a:lnTo>
                  <a:lnTo>
                    <a:pt x="1460" y="947"/>
                  </a:lnTo>
                  <a:lnTo>
                    <a:pt x="1467" y="947"/>
                  </a:lnTo>
                  <a:lnTo>
                    <a:pt x="1480" y="950"/>
                  </a:lnTo>
                  <a:lnTo>
                    <a:pt x="1486" y="944"/>
                  </a:lnTo>
                  <a:lnTo>
                    <a:pt x="1493" y="954"/>
                  </a:lnTo>
                  <a:lnTo>
                    <a:pt x="1499" y="967"/>
                  </a:lnTo>
                  <a:lnTo>
                    <a:pt x="1506" y="960"/>
                  </a:lnTo>
                  <a:lnTo>
                    <a:pt x="1519" y="960"/>
                  </a:lnTo>
                  <a:lnTo>
                    <a:pt x="1525" y="950"/>
                  </a:lnTo>
                  <a:lnTo>
                    <a:pt x="1532" y="947"/>
                  </a:lnTo>
                  <a:lnTo>
                    <a:pt x="1538" y="947"/>
                  </a:lnTo>
                  <a:lnTo>
                    <a:pt x="1545" y="947"/>
                  </a:lnTo>
                  <a:lnTo>
                    <a:pt x="1558" y="950"/>
                  </a:lnTo>
                  <a:lnTo>
                    <a:pt x="1564" y="954"/>
                  </a:lnTo>
                  <a:lnTo>
                    <a:pt x="1571" y="967"/>
                  </a:lnTo>
                  <a:lnTo>
                    <a:pt x="1577" y="997"/>
                  </a:lnTo>
                  <a:lnTo>
                    <a:pt x="1590" y="1034"/>
                  </a:lnTo>
                  <a:lnTo>
                    <a:pt x="1597" y="1068"/>
                  </a:lnTo>
                  <a:lnTo>
                    <a:pt x="1603" y="1112"/>
                  </a:lnTo>
                  <a:lnTo>
                    <a:pt x="1610" y="1166"/>
                  </a:lnTo>
                  <a:lnTo>
                    <a:pt x="1616" y="1203"/>
                  </a:lnTo>
                  <a:lnTo>
                    <a:pt x="1629" y="1226"/>
                  </a:lnTo>
                  <a:lnTo>
                    <a:pt x="1636" y="1264"/>
                  </a:lnTo>
                  <a:lnTo>
                    <a:pt x="1642" y="1297"/>
                  </a:lnTo>
                  <a:lnTo>
                    <a:pt x="1649" y="1324"/>
                  </a:lnTo>
                  <a:lnTo>
                    <a:pt x="1662" y="1338"/>
                  </a:lnTo>
                  <a:lnTo>
                    <a:pt x="1669" y="1351"/>
                  </a:lnTo>
                  <a:lnTo>
                    <a:pt x="1675" y="1358"/>
                  </a:lnTo>
                  <a:lnTo>
                    <a:pt x="1682" y="1348"/>
                  </a:lnTo>
                  <a:lnTo>
                    <a:pt x="1688" y="1344"/>
                  </a:lnTo>
                  <a:lnTo>
                    <a:pt x="1701" y="1338"/>
                  </a:lnTo>
                  <a:lnTo>
                    <a:pt x="1708" y="1311"/>
                  </a:lnTo>
                  <a:lnTo>
                    <a:pt x="1714" y="1297"/>
                  </a:lnTo>
                  <a:lnTo>
                    <a:pt x="1721" y="1294"/>
                  </a:lnTo>
                  <a:lnTo>
                    <a:pt x="1734" y="1280"/>
                  </a:lnTo>
                  <a:lnTo>
                    <a:pt x="1740" y="1270"/>
                  </a:lnTo>
                  <a:lnTo>
                    <a:pt x="1747" y="1277"/>
                  </a:lnTo>
                  <a:lnTo>
                    <a:pt x="1753" y="1301"/>
                  </a:lnTo>
                  <a:lnTo>
                    <a:pt x="1760" y="1324"/>
                  </a:lnTo>
                  <a:lnTo>
                    <a:pt x="1773" y="1351"/>
                  </a:lnTo>
                  <a:lnTo>
                    <a:pt x="1779" y="1385"/>
                  </a:lnTo>
                  <a:lnTo>
                    <a:pt x="1786" y="1398"/>
                  </a:lnTo>
                  <a:lnTo>
                    <a:pt x="1792" y="1418"/>
                  </a:lnTo>
                  <a:lnTo>
                    <a:pt x="1799" y="1452"/>
                  </a:lnTo>
                  <a:lnTo>
                    <a:pt x="1812" y="1496"/>
                  </a:lnTo>
                  <a:lnTo>
                    <a:pt x="1818" y="1540"/>
                  </a:lnTo>
                  <a:lnTo>
                    <a:pt x="1825" y="1563"/>
                  </a:lnTo>
                  <a:lnTo>
                    <a:pt x="1831" y="1577"/>
                  </a:lnTo>
                  <a:lnTo>
                    <a:pt x="1844" y="1597"/>
                  </a:lnTo>
                  <a:lnTo>
                    <a:pt x="1851" y="1614"/>
                  </a:lnTo>
                  <a:lnTo>
                    <a:pt x="1857" y="1631"/>
                  </a:lnTo>
                  <a:lnTo>
                    <a:pt x="1864" y="1644"/>
                  </a:lnTo>
                  <a:lnTo>
                    <a:pt x="1871" y="1661"/>
                  </a:lnTo>
                  <a:lnTo>
                    <a:pt x="1884" y="1678"/>
                  </a:lnTo>
                  <a:lnTo>
                    <a:pt x="1890" y="1688"/>
                  </a:lnTo>
                  <a:lnTo>
                    <a:pt x="1897" y="1688"/>
                  </a:lnTo>
                  <a:lnTo>
                    <a:pt x="1903" y="1678"/>
                  </a:lnTo>
                  <a:lnTo>
                    <a:pt x="1916" y="1661"/>
                  </a:lnTo>
                  <a:lnTo>
                    <a:pt x="1923" y="1664"/>
                  </a:lnTo>
                  <a:lnTo>
                    <a:pt x="1929" y="1664"/>
                  </a:lnTo>
                  <a:lnTo>
                    <a:pt x="1936" y="1658"/>
                  </a:lnTo>
                  <a:lnTo>
                    <a:pt x="1942" y="1658"/>
                  </a:lnTo>
                  <a:lnTo>
                    <a:pt x="1955" y="1664"/>
                  </a:lnTo>
                  <a:lnTo>
                    <a:pt x="1962" y="1671"/>
                  </a:lnTo>
                  <a:lnTo>
                    <a:pt x="1968" y="1681"/>
                  </a:lnTo>
                  <a:lnTo>
                    <a:pt x="1975" y="1701"/>
                  </a:lnTo>
                  <a:lnTo>
                    <a:pt x="1981" y="1728"/>
                  </a:lnTo>
                  <a:lnTo>
                    <a:pt x="1994" y="1752"/>
                  </a:lnTo>
                  <a:lnTo>
                    <a:pt x="2001" y="1772"/>
                  </a:lnTo>
                  <a:lnTo>
                    <a:pt x="2007" y="1782"/>
                  </a:lnTo>
                  <a:lnTo>
                    <a:pt x="2014" y="1789"/>
                  </a:lnTo>
                  <a:lnTo>
                    <a:pt x="2027" y="1816"/>
                  </a:lnTo>
                  <a:lnTo>
                    <a:pt x="2033" y="1833"/>
                  </a:lnTo>
                  <a:lnTo>
                    <a:pt x="2040" y="1843"/>
                  </a:lnTo>
                  <a:lnTo>
                    <a:pt x="2046" y="1853"/>
                  </a:lnTo>
                  <a:lnTo>
                    <a:pt x="2053" y="1860"/>
                  </a:lnTo>
                  <a:lnTo>
                    <a:pt x="2066" y="1860"/>
                  </a:lnTo>
                  <a:lnTo>
                    <a:pt x="2073" y="1850"/>
                  </a:lnTo>
                  <a:lnTo>
                    <a:pt x="2079" y="1843"/>
                  </a:lnTo>
                  <a:lnTo>
                    <a:pt x="2086" y="1839"/>
                  </a:lnTo>
                  <a:lnTo>
                    <a:pt x="2099" y="1850"/>
                  </a:lnTo>
                  <a:lnTo>
                    <a:pt x="2105" y="1870"/>
                  </a:lnTo>
                  <a:lnTo>
                    <a:pt x="2112" y="1880"/>
                  </a:lnTo>
                  <a:lnTo>
                    <a:pt x="2118" y="1877"/>
                  </a:lnTo>
                  <a:lnTo>
                    <a:pt x="2125" y="1877"/>
                  </a:lnTo>
                  <a:lnTo>
                    <a:pt x="2138" y="1880"/>
                  </a:lnTo>
                  <a:lnTo>
                    <a:pt x="2144" y="1873"/>
                  </a:lnTo>
                  <a:lnTo>
                    <a:pt x="2151" y="1863"/>
                  </a:lnTo>
                  <a:lnTo>
                    <a:pt x="2157" y="1860"/>
                  </a:lnTo>
                  <a:lnTo>
                    <a:pt x="2164" y="1866"/>
                  </a:lnTo>
                  <a:lnTo>
                    <a:pt x="2177" y="1866"/>
                  </a:lnTo>
                  <a:lnTo>
                    <a:pt x="2183" y="1853"/>
                  </a:lnTo>
                  <a:lnTo>
                    <a:pt x="2190" y="1836"/>
                  </a:lnTo>
                  <a:lnTo>
                    <a:pt x="2196" y="1823"/>
                  </a:lnTo>
                  <a:lnTo>
                    <a:pt x="2209" y="1802"/>
                  </a:lnTo>
                  <a:lnTo>
                    <a:pt x="2216" y="1782"/>
                  </a:lnTo>
                  <a:lnTo>
                    <a:pt x="2222" y="1762"/>
                  </a:lnTo>
                  <a:lnTo>
                    <a:pt x="2229" y="1738"/>
                  </a:lnTo>
                  <a:lnTo>
                    <a:pt x="2235" y="1711"/>
                  </a:lnTo>
                  <a:lnTo>
                    <a:pt x="2248" y="1668"/>
                  </a:lnTo>
                  <a:lnTo>
                    <a:pt x="2255" y="1614"/>
                  </a:lnTo>
                  <a:lnTo>
                    <a:pt x="2262" y="1546"/>
                  </a:lnTo>
                  <a:lnTo>
                    <a:pt x="2268" y="1486"/>
                  </a:lnTo>
                  <a:lnTo>
                    <a:pt x="2281" y="1435"/>
                  </a:lnTo>
                  <a:lnTo>
                    <a:pt x="2288" y="1392"/>
                  </a:lnTo>
                  <a:lnTo>
                    <a:pt x="2294" y="1361"/>
                  </a:lnTo>
                  <a:lnTo>
                    <a:pt x="2301" y="1311"/>
                  </a:lnTo>
                  <a:lnTo>
                    <a:pt x="2307" y="1237"/>
                  </a:lnTo>
                  <a:lnTo>
                    <a:pt x="2320" y="1176"/>
                  </a:lnTo>
                  <a:lnTo>
                    <a:pt x="2327" y="1115"/>
                  </a:lnTo>
                  <a:lnTo>
                    <a:pt x="2333" y="1034"/>
                  </a:lnTo>
                  <a:lnTo>
                    <a:pt x="2340" y="967"/>
                  </a:lnTo>
                  <a:lnTo>
                    <a:pt x="2353" y="923"/>
                  </a:lnTo>
                  <a:lnTo>
                    <a:pt x="2359" y="896"/>
                  </a:lnTo>
                  <a:lnTo>
                    <a:pt x="2366" y="876"/>
                  </a:lnTo>
                  <a:lnTo>
                    <a:pt x="2372" y="832"/>
                  </a:lnTo>
                  <a:lnTo>
                    <a:pt x="2379" y="772"/>
                  </a:lnTo>
                  <a:lnTo>
                    <a:pt x="2392" y="701"/>
                  </a:lnTo>
                  <a:lnTo>
                    <a:pt x="2398" y="644"/>
                  </a:lnTo>
                  <a:lnTo>
                    <a:pt x="2405" y="600"/>
                  </a:lnTo>
                  <a:lnTo>
                    <a:pt x="2411" y="536"/>
                  </a:lnTo>
                  <a:lnTo>
                    <a:pt x="2418" y="482"/>
                  </a:lnTo>
                  <a:lnTo>
                    <a:pt x="2431" y="462"/>
                  </a:lnTo>
                  <a:lnTo>
                    <a:pt x="2437" y="459"/>
                  </a:lnTo>
                  <a:lnTo>
                    <a:pt x="2444" y="455"/>
                  </a:lnTo>
                  <a:lnTo>
                    <a:pt x="2450" y="432"/>
                  </a:lnTo>
                  <a:lnTo>
                    <a:pt x="2464" y="388"/>
                  </a:lnTo>
                  <a:lnTo>
                    <a:pt x="2470" y="368"/>
                  </a:lnTo>
                  <a:lnTo>
                    <a:pt x="2477" y="371"/>
                  </a:lnTo>
                  <a:lnTo>
                    <a:pt x="2483" y="384"/>
                  </a:lnTo>
                  <a:lnTo>
                    <a:pt x="2490" y="401"/>
                  </a:lnTo>
                  <a:lnTo>
                    <a:pt x="2503" y="425"/>
                  </a:lnTo>
                  <a:lnTo>
                    <a:pt x="2509" y="448"/>
                  </a:lnTo>
                  <a:lnTo>
                    <a:pt x="2516" y="465"/>
                  </a:lnTo>
                  <a:lnTo>
                    <a:pt x="2522" y="482"/>
                  </a:lnTo>
                  <a:lnTo>
                    <a:pt x="2535" y="509"/>
                  </a:lnTo>
                  <a:lnTo>
                    <a:pt x="2542" y="509"/>
                  </a:lnTo>
                  <a:lnTo>
                    <a:pt x="2548" y="509"/>
                  </a:lnTo>
                  <a:lnTo>
                    <a:pt x="2555" y="533"/>
                  </a:lnTo>
                  <a:lnTo>
                    <a:pt x="2561" y="583"/>
                  </a:lnTo>
                  <a:lnTo>
                    <a:pt x="2574" y="607"/>
                  </a:lnTo>
                  <a:lnTo>
                    <a:pt x="2581" y="597"/>
                  </a:lnTo>
                  <a:lnTo>
                    <a:pt x="2587" y="580"/>
                  </a:lnTo>
                  <a:lnTo>
                    <a:pt x="2594" y="576"/>
                  </a:lnTo>
                  <a:lnTo>
                    <a:pt x="2600" y="580"/>
                  </a:lnTo>
                  <a:lnTo>
                    <a:pt x="2613" y="597"/>
                  </a:lnTo>
                  <a:lnTo>
                    <a:pt x="2620" y="607"/>
                  </a:lnTo>
                  <a:lnTo>
                    <a:pt x="2626" y="600"/>
                  </a:lnTo>
                  <a:lnTo>
                    <a:pt x="2633" y="583"/>
                  </a:lnTo>
                  <a:lnTo>
                    <a:pt x="2646" y="590"/>
                  </a:lnTo>
                  <a:lnTo>
                    <a:pt x="2653" y="624"/>
                  </a:lnTo>
                  <a:lnTo>
                    <a:pt x="2659" y="630"/>
                  </a:lnTo>
                  <a:lnTo>
                    <a:pt x="2666" y="640"/>
                  </a:lnTo>
                  <a:lnTo>
                    <a:pt x="2672" y="677"/>
                  </a:lnTo>
                  <a:lnTo>
                    <a:pt x="2685" y="718"/>
                  </a:lnTo>
                  <a:lnTo>
                    <a:pt x="2692" y="765"/>
                  </a:lnTo>
                  <a:lnTo>
                    <a:pt x="2698" y="809"/>
                  </a:lnTo>
                  <a:lnTo>
                    <a:pt x="2705" y="836"/>
                  </a:lnTo>
                  <a:lnTo>
                    <a:pt x="2718" y="856"/>
                  </a:lnTo>
                  <a:lnTo>
                    <a:pt x="2724" y="913"/>
                  </a:lnTo>
                  <a:lnTo>
                    <a:pt x="2731" y="997"/>
                  </a:lnTo>
                  <a:lnTo>
                    <a:pt x="2737" y="1051"/>
                  </a:lnTo>
                  <a:lnTo>
                    <a:pt x="2744" y="1061"/>
                  </a:lnTo>
                  <a:lnTo>
                    <a:pt x="2757" y="1061"/>
                  </a:lnTo>
                  <a:lnTo>
                    <a:pt x="2763" y="1078"/>
                  </a:lnTo>
                  <a:lnTo>
                    <a:pt x="2770" y="1105"/>
                  </a:lnTo>
                  <a:lnTo>
                    <a:pt x="2776" y="1149"/>
                  </a:lnTo>
                  <a:lnTo>
                    <a:pt x="2783" y="1193"/>
                  </a:lnTo>
                  <a:lnTo>
                    <a:pt x="2796" y="1237"/>
                  </a:lnTo>
                  <a:lnTo>
                    <a:pt x="2802" y="1301"/>
                  </a:lnTo>
                  <a:lnTo>
                    <a:pt x="2809" y="1351"/>
                  </a:lnTo>
                  <a:lnTo>
                    <a:pt x="2815" y="1348"/>
                  </a:lnTo>
                  <a:lnTo>
                    <a:pt x="2828" y="1328"/>
                  </a:lnTo>
                  <a:lnTo>
                    <a:pt x="2835" y="1324"/>
                  </a:lnTo>
                  <a:lnTo>
                    <a:pt x="2841" y="1338"/>
                  </a:lnTo>
                  <a:lnTo>
                    <a:pt x="2848" y="1365"/>
                  </a:lnTo>
                  <a:lnTo>
                    <a:pt x="2855" y="1402"/>
                  </a:lnTo>
                  <a:lnTo>
                    <a:pt x="2868" y="1442"/>
                  </a:lnTo>
                  <a:lnTo>
                    <a:pt x="2874" y="1476"/>
                  </a:lnTo>
                  <a:lnTo>
                    <a:pt x="2881" y="1506"/>
                  </a:lnTo>
                  <a:lnTo>
                    <a:pt x="2887" y="1530"/>
                  </a:lnTo>
                  <a:lnTo>
                    <a:pt x="2900" y="1540"/>
                  </a:lnTo>
                  <a:lnTo>
                    <a:pt x="2907" y="1563"/>
                  </a:lnTo>
                  <a:lnTo>
                    <a:pt x="2913" y="1607"/>
                  </a:lnTo>
                  <a:lnTo>
                    <a:pt x="2920" y="1664"/>
                  </a:lnTo>
                  <a:lnTo>
                    <a:pt x="2926" y="1715"/>
                  </a:lnTo>
                  <a:lnTo>
                    <a:pt x="2939" y="1755"/>
                  </a:lnTo>
                  <a:lnTo>
                    <a:pt x="2946" y="1786"/>
                  </a:lnTo>
                  <a:lnTo>
                    <a:pt x="2952" y="1799"/>
                  </a:lnTo>
                  <a:lnTo>
                    <a:pt x="2959" y="1806"/>
                  </a:lnTo>
                  <a:lnTo>
                    <a:pt x="2972" y="1816"/>
                  </a:lnTo>
                  <a:lnTo>
                    <a:pt x="2978" y="1819"/>
                  </a:lnTo>
                  <a:lnTo>
                    <a:pt x="2985" y="1819"/>
                  </a:lnTo>
                  <a:lnTo>
                    <a:pt x="2991" y="1823"/>
                  </a:lnTo>
                  <a:lnTo>
                    <a:pt x="2998" y="1829"/>
                  </a:lnTo>
                  <a:lnTo>
                    <a:pt x="3011" y="1833"/>
                  </a:lnTo>
                  <a:lnTo>
                    <a:pt x="3017" y="1829"/>
                  </a:lnTo>
                  <a:lnTo>
                    <a:pt x="3024" y="1829"/>
                  </a:lnTo>
                  <a:lnTo>
                    <a:pt x="3030" y="1833"/>
                  </a:lnTo>
                  <a:lnTo>
                    <a:pt x="3037" y="1850"/>
                  </a:lnTo>
                  <a:lnTo>
                    <a:pt x="3050" y="1863"/>
                  </a:lnTo>
                  <a:lnTo>
                    <a:pt x="3057" y="1870"/>
                  </a:lnTo>
                  <a:lnTo>
                    <a:pt x="3063" y="1873"/>
                  </a:lnTo>
                  <a:lnTo>
                    <a:pt x="3070" y="1866"/>
                  </a:lnTo>
                  <a:lnTo>
                    <a:pt x="3083" y="1860"/>
                  </a:lnTo>
                  <a:lnTo>
                    <a:pt x="3089" y="1863"/>
                  </a:lnTo>
                  <a:lnTo>
                    <a:pt x="3096" y="1866"/>
                  </a:lnTo>
                  <a:lnTo>
                    <a:pt x="3102" y="1870"/>
                  </a:lnTo>
                  <a:lnTo>
                    <a:pt x="3109" y="1880"/>
                  </a:lnTo>
                  <a:lnTo>
                    <a:pt x="3122" y="1870"/>
                  </a:lnTo>
                  <a:lnTo>
                    <a:pt x="3128" y="1853"/>
                  </a:lnTo>
                  <a:lnTo>
                    <a:pt x="3135" y="1839"/>
                  </a:lnTo>
                  <a:lnTo>
                    <a:pt x="3141" y="1826"/>
                  </a:lnTo>
                  <a:lnTo>
                    <a:pt x="3154" y="1806"/>
                  </a:lnTo>
                  <a:lnTo>
                    <a:pt x="3161" y="1782"/>
                  </a:lnTo>
                  <a:lnTo>
                    <a:pt x="3167" y="1759"/>
                  </a:lnTo>
                  <a:lnTo>
                    <a:pt x="3174" y="1738"/>
                  </a:lnTo>
                  <a:lnTo>
                    <a:pt x="3180" y="1718"/>
                  </a:lnTo>
                  <a:lnTo>
                    <a:pt x="3193" y="1691"/>
                  </a:lnTo>
                  <a:lnTo>
                    <a:pt x="3200" y="1654"/>
                  </a:lnTo>
                  <a:lnTo>
                    <a:pt x="3206" y="1614"/>
                  </a:lnTo>
                  <a:lnTo>
                    <a:pt x="3213" y="1567"/>
                  </a:lnTo>
                  <a:lnTo>
                    <a:pt x="3219" y="1536"/>
                  </a:lnTo>
                  <a:lnTo>
                    <a:pt x="3232" y="1493"/>
                  </a:lnTo>
                  <a:lnTo>
                    <a:pt x="3239" y="1422"/>
                  </a:lnTo>
                  <a:lnTo>
                    <a:pt x="3246" y="1358"/>
                  </a:lnTo>
                  <a:lnTo>
                    <a:pt x="3252" y="1294"/>
                  </a:lnTo>
                  <a:lnTo>
                    <a:pt x="3265" y="1230"/>
                  </a:lnTo>
                  <a:lnTo>
                    <a:pt x="3272" y="1169"/>
                  </a:lnTo>
                  <a:lnTo>
                    <a:pt x="3278" y="1072"/>
                  </a:lnTo>
                  <a:lnTo>
                    <a:pt x="3285" y="964"/>
                  </a:lnTo>
                  <a:lnTo>
                    <a:pt x="3291" y="873"/>
                  </a:lnTo>
                  <a:lnTo>
                    <a:pt x="3304" y="795"/>
                  </a:lnTo>
                  <a:lnTo>
                    <a:pt x="3311" y="755"/>
                  </a:lnTo>
                  <a:lnTo>
                    <a:pt x="3317" y="704"/>
                  </a:lnTo>
                  <a:lnTo>
                    <a:pt x="3324" y="634"/>
                  </a:lnTo>
                  <a:lnTo>
                    <a:pt x="3337" y="590"/>
                  </a:lnTo>
                  <a:lnTo>
                    <a:pt x="3343" y="560"/>
                  </a:lnTo>
                  <a:lnTo>
                    <a:pt x="3350" y="512"/>
                  </a:lnTo>
                  <a:lnTo>
                    <a:pt x="3356" y="475"/>
                  </a:lnTo>
                  <a:lnTo>
                    <a:pt x="3363" y="442"/>
                  </a:lnTo>
                  <a:lnTo>
                    <a:pt x="3376" y="428"/>
                  </a:lnTo>
                  <a:lnTo>
                    <a:pt x="3382" y="425"/>
                  </a:lnTo>
                  <a:lnTo>
                    <a:pt x="3389" y="435"/>
                  </a:lnTo>
                  <a:lnTo>
                    <a:pt x="3395" y="445"/>
                  </a:lnTo>
                  <a:lnTo>
                    <a:pt x="3402" y="438"/>
                  </a:lnTo>
                  <a:lnTo>
                    <a:pt x="3415" y="435"/>
                  </a:lnTo>
                  <a:lnTo>
                    <a:pt x="3421" y="475"/>
                  </a:lnTo>
                  <a:lnTo>
                    <a:pt x="3428" y="506"/>
                  </a:lnTo>
                  <a:lnTo>
                    <a:pt x="3434" y="482"/>
                  </a:lnTo>
                  <a:lnTo>
                    <a:pt x="3448" y="492"/>
                  </a:lnTo>
                  <a:lnTo>
                    <a:pt x="3454" y="519"/>
                  </a:lnTo>
                  <a:lnTo>
                    <a:pt x="3461" y="539"/>
                  </a:lnTo>
                  <a:lnTo>
                    <a:pt x="3467" y="573"/>
                  </a:lnTo>
                  <a:lnTo>
                    <a:pt x="3474" y="603"/>
                  </a:lnTo>
                  <a:lnTo>
                    <a:pt x="3487" y="607"/>
                  </a:lnTo>
                  <a:lnTo>
                    <a:pt x="3493" y="590"/>
                  </a:lnTo>
                  <a:lnTo>
                    <a:pt x="3500" y="590"/>
                  </a:lnTo>
                  <a:lnTo>
                    <a:pt x="3506" y="593"/>
                  </a:lnTo>
                  <a:lnTo>
                    <a:pt x="3519" y="570"/>
                  </a:lnTo>
                  <a:lnTo>
                    <a:pt x="3526" y="536"/>
                  </a:lnTo>
                  <a:lnTo>
                    <a:pt x="3532" y="536"/>
                  </a:lnTo>
                  <a:lnTo>
                    <a:pt x="3539" y="546"/>
                  </a:lnTo>
                  <a:lnTo>
                    <a:pt x="3545" y="546"/>
                  </a:lnTo>
                  <a:lnTo>
                    <a:pt x="3558" y="556"/>
                  </a:lnTo>
                  <a:lnTo>
                    <a:pt x="3565" y="560"/>
                  </a:lnTo>
                  <a:lnTo>
                    <a:pt x="3571" y="546"/>
                  </a:lnTo>
                  <a:lnTo>
                    <a:pt x="3578" y="546"/>
                  </a:lnTo>
                  <a:lnTo>
                    <a:pt x="3591" y="563"/>
                  </a:lnTo>
                  <a:lnTo>
                    <a:pt x="3597" y="593"/>
                  </a:lnTo>
                  <a:lnTo>
                    <a:pt x="3604" y="630"/>
                  </a:lnTo>
                  <a:lnTo>
                    <a:pt x="3610" y="691"/>
                  </a:lnTo>
                  <a:lnTo>
                    <a:pt x="3617" y="772"/>
                  </a:lnTo>
                  <a:lnTo>
                    <a:pt x="3630" y="856"/>
                  </a:lnTo>
                  <a:lnTo>
                    <a:pt x="3636" y="927"/>
                  </a:lnTo>
                  <a:lnTo>
                    <a:pt x="3643" y="974"/>
                  </a:lnTo>
                  <a:lnTo>
                    <a:pt x="3650" y="1004"/>
                  </a:lnTo>
                  <a:lnTo>
                    <a:pt x="3656" y="1038"/>
                  </a:lnTo>
                  <a:lnTo>
                    <a:pt x="3669" y="1098"/>
                  </a:lnTo>
                  <a:lnTo>
                    <a:pt x="3676" y="1166"/>
                  </a:lnTo>
                  <a:lnTo>
                    <a:pt x="3682" y="1210"/>
                  </a:lnTo>
                  <a:lnTo>
                    <a:pt x="3689" y="1243"/>
                  </a:lnTo>
                  <a:lnTo>
                    <a:pt x="3702" y="1264"/>
                  </a:lnTo>
                  <a:lnTo>
                    <a:pt x="3708" y="1274"/>
                  </a:lnTo>
                  <a:lnTo>
                    <a:pt x="3715" y="1290"/>
                  </a:lnTo>
                  <a:lnTo>
                    <a:pt x="3721" y="1314"/>
                  </a:lnTo>
                  <a:lnTo>
                    <a:pt x="3728" y="1341"/>
                  </a:lnTo>
                  <a:lnTo>
                    <a:pt x="3741" y="1368"/>
                  </a:lnTo>
                  <a:lnTo>
                    <a:pt x="3747" y="1405"/>
                  </a:lnTo>
                  <a:lnTo>
                    <a:pt x="3754" y="1445"/>
                  </a:lnTo>
                  <a:lnTo>
                    <a:pt x="3760" y="1459"/>
                  </a:lnTo>
                  <a:lnTo>
                    <a:pt x="3773" y="1482"/>
                  </a:lnTo>
                  <a:lnTo>
                    <a:pt x="3780" y="1519"/>
                  </a:lnTo>
                  <a:lnTo>
                    <a:pt x="3786" y="1557"/>
                  </a:lnTo>
                  <a:lnTo>
                    <a:pt x="3793" y="1590"/>
                  </a:lnTo>
                  <a:lnTo>
                    <a:pt x="3799" y="1621"/>
                  </a:lnTo>
                  <a:lnTo>
                    <a:pt x="3812" y="1637"/>
                  </a:lnTo>
                  <a:lnTo>
                    <a:pt x="3819" y="1654"/>
                  </a:lnTo>
                  <a:lnTo>
                    <a:pt x="3825" y="1661"/>
                  </a:lnTo>
                  <a:lnTo>
                    <a:pt x="3832" y="1668"/>
                  </a:lnTo>
                  <a:lnTo>
                    <a:pt x="3839" y="1678"/>
                  </a:lnTo>
                  <a:lnTo>
                    <a:pt x="3852" y="1695"/>
                  </a:lnTo>
                  <a:lnTo>
                    <a:pt x="3858" y="1718"/>
                  </a:lnTo>
                  <a:lnTo>
                    <a:pt x="3865" y="1735"/>
                  </a:lnTo>
                  <a:lnTo>
                    <a:pt x="3871" y="1738"/>
                  </a:lnTo>
                  <a:lnTo>
                    <a:pt x="3884" y="1738"/>
                  </a:lnTo>
                  <a:lnTo>
                    <a:pt x="3891" y="1742"/>
                  </a:lnTo>
                  <a:lnTo>
                    <a:pt x="3897" y="1745"/>
                  </a:lnTo>
                  <a:lnTo>
                    <a:pt x="3904" y="1762"/>
                  </a:lnTo>
                  <a:lnTo>
                    <a:pt x="3910" y="1772"/>
                  </a:lnTo>
                  <a:lnTo>
                    <a:pt x="3923" y="1782"/>
                  </a:lnTo>
                  <a:lnTo>
                    <a:pt x="3930" y="1796"/>
                  </a:lnTo>
                  <a:lnTo>
                    <a:pt x="3936" y="1809"/>
                  </a:lnTo>
                  <a:lnTo>
                    <a:pt x="3943" y="1819"/>
                  </a:lnTo>
                  <a:lnTo>
                    <a:pt x="3956" y="1833"/>
                  </a:lnTo>
                  <a:lnTo>
                    <a:pt x="3962" y="1850"/>
                  </a:lnTo>
                  <a:lnTo>
                    <a:pt x="3962" y="2001"/>
                  </a:lnTo>
                  <a:lnTo>
                    <a:pt x="3956" y="2001"/>
                  </a:lnTo>
                  <a:lnTo>
                    <a:pt x="3943" y="2001"/>
                  </a:lnTo>
                  <a:lnTo>
                    <a:pt x="3936" y="2001"/>
                  </a:lnTo>
                  <a:lnTo>
                    <a:pt x="3930" y="2001"/>
                  </a:lnTo>
                  <a:lnTo>
                    <a:pt x="3923" y="2001"/>
                  </a:lnTo>
                  <a:lnTo>
                    <a:pt x="3910" y="2001"/>
                  </a:lnTo>
                  <a:lnTo>
                    <a:pt x="3904" y="2001"/>
                  </a:lnTo>
                  <a:lnTo>
                    <a:pt x="3897" y="2001"/>
                  </a:lnTo>
                  <a:lnTo>
                    <a:pt x="3891" y="2001"/>
                  </a:lnTo>
                  <a:lnTo>
                    <a:pt x="3884" y="2001"/>
                  </a:lnTo>
                  <a:lnTo>
                    <a:pt x="3871" y="2001"/>
                  </a:lnTo>
                  <a:lnTo>
                    <a:pt x="3865" y="2001"/>
                  </a:lnTo>
                  <a:lnTo>
                    <a:pt x="3858" y="2001"/>
                  </a:lnTo>
                  <a:lnTo>
                    <a:pt x="3852" y="2001"/>
                  </a:lnTo>
                  <a:lnTo>
                    <a:pt x="3839" y="2001"/>
                  </a:lnTo>
                  <a:lnTo>
                    <a:pt x="3832" y="2001"/>
                  </a:lnTo>
                  <a:lnTo>
                    <a:pt x="3825" y="2001"/>
                  </a:lnTo>
                  <a:lnTo>
                    <a:pt x="3819" y="2001"/>
                  </a:lnTo>
                  <a:lnTo>
                    <a:pt x="3812" y="2001"/>
                  </a:lnTo>
                  <a:lnTo>
                    <a:pt x="3799" y="2001"/>
                  </a:lnTo>
                  <a:lnTo>
                    <a:pt x="3793" y="2001"/>
                  </a:lnTo>
                  <a:lnTo>
                    <a:pt x="3786" y="2001"/>
                  </a:lnTo>
                  <a:lnTo>
                    <a:pt x="3780" y="2001"/>
                  </a:lnTo>
                  <a:lnTo>
                    <a:pt x="3773" y="2001"/>
                  </a:lnTo>
                  <a:lnTo>
                    <a:pt x="3760" y="2001"/>
                  </a:lnTo>
                  <a:lnTo>
                    <a:pt x="3754" y="2001"/>
                  </a:lnTo>
                  <a:lnTo>
                    <a:pt x="3747" y="2001"/>
                  </a:lnTo>
                  <a:lnTo>
                    <a:pt x="3741" y="2001"/>
                  </a:lnTo>
                  <a:lnTo>
                    <a:pt x="3728" y="2001"/>
                  </a:lnTo>
                  <a:lnTo>
                    <a:pt x="3721" y="2001"/>
                  </a:lnTo>
                  <a:lnTo>
                    <a:pt x="3715" y="2001"/>
                  </a:lnTo>
                  <a:lnTo>
                    <a:pt x="3708" y="2001"/>
                  </a:lnTo>
                  <a:lnTo>
                    <a:pt x="3702" y="2001"/>
                  </a:lnTo>
                  <a:lnTo>
                    <a:pt x="3689" y="2001"/>
                  </a:lnTo>
                  <a:lnTo>
                    <a:pt x="3682" y="2001"/>
                  </a:lnTo>
                  <a:lnTo>
                    <a:pt x="3676" y="2001"/>
                  </a:lnTo>
                  <a:lnTo>
                    <a:pt x="3669" y="2001"/>
                  </a:lnTo>
                  <a:lnTo>
                    <a:pt x="3656" y="2001"/>
                  </a:lnTo>
                  <a:lnTo>
                    <a:pt x="3650" y="2001"/>
                  </a:lnTo>
                  <a:lnTo>
                    <a:pt x="3643" y="2001"/>
                  </a:lnTo>
                  <a:lnTo>
                    <a:pt x="3636" y="2001"/>
                  </a:lnTo>
                  <a:lnTo>
                    <a:pt x="3630" y="2001"/>
                  </a:lnTo>
                  <a:lnTo>
                    <a:pt x="3617" y="2001"/>
                  </a:lnTo>
                  <a:lnTo>
                    <a:pt x="3610" y="2001"/>
                  </a:lnTo>
                  <a:lnTo>
                    <a:pt x="3604" y="2001"/>
                  </a:lnTo>
                  <a:lnTo>
                    <a:pt x="3597" y="2001"/>
                  </a:lnTo>
                  <a:lnTo>
                    <a:pt x="3591" y="2001"/>
                  </a:lnTo>
                  <a:lnTo>
                    <a:pt x="3578" y="2001"/>
                  </a:lnTo>
                  <a:lnTo>
                    <a:pt x="3571" y="2001"/>
                  </a:lnTo>
                  <a:lnTo>
                    <a:pt x="3565" y="2001"/>
                  </a:lnTo>
                  <a:lnTo>
                    <a:pt x="3558" y="2001"/>
                  </a:lnTo>
                  <a:lnTo>
                    <a:pt x="3545" y="2001"/>
                  </a:lnTo>
                  <a:lnTo>
                    <a:pt x="3539" y="2001"/>
                  </a:lnTo>
                  <a:lnTo>
                    <a:pt x="3532" y="2001"/>
                  </a:lnTo>
                  <a:lnTo>
                    <a:pt x="3526" y="2001"/>
                  </a:lnTo>
                  <a:lnTo>
                    <a:pt x="3519" y="2001"/>
                  </a:lnTo>
                  <a:lnTo>
                    <a:pt x="3506" y="2001"/>
                  </a:lnTo>
                  <a:lnTo>
                    <a:pt x="3500" y="2001"/>
                  </a:lnTo>
                  <a:lnTo>
                    <a:pt x="3493" y="2001"/>
                  </a:lnTo>
                  <a:lnTo>
                    <a:pt x="3487" y="2001"/>
                  </a:lnTo>
                  <a:lnTo>
                    <a:pt x="3474" y="2001"/>
                  </a:lnTo>
                  <a:lnTo>
                    <a:pt x="3467" y="2001"/>
                  </a:lnTo>
                  <a:lnTo>
                    <a:pt x="3461" y="2001"/>
                  </a:lnTo>
                  <a:lnTo>
                    <a:pt x="3454" y="2001"/>
                  </a:lnTo>
                  <a:lnTo>
                    <a:pt x="3448" y="2001"/>
                  </a:lnTo>
                  <a:lnTo>
                    <a:pt x="3434" y="2001"/>
                  </a:lnTo>
                  <a:lnTo>
                    <a:pt x="3428" y="2001"/>
                  </a:lnTo>
                  <a:lnTo>
                    <a:pt x="3421" y="2001"/>
                  </a:lnTo>
                  <a:lnTo>
                    <a:pt x="3415" y="2001"/>
                  </a:lnTo>
                  <a:lnTo>
                    <a:pt x="3402" y="2001"/>
                  </a:lnTo>
                  <a:lnTo>
                    <a:pt x="3395" y="2001"/>
                  </a:lnTo>
                  <a:lnTo>
                    <a:pt x="3389" y="2001"/>
                  </a:lnTo>
                  <a:lnTo>
                    <a:pt x="3382" y="2001"/>
                  </a:lnTo>
                  <a:lnTo>
                    <a:pt x="3376" y="2001"/>
                  </a:lnTo>
                  <a:lnTo>
                    <a:pt x="3363" y="2001"/>
                  </a:lnTo>
                  <a:lnTo>
                    <a:pt x="3356" y="2001"/>
                  </a:lnTo>
                  <a:lnTo>
                    <a:pt x="3350" y="2001"/>
                  </a:lnTo>
                  <a:lnTo>
                    <a:pt x="3343" y="2001"/>
                  </a:lnTo>
                  <a:lnTo>
                    <a:pt x="3337" y="2001"/>
                  </a:lnTo>
                  <a:lnTo>
                    <a:pt x="3324" y="2001"/>
                  </a:lnTo>
                  <a:lnTo>
                    <a:pt x="3317" y="2001"/>
                  </a:lnTo>
                  <a:lnTo>
                    <a:pt x="3311" y="2001"/>
                  </a:lnTo>
                  <a:lnTo>
                    <a:pt x="3304" y="2001"/>
                  </a:lnTo>
                  <a:lnTo>
                    <a:pt x="3291" y="2001"/>
                  </a:lnTo>
                  <a:lnTo>
                    <a:pt x="3285" y="2001"/>
                  </a:lnTo>
                  <a:lnTo>
                    <a:pt x="3278" y="2001"/>
                  </a:lnTo>
                  <a:lnTo>
                    <a:pt x="3272" y="2001"/>
                  </a:lnTo>
                  <a:lnTo>
                    <a:pt x="3265" y="2001"/>
                  </a:lnTo>
                  <a:lnTo>
                    <a:pt x="3252" y="2001"/>
                  </a:lnTo>
                  <a:lnTo>
                    <a:pt x="3246" y="2001"/>
                  </a:lnTo>
                  <a:lnTo>
                    <a:pt x="3239" y="2001"/>
                  </a:lnTo>
                  <a:lnTo>
                    <a:pt x="3232" y="2001"/>
                  </a:lnTo>
                  <a:lnTo>
                    <a:pt x="3219" y="2001"/>
                  </a:lnTo>
                  <a:lnTo>
                    <a:pt x="3213" y="2001"/>
                  </a:lnTo>
                  <a:lnTo>
                    <a:pt x="3206" y="2001"/>
                  </a:lnTo>
                  <a:lnTo>
                    <a:pt x="3200" y="2001"/>
                  </a:lnTo>
                  <a:lnTo>
                    <a:pt x="3193" y="2001"/>
                  </a:lnTo>
                  <a:lnTo>
                    <a:pt x="3180" y="2001"/>
                  </a:lnTo>
                  <a:lnTo>
                    <a:pt x="3174" y="2001"/>
                  </a:lnTo>
                  <a:lnTo>
                    <a:pt x="3167" y="2001"/>
                  </a:lnTo>
                  <a:lnTo>
                    <a:pt x="3161" y="2001"/>
                  </a:lnTo>
                  <a:lnTo>
                    <a:pt x="3154" y="2001"/>
                  </a:lnTo>
                  <a:lnTo>
                    <a:pt x="3141" y="2001"/>
                  </a:lnTo>
                  <a:lnTo>
                    <a:pt x="3135" y="2001"/>
                  </a:lnTo>
                  <a:lnTo>
                    <a:pt x="3128" y="2001"/>
                  </a:lnTo>
                  <a:lnTo>
                    <a:pt x="3122" y="2001"/>
                  </a:lnTo>
                  <a:lnTo>
                    <a:pt x="3109" y="2001"/>
                  </a:lnTo>
                  <a:lnTo>
                    <a:pt x="3102" y="2001"/>
                  </a:lnTo>
                  <a:lnTo>
                    <a:pt x="3096" y="2001"/>
                  </a:lnTo>
                  <a:lnTo>
                    <a:pt x="3089" y="2001"/>
                  </a:lnTo>
                  <a:lnTo>
                    <a:pt x="3083" y="2001"/>
                  </a:lnTo>
                  <a:lnTo>
                    <a:pt x="3070" y="2001"/>
                  </a:lnTo>
                  <a:lnTo>
                    <a:pt x="3063" y="2001"/>
                  </a:lnTo>
                  <a:lnTo>
                    <a:pt x="3057" y="2001"/>
                  </a:lnTo>
                  <a:lnTo>
                    <a:pt x="3050" y="2001"/>
                  </a:lnTo>
                  <a:lnTo>
                    <a:pt x="3037" y="2001"/>
                  </a:lnTo>
                  <a:lnTo>
                    <a:pt x="3030" y="2001"/>
                  </a:lnTo>
                  <a:lnTo>
                    <a:pt x="3024" y="2001"/>
                  </a:lnTo>
                  <a:lnTo>
                    <a:pt x="3017" y="2001"/>
                  </a:lnTo>
                  <a:lnTo>
                    <a:pt x="3011" y="2001"/>
                  </a:lnTo>
                  <a:lnTo>
                    <a:pt x="2998" y="2001"/>
                  </a:lnTo>
                  <a:lnTo>
                    <a:pt x="2991" y="2001"/>
                  </a:lnTo>
                  <a:lnTo>
                    <a:pt x="2985" y="2001"/>
                  </a:lnTo>
                  <a:lnTo>
                    <a:pt x="2978" y="2001"/>
                  </a:lnTo>
                  <a:lnTo>
                    <a:pt x="2972" y="2001"/>
                  </a:lnTo>
                  <a:lnTo>
                    <a:pt x="2959" y="2001"/>
                  </a:lnTo>
                  <a:lnTo>
                    <a:pt x="2952" y="2001"/>
                  </a:lnTo>
                  <a:lnTo>
                    <a:pt x="2946" y="2001"/>
                  </a:lnTo>
                  <a:lnTo>
                    <a:pt x="2939" y="2001"/>
                  </a:lnTo>
                  <a:lnTo>
                    <a:pt x="2926" y="2001"/>
                  </a:lnTo>
                  <a:lnTo>
                    <a:pt x="2920" y="2001"/>
                  </a:lnTo>
                  <a:lnTo>
                    <a:pt x="2913" y="2001"/>
                  </a:lnTo>
                  <a:lnTo>
                    <a:pt x="2907" y="2001"/>
                  </a:lnTo>
                  <a:lnTo>
                    <a:pt x="2900" y="2001"/>
                  </a:lnTo>
                  <a:lnTo>
                    <a:pt x="2887" y="2001"/>
                  </a:lnTo>
                  <a:lnTo>
                    <a:pt x="2881" y="2001"/>
                  </a:lnTo>
                  <a:lnTo>
                    <a:pt x="2874" y="2001"/>
                  </a:lnTo>
                  <a:lnTo>
                    <a:pt x="2868" y="2001"/>
                  </a:lnTo>
                  <a:lnTo>
                    <a:pt x="2855" y="2001"/>
                  </a:lnTo>
                  <a:lnTo>
                    <a:pt x="2848" y="2001"/>
                  </a:lnTo>
                  <a:lnTo>
                    <a:pt x="2841" y="2001"/>
                  </a:lnTo>
                  <a:lnTo>
                    <a:pt x="2835" y="2001"/>
                  </a:lnTo>
                  <a:lnTo>
                    <a:pt x="2828" y="2001"/>
                  </a:lnTo>
                  <a:lnTo>
                    <a:pt x="2815" y="2001"/>
                  </a:lnTo>
                  <a:lnTo>
                    <a:pt x="2809" y="2001"/>
                  </a:lnTo>
                  <a:lnTo>
                    <a:pt x="2802" y="2001"/>
                  </a:lnTo>
                  <a:lnTo>
                    <a:pt x="2796" y="2001"/>
                  </a:lnTo>
                  <a:lnTo>
                    <a:pt x="2783" y="2001"/>
                  </a:lnTo>
                  <a:lnTo>
                    <a:pt x="2776" y="2001"/>
                  </a:lnTo>
                  <a:lnTo>
                    <a:pt x="2770" y="2001"/>
                  </a:lnTo>
                  <a:lnTo>
                    <a:pt x="2763" y="2001"/>
                  </a:lnTo>
                  <a:lnTo>
                    <a:pt x="2757" y="2001"/>
                  </a:lnTo>
                  <a:lnTo>
                    <a:pt x="2744" y="2001"/>
                  </a:lnTo>
                  <a:lnTo>
                    <a:pt x="2737" y="2001"/>
                  </a:lnTo>
                  <a:lnTo>
                    <a:pt x="2731" y="2001"/>
                  </a:lnTo>
                  <a:lnTo>
                    <a:pt x="2724" y="2001"/>
                  </a:lnTo>
                  <a:lnTo>
                    <a:pt x="2718" y="2001"/>
                  </a:lnTo>
                  <a:lnTo>
                    <a:pt x="2705" y="2001"/>
                  </a:lnTo>
                  <a:lnTo>
                    <a:pt x="2698" y="2001"/>
                  </a:lnTo>
                  <a:lnTo>
                    <a:pt x="2692" y="2001"/>
                  </a:lnTo>
                  <a:lnTo>
                    <a:pt x="2685" y="2001"/>
                  </a:lnTo>
                  <a:lnTo>
                    <a:pt x="2672" y="2001"/>
                  </a:lnTo>
                  <a:lnTo>
                    <a:pt x="2666" y="2001"/>
                  </a:lnTo>
                  <a:lnTo>
                    <a:pt x="2659" y="2001"/>
                  </a:lnTo>
                  <a:lnTo>
                    <a:pt x="2653" y="2001"/>
                  </a:lnTo>
                  <a:lnTo>
                    <a:pt x="2646" y="2001"/>
                  </a:lnTo>
                  <a:lnTo>
                    <a:pt x="2633" y="2001"/>
                  </a:lnTo>
                  <a:lnTo>
                    <a:pt x="2626" y="2001"/>
                  </a:lnTo>
                  <a:lnTo>
                    <a:pt x="2620" y="2001"/>
                  </a:lnTo>
                  <a:lnTo>
                    <a:pt x="2613" y="2001"/>
                  </a:lnTo>
                  <a:lnTo>
                    <a:pt x="2600" y="2001"/>
                  </a:lnTo>
                  <a:lnTo>
                    <a:pt x="2594" y="2001"/>
                  </a:lnTo>
                  <a:lnTo>
                    <a:pt x="2587" y="2001"/>
                  </a:lnTo>
                  <a:lnTo>
                    <a:pt x="2581" y="2001"/>
                  </a:lnTo>
                  <a:lnTo>
                    <a:pt x="2574" y="2001"/>
                  </a:lnTo>
                  <a:lnTo>
                    <a:pt x="2561" y="2001"/>
                  </a:lnTo>
                  <a:lnTo>
                    <a:pt x="2555" y="2001"/>
                  </a:lnTo>
                  <a:lnTo>
                    <a:pt x="2548" y="2001"/>
                  </a:lnTo>
                  <a:lnTo>
                    <a:pt x="2542" y="2001"/>
                  </a:lnTo>
                  <a:lnTo>
                    <a:pt x="2535" y="2001"/>
                  </a:lnTo>
                  <a:lnTo>
                    <a:pt x="2522" y="2001"/>
                  </a:lnTo>
                  <a:lnTo>
                    <a:pt x="2516" y="2001"/>
                  </a:lnTo>
                  <a:lnTo>
                    <a:pt x="2509" y="2001"/>
                  </a:lnTo>
                  <a:lnTo>
                    <a:pt x="2503" y="2001"/>
                  </a:lnTo>
                  <a:lnTo>
                    <a:pt x="2490" y="2001"/>
                  </a:lnTo>
                  <a:lnTo>
                    <a:pt x="2483" y="2001"/>
                  </a:lnTo>
                  <a:lnTo>
                    <a:pt x="2477" y="2001"/>
                  </a:lnTo>
                  <a:lnTo>
                    <a:pt x="2470" y="2001"/>
                  </a:lnTo>
                  <a:lnTo>
                    <a:pt x="2464" y="2001"/>
                  </a:lnTo>
                  <a:lnTo>
                    <a:pt x="2450" y="2001"/>
                  </a:lnTo>
                  <a:lnTo>
                    <a:pt x="2444" y="2001"/>
                  </a:lnTo>
                  <a:lnTo>
                    <a:pt x="2437" y="2001"/>
                  </a:lnTo>
                  <a:lnTo>
                    <a:pt x="2431" y="2001"/>
                  </a:lnTo>
                  <a:lnTo>
                    <a:pt x="2418" y="2001"/>
                  </a:lnTo>
                  <a:lnTo>
                    <a:pt x="2411" y="2001"/>
                  </a:lnTo>
                  <a:lnTo>
                    <a:pt x="2405" y="2001"/>
                  </a:lnTo>
                  <a:lnTo>
                    <a:pt x="2398" y="2001"/>
                  </a:lnTo>
                  <a:lnTo>
                    <a:pt x="2392" y="2001"/>
                  </a:lnTo>
                  <a:lnTo>
                    <a:pt x="2379" y="2001"/>
                  </a:lnTo>
                  <a:lnTo>
                    <a:pt x="2372" y="2001"/>
                  </a:lnTo>
                  <a:lnTo>
                    <a:pt x="2366" y="2001"/>
                  </a:lnTo>
                  <a:lnTo>
                    <a:pt x="2359" y="2001"/>
                  </a:lnTo>
                  <a:lnTo>
                    <a:pt x="2353" y="2001"/>
                  </a:lnTo>
                  <a:lnTo>
                    <a:pt x="2340" y="2001"/>
                  </a:lnTo>
                  <a:lnTo>
                    <a:pt x="2333" y="2001"/>
                  </a:lnTo>
                  <a:lnTo>
                    <a:pt x="2327" y="2001"/>
                  </a:lnTo>
                  <a:lnTo>
                    <a:pt x="2320" y="2001"/>
                  </a:lnTo>
                  <a:lnTo>
                    <a:pt x="2307" y="2001"/>
                  </a:lnTo>
                  <a:lnTo>
                    <a:pt x="2301" y="2001"/>
                  </a:lnTo>
                  <a:lnTo>
                    <a:pt x="2294" y="2001"/>
                  </a:lnTo>
                  <a:lnTo>
                    <a:pt x="2288" y="2001"/>
                  </a:lnTo>
                  <a:lnTo>
                    <a:pt x="2281" y="2001"/>
                  </a:lnTo>
                  <a:lnTo>
                    <a:pt x="2268" y="2001"/>
                  </a:lnTo>
                  <a:lnTo>
                    <a:pt x="2262" y="2001"/>
                  </a:lnTo>
                  <a:lnTo>
                    <a:pt x="2255" y="2001"/>
                  </a:lnTo>
                  <a:lnTo>
                    <a:pt x="2248" y="2001"/>
                  </a:lnTo>
                  <a:lnTo>
                    <a:pt x="2235" y="2001"/>
                  </a:lnTo>
                  <a:lnTo>
                    <a:pt x="2229" y="2001"/>
                  </a:lnTo>
                  <a:lnTo>
                    <a:pt x="2222" y="2001"/>
                  </a:lnTo>
                  <a:lnTo>
                    <a:pt x="2216" y="2001"/>
                  </a:lnTo>
                  <a:lnTo>
                    <a:pt x="2209" y="2001"/>
                  </a:lnTo>
                  <a:lnTo>
                    <a:pt x="2196" y="2001"/>
                  </a:lnTo>
                  <a:lnTo>
                    <a:pt x="2190" y="2001"/>
                  </a:lnTo>
                  <a:lnTo>
                    <a:pt x="2183" y="2001"/>
                  </a:lnTo>
                  <a:lnTo>
                    <a:pt x="2177" y="2001"/>
                  </a:lnTo>
                  <a:lnTo>
                    <a:pt x="2164" y="2001"/>
                  </a:lnTo>
                  <a:lnTo>
                    <a:pt x="2157" y="2001"/>
                  </a:lnTo>
                  <a:lnTo>
                    <a:pt x="2151" y="2001"/>
                  </a:lnTo>
                  <a:lnTo>
                    <a:pt x="2144" y="2001"/>
                  </a:lnTo>
                  <a:lnTo>
                    <a:pt x="2138" y="2001"/>
                  </a:lnTo>
                  <a:lnTo>
                    <a:pt x="2125" y="2001"/>
                  </a:lnTo>
                  <a:lnTo>
                    <a:pt x="2118" y="2001"/>
                  </a:lnTo>
                  <a:lnTo>
                    <a:pt x="2112" y="2001"/>
                  </a:lnTo>
                  <a:lnTo>
                    <a:pt x="2105" y="2001"/>
                  </a:lnTo>
                  <a:lnTo>
                    <a:pt x="2099" y="2001"/>
                  </a:lnTo>
                  <a:lnTo>
                    <a:pt x="2086" y="2001"/>
                  </a:lnTo>
                  <a:lnTo>
                    <a:pt x="2079" y="2001"/>
                  </a:lnTo>
                  <a:lnTo>
                    <a:pt x="2073" y="2001"/>
                  </a:lnTo>
                  <a:lnTo>
                    <a:pt x="2066" y="2001"/>
                  </a:lnTo>
                  <a:lnTo>
                    <a:pt x="2053" y="2001"/>
                  </a:lnTo>
                  <a:lnTo>
                    <a:pt x="2046" y="2001"/>
                  </a:lnTo>
                  <a:lnTo>
                    <a:pt x="2040" y="2001"/>
                  </a:lnTo>
                  <a:lnTo>
                    <a:pt x="2033" y="2001"/>
                  </a:lnTo>
                  <a:lnTo>
                    <a:pt x="2027" y="2001"/>
                  </a:lnTo>
                  <a:lnTo>
                    <a:pt x="2014" y="2001"/>
                  </a:lnTo>
                  <a:lnTo>
                    <a:pt x="2007" y="2001"/>
                  </a:lnTo>
                  <a:lnTo>
                    <a:pt x="2001" y="2001"/>
                  </a:lnTo>
                  <a:lnTo>
                    <a:pt x="1994" y="2001"/>
                  </a:lnTo>
                  <a:lnTo>
                    <a:pt x="1981" y="2001"/>
                  </a:lnTo>
                  <a:lnTo>
                    <a:pt x="1975" y="2001"/>
                  </a:lnTo>
                  <a:lnTo>
                    <a:pt x="1968" y="2001"/>
                  </a:lnTo>
                  <a:lnTo>
                    <a:pt x="1962" y="2001"/>
                  </a:lnTo>
                  <a:lnTo>
                    <a:pt x="1955" y="2001"/>
                  </a:lnTo>
                  <a:lnTo>
                    <a:pt x="1942" y="2001"/>
                  </a:lnTo>
                  <a:lnTo>
                    <a:pt x="1936" y="2001"/>
                  </a:lnTo>
                  <a:lnTo>
                    <a:pt x="1929" y="2001"/>
                  </a:lnTo>
                  <a:lnTo>
                    <a:pt x="1923" y="2001"/>
                  </a:lnTo>
                  <a:lnTo>
                    <a:pt x="1916" y="2001"/>
                  </a:lnTo>
                  <a:lnTo>
                    <a:pt x="1903" y="2001"/>
                  </a:lnTo>
                  <a:lnTo>
                    <a:pt x="1897" y="2001"/>
                  </a:lnTo>
                  <a:lnTo>
                    <a:pt x="1890" y="2001"/>
                  </a:lnTo>
                  <a:lnTo>
                    <a:pt x="1884" y="2001"/>
                  </a:lnTo>
                  <a:lnTo>
                    <a:pt x="1871" y="2001"/>
                  </a:lnTo>
                  <a:lnTo>
                    <a:pt x="1864" y="2001"/>
                  </a:lnTo>
                  <a:lnTo>
                    <a:pt x="1857" y="2001"/>
                  </a:lnTo>
                  <a:lnTo>
                    <a:pt x="1851" y="2001"/>
                  </a:lnTo>
                  <a:lnTo>
                    <a:pt x="1844" y="2001"/>
                  </a:lnTo>
                  <a:lnTo>
                    <a:pt x="1831" y="2001"/>
                  </a:lnTo>
                  <a:lnTo>
                    <a:pt x="1825" y="2001"/>
                  </a:lnTo>
                  <a:lnTo>
                    <a:pt x="1818" y="2001"/>
                  </a:lnTo>
                  <a:lnTo>
                    <a:pt x="1812" y="2001"/>
                  </a:lnTo>
                  <a:lnTo>
                    <a:pt x="1799" y="2001"/>
                  </a:lnTo>
                  <a:lnTo>
                    <a:pt x="1792" y="2001"/>
                  </a:lnTo>
                  <a:lnTo>
                    <a:pt x="1786" y="2001"/>
                  </a:lnTo>
                  <a:lnTo>
                    <a:pt x="1779" y="2001"/>
                  </a:lnTo>
                  <a:lnTo>
                    <a:pt x="1773" y="2001"/>
                  </a:lnTo>
                  <a:lnTo>
                    <a:pt x="1760" y="2001"/>
                  </a:lnTo>
                  <a:lnTo>
                    <a:pt x="1753" y="2001"/>
                  </a:lnTo>
                  <a:lnTo>
                    <a:pt x="1747" y="2001"/>
                  </a:lnTo>
                  <a:lnTo>
                    <a:pt x="1740" y="2001"/>
                  </a:lnTo>
                  <a:lnTo>
                    <a:pt x="1734" y="2001"/>
                  </a:lnTo>
                  <a:lnTo>
                    <a:pt x="1721" y="2001"/>
                  </a:lnTo>
                  <a:lnTo>
                    <a:pt x="1714" y="2001"/>
                  </a:lnTo>
                  <a:lnTo>
                    <a:pt x="1708" y="2001"/>
                  </a:lnTo>
                  <a:lnTo>
                    <a:pt x="1701" y="2001"/>
                  </a:lnTo>
                  <a:lnTo>
                    <a:pt x="1688" y="2001"/>
                  </a:lnTo>
                  <a:lnTo>
                    <a:pt x="1682" y="2001"/>
                  </a:lnTo>
                  <a:lnTo>
                    <a:pt x="1675" y="2001"/>
                  </a:lnTo>
                  <a:lnTo>
                    <a:pt x="1669" y="2001"/>
                  </a:lnTo>
                  <a:lnTo>
                    <a:pt x="1662" y="2001"/>
                  </a:lnTo>
                  <a:lnTo>
                    <a:pt x="1649" y="2001"/>
                  </a:lnTo>
                  <a:lnTo>
                    <a:pt x="1642" y="2001"/>
                  </a:lnTo>
                  <a:lnTo>
                    <a:pt x="1636" y="2001"/>
                  </a:lnTo>
                  <a:lnTo>
                    <a:pt x="1629" y="2001"/>
                  </a:lnTo>
                  <a:lnTo>
                    <a:pt x="1616" y="2001"/>
                  </a:lnTo>
                  <a:lnTo>
                    <a:pt x="1610" y="2001"/>
                  </a:lnTo>
                  <a:lnTo>
                    <a:pt x="1603" y="2001"/>
                  </a:lnTo>
                  <a:lnTo>
                    <a:pt x="1597" y="2001"/>
                  </a:lnTo>
                  <a:lnTo>
                    <a:pt x="1590" y="2001"/>
                  </a:lnTo>
                  <a:lnTo>
                    <a:pt x="1577" y="2001"/>
                  </a:lnTo>
                  <a:lnTo>
                    <a:pt x="1571" y="2001"/>
                  </a:lnTo>
                  <a:lnTo>
                    <a:pt x="1564" y="2001"/>
                  </a:lnTo>
                  <a:lnTo>
                    <a:pt x="1558" y="2001"/>
                  </a:lnTo>
                  <a:lnTo>
                    <a:pt x="1545" y="2001"/>
                  </a:lnTo>
                  <a:lnTo>
                    <a:pt x="1538" y="2001"/>
                  </a:lnTo>
                  <a:lnTo>
                    <a:pt x="1532" y="2001"/>
                  </a:lnTo>
                  <a:lnTo>
                    <a:pt x="1525" y="2001"/>
                  </a:lnTo>
                  <a:lnTo>
                    <a:pt x="1519" y="2001"/>
                  </a:lnTo>
                  <a:lnTo>
                    <a:pt x="1506" y="2001"/>
                  </a:lnTo>
                  <a:lnTo>
                    <a:pt x="1499" y="2001"/>
                  </a:lnTo>
                  <a:lnTo>
                    <a:pt x="1493" y="2001"/>
                  </a:lnTo>
                  <a:lnTo>
                    <a:pt x="1486" y="2001"/>
                  </a:lnTo>
                  <a:lnTo>
                    <a:pt x="1480" y="2001"/>
                  </a:lnTo>
                  <a:lnTo>
                    <a:pt x="1467" y="2001"/>
                  </a:lnTo>
                  <a:lnTo>
                    <a:pt x="1460" y="2001"/>
                  </a:lnTo>
                  <a:lnTo>
                    <a:pt x="1453" y="2001"/>
                  </a:lnTo>
                  <a:lnTo>
                    <a:pt x="1447" y="2001"/>
                  </a:lnTo>
                  <a:lnTo>
                    <a:pt x="1434" y="2001"/>
                  </a:lnTo>
                  <a:lnTo>
                    <a:pt x="1427" y="2001"/>
                  </a:lnTo>
                  <a:lnTo>
                    <a:pt x="1421" y="2001"/>
                  </a:lnTo>
                  <a:lnTo>
                    <a:pt x="1414" y="2001"/>
                  </a:lnTo>
                  <a:lnTo>
                    <a:pt x="1408" y="2001"/>
                  </a:lnTo>
                  <a:lnTo>
                    <a:pt x="1395" y="2001"/>
                  </a:lnTo>
                  <a:lnTo>
                    <a:pt x="1388" y="2001"/>
                  </a:lnTo>
                  <a:lnTo>
                    <a:pt x="1382" y="2001"/>
                  </a:lnTo>
                  <a:lnTo>
                    <a:pt x="1375" y="2001"/>
                  </a:lnTo>
                  <a:lnTo>
                    <a:pt x="1362" y="2001"/>
                  </a:lnTo>
                  <a:lnTo>
                    <a:pt x="1356" y="2001"/>
                  </a:lnTo>
                  <a:lnTo>
                    <a:pt x="1349" y="2001"/>
                  </a:lnTo>
                  <a:lnTo>
                    <a:pt x="1343" y="2001"/>
                  </a:lnTo>
                  <a:lnTo>
                    <a:pt x="1336" y="2001"/>
                  </a:lnTo>
                  <a:lnTo>
                    <a:pt x="1323" y="2001"/>
                  </a:lnTo>
                  <a:lnTo>
                    <a:pt x="1317" y="2001"/>
                  </a:lnTo>
                  <a:lnTo>
                    <a:pt x="1310" y="2001"/>
                  </a:lnTo>
                  <a:lnTo>
                    <a:pt x="1304" y="2001"/>
                  </a:lnTo>
                  <a:lnTo>
                    <a:pt x="1297" y="2001"/>
                  </a:lnTo>
                  <a:lnTo>
                    <a:pt x="1284" y="2001"/>
                  </a:lnTo>
                  <a:lnTo>
                    <a:pt x="1278" y="2001"/>
                  </a:lnTo>
                  <a:lnTo>
                    <a:pt x="1271" y="2001"/>
                  </a:lnTo>
                  <a:lnTo>
                    <a:pt x="1264" y="2001"/>
                  </a:lnTo>
                  <a:lnTo>
                    <a:pt x="1251" y="2001"/>
                  </a:lnTo>
                  <a:lnTo>
                    <a:pt x="1245" y="2001"/>
                  </a:lnTo>
                  <a:lnTo>
                    <a:pt x="1238" y="2001"/>
                  </a:lnTo>
                  <a:lnTo>
                    <a:pt x="1232" y="2001"/>
                  </a:lnTo>
                  <a:lnTo>
                    <a:pt x="1225" y="2001"/>
                  </a:lnTo>
                  <a:lnTo>
                    <a:pt x="1212" y="2001"/>
                  </a:lnTo>
                  <a:lnTo>
                    <a:pt x="1206" y="2001"/>
                  </a:lnTo>
                  <a:lnTo>
                    <a:pt x="1199" y="2001"/>
                  </a:lnTo>
                  <a:lnTo>
                    <a:pt x="1193" y="2001"/>
                  </a:lnTo>
                  <a:lnTo>
                    <a:pt x="1180" y="2001"/>
                  </a:lnTo>
                  <a:lnTo>
                    <a:pt x="1173" y="2001"/>
                  </a:lnTo>
                  <a:lnTo>
                    <a:pt x="1167" y="2001"/>
                  </a:lnTo>
                  <a:lnTo>
                    <a:pt x="1160" y="2001"/>
                  </a:lnTo>
                  <a:lnTo>
                    <a:pt x="1154" y="2001"/>
                  </a:lnTo>
                  <a:lnTo>
                    <a:pt x="1141" y="2001"/>
                  </a:lnTo>
                  <a:lnTo>
                    <a:pt x="1134" y="2001"/>
                  </a:lnTo>
                  <a:lnTo>
                    <a:pt x="1128" y="2001"/>
                  </a:lnTo>
                  <a:lnTo>
                    <a:pt x="1121" y="2001"/>
                  </a:lnTo>
                  <a:lnTo>
                    <a:pt x="1115" y="2001"/>
                  </a:lnTo>
                  <a:lnTo>
                    <a:pt x="1102" y="2001"/>
                  </a:lnTo>
                  <a:lnTo>
                    <a:pt x="1095" y="2001"/>
                  </a:lnTo>
                  <a:lnTo>
                    <a:pt x="1089" y="2001"/>
                  </a:lnTo>
                  <a:lnTo>
                    <a:pt x="1082" y="2001"/>
                  </a:lnTo>
                  <a:lnTo>
                    <a:pt x="1069" y="2001"/>
                  </a:lnTo>
                  <a:lnTo>
                    <a:pt x="1062" y="2001"/>
                  </a:lnTo>
                  <a:lnTo>
                    <a:pt x="1056" y="2001"/>
                  </a:lnTo>
                  <a:lnTo>
                    <a:pt x="1049" y="2001"/>
                  </a:lnTo>
                  <a:lnTo>
                    <a:pt x="1043" y="2001"/>
                  </a:lnTo>
                  <a:lnTo>
                    <a:pt x="1030" y="2001"/>
                  </a:lnTo>
                  <a:lnTo>
                    <a:pt x="1023" y="2001"/>
                  </a:lnTo>
                  <a:lnTo>
                    <a:pt x="1017" y="2001"/>
                  </a:lnTo>
                  <a:lnTo>
                    <a:pt x="1010" y="2001"/>
                  </a:lnTo>
                  <a:lnTo>
                    <a:pt x="997" y="2001"/>
                  </a:lnTo>
                  <a:lnTo>
                    <a:pt x="991" y="2001"/>
                  </a:lnTo>
                  <a:lnTo>
                    <a:pt x="984" y="2001"/>
                  </a:lnTo>
                  <a:lnTo>
                    <a:pt x="978" y="2001"/>
                  </a:lnTo>
                  <a:lnTo>
                    <a:pt x="971" y="2001"/>
                  </a:lnTo>
                  <a:lnTo>
                    <a:pt x="958" y="2001"/>
                  </a:lnTo>
                  <a:lnTo>
                    <a:pt x="952" y="2001"/>
                  </a:lnTo>
                  <a:lnTo>
                    <a:pt x="945" y="2001"/>
                  </a:lnTo>
                  <a:lnTo>
                    <a:pt x="939" y="2001"/>
                  </a:lnTo>
                  <a:lnTo>
                    <a:pt x="926" y="2001"/>
                  </a:lnTo>
                  <a:lnTo>
                    <a:pt x="919" y="2001"/>
                  </a:lnTo>
                  <a:lnTo>
                    <a:pt x="913" y="2001"/>
                  </a:lnTo>
                  <a:lnTo>
                    <a:pt x="906" y="2001"/>
                  </a:lnTo>
                  <a:lnTo>
                    <a:pt x="900" y="2001"/>
                  </a:lnTo>
                  <a:lnTo>
                    <a:pt x="887" y="2001"/>
                  </a:lnTo>
                  <a:lnTo>
                    <a:pt x="880" y="2001"/>
                  </a:lnTo>
                  <a:lnTo>
                    <a:pt x="874" y="2001"/>
                  </a:lnTo>
                  <a:lnTo>
                    <a:pt x="867" y="2001"/>
                  </a:lnTo>
                  <a:lnTo>
                    <a:pt x="860" y="2001"/>
                  </a:lnTo>
                  <a:lnTo>
                    <a:pt x="847" y="2001"/>
                  </a:lnTo>
                  <a:lnTo>
                    <a:pt x="841" y="2001"/>
                  </a:lnTo>
                  <a:lnTo>
                    <a:pt x="834" y="2001"/>
                  </a:lnTo>
                  <a:lnTo>
                    <a:pt x="828" y="2001"/>
                  </a:lnTo>
                  <a:lnTo>
                    <a:pt x="815" y="2001"/>
                  </a:lnTo>
                  <a:lnTo>
                    <a:pt x="808" y="2001"/>
                  </a:lnTo>
                  <a:lnTo>
                    <a:pt x="802" y="2001"/>
                  </a:lnTo>
                  <a:lnTo>
                    <a:pt x="795" y="2001"/>
                  </a:lnTo>
                  <a:lnTo>
                    <a:pt x="789" y="2001"/>
                  </a:lnTo>
                  <a:lnTo>
                    <a:pt x="776" y="2001"/>
                  </a:lnTo>
                  <a:lnTo>
                    <a:pt x="769" y="2001"/>
                  </a:lnTo>
                  <a:lnTo>
                    <a:pt x="763" y="2001"/>
                  </a:lnTo>
                  <a:lnTo>
                    <a:pt x="756" y="2001"/>
                  </a:lnTo>
                  <a:lnTo>
                    <a:pt x="743" y="2001"/>
                  </a:lnTo>
                  <a:lnTo>
                    <a:pt x="737" y="2001"/>
                  </a:lnTo>
                  <a:lnTo>
                    <a:pt x="730" y="2001"/>
                  </a:lnTo>
                  <a:lnTo>
                    <a:pt x="724" y="2001"/>
                  </a:lnTo>
                  <a:lnTo>
                    <a:pt x="717" y="2001"/>
                  </a:lnTo>
                  <a:lnTo>
                    <a:pt x="704" y="2001"/>
                  </a:lnTo>
                  <a:lnTo>
                    <a:pt x="698" y="2001"/>
                  </a:lnTo>
                  <a:lnTo>
                    <a:pt x="691" y="2001"/>
                  </a:lnTo>
                  <a:lnTo>
                    <a:pt x="685" y="2001"/>
                  </a:lnTo>
                  <a:lnTo>
                    <a:pt x="678" y="2001"/>
                  </a:lnTo>
                  <a:lnTo>
                    <a:pt x="665" y="2001"/>
                  </a:lnTo>
                  <a:lnTo>
                    <a:pt x="658" y="2001"/>
                  </a:lnTo>
                  <a:lnTo>
                    <a:pt x="652" y="2001"/>
                  </a:lnTo>
                  <a:lnTo>
                    <a:pt x="645" y="2001"/>
                  </a:lnTo>
                  <a:lnTo>
                    <a:pt x="632" y="2001"/>
                  </a:lnTo>
                  <a:lnTo>
                    <a:pt x="626" y="2001"/>
                  </a:lnTo>
                  <a:lnTo>
                    <a:pt x="619" y="2001"/>
                  </a:lnTo>
                  <a:lnTo>
                    <a:pt x="613" y="2001"/>
                  </a:lnTo>
                  <a:lnTo>
                    <a:pt x="606" y="2001"/>
                  </a:lnTo>
                  <a:lnTo>
                    <a:pt x="593" y="2001"/>
                  </a:lnTo>
                  <a:lnTo>
                    <a:pt x="587" y="2001"/>
                  </a:lnTo>
                  <a:lnTo>
                    <a:pt x="580" y="2001"/>
                  </a:lnTo>
                  <a:lnTo>
                    <a:pt x="574" y="2001"/>
                  </a:lnTo>
                  <a:lnTo>
                    <a:pt x="561" y="2001"/>
                  </a:lnTo>
                  <a:lnTo>
                    <a:pt x="554" y="2001"/>
                  </a:lnTo>
                  <a:lnTo>
                    <a:pt x="548" y="2001"/>
                  </a:lnTo>
                  <a:lnTo>
                    <a:pt x="541" y="2001"/>
                  </a:lnTo>
                  <a:lnTo>
                    <a:pt x="535" y="2001"/>
                  </a:lnTo>
                  <a:lnTo>
                    <a:pt x="522" y="2001"/>
                  </a:lnTo>
                  <a:lnTo>
                    <a:pt x="515" y="2001"/>
                  </a:lnTo>
                  <a:lnTo>
                    <a:pt x="509" y="2001"/>
                  </a:lnTo>
                  <a:lnTo>
                    <a:pt x="502" y="2001"/>
                  </a:lnTo>
                  <a:lnTo>
                    <a:pt x="496" y="2001"/>
                  </a:lnTo>
                  <a:lnTo>
                    <a:pt x="483" y="2001"/>
                  </a:lnTo>
                  <a:lnTo>
                    <a:pt x="476" y="2001"/>
                  </a:lnTo>
                  <a:lnTo>
                    <a:pt x="469" y="2001"/>
                  </a:lnTo>
                  <a:lnTo>
                    <a:pt x="463" y="2001"/>
                  </a:lnTo>
                  <a:lnTo>
                    <a:pt x="450" y="2001"/>
                  </a:lnTo>
                  <a:lnTo>
                    <a:pt x="443" y="2001"/>
                  </a:lnTo>
                  <a:lnTo>
                    <a:pt x="437" y="2001"/>
                  </a:lnTo>
                  <a:lnTo>
                    <a:pt x="430" y="2001"/>
                  </a:lnTo>
                  <a:lnTo>
                    <a:pt x="424" y="2001"/>
                  </a:lnTo>
                  <a:lnTo>
                    <a:pt x="411" y="2001"/>
                  </a:lnTo>
                  <a:lnTo>
                    <a:pt x="404" y="2001"/>
                  </a:lnTo>
                  <a:lnTo>
                    <a:pt x="398" y="2001"/>
                  </a:lnTo>
                  <a:lnTo>
                    <a:pt x="391" y="2001"/>
                  </a:lnTo>
                  <a:lnTo>
                    <a:pt x="378" y="2001"/>
                  </a:lnTo>
                  <a:lnTo>
                    <a:pt x="372" y="2001"/>
                  </a:lnTo>
                  <a:lnTo>
                    <a:pt x="365" y="2001"/>
                  </a:lnTo>
                  <a:lnTo>
                    <a:pt x="359" y="2001"/>
                  </a:lnTo>
                  <a:lnTo>
                    <a:pt x="352" y="2001"/>
                  </a:lnTo>
                  <a:lnTo>
                    <a:pt x="339" y="2001"/>
                  </a:lnTo>
                  <a:lnTo>
                    <a:pt x="333" y="2001"/>
                  </a:lnTo>
                  <a:lnTo>
                    <a:pt x="326" y="2001"/>
                  </a:lnTo>
                  <a:lnTo>
                    <a:pt x="320" y="2001"/>
                  </a:lnTo>
                  <a:lnTo>
                    <a:pt x="307" y="2001"/>
                  </a:lnTo>
                  <a:lnTo>
                    <a:pt x="300" y="2001"/>
                  </a:lnTo>
                  <a:lnTo>
                    <a:pt x="294" y="2001"/>
                  </a:lnTo>
                  <a:lnTo>
                    <a:pt x="287" y="2001"/>
                  </a:lnTo>
                  <a:lnTo>
                    <a:pt x="281" y="2001"/>
                  </a:lnTo>
                  <a:lnTo>
                    <a:pt x="267" y="2001"/>
                  </a:lnTo>
                  <a:lnTo>
                    <a:pt x="261" y="2001"/>
                  </a:lnTo>
                  <a:lnTo>
                    <a:pt x="254" y="2001"/>
                  </a:lnTo>
                  <a:lnTo>
                    <a:pt x="248" y="2001"/>
                  </a:lnTo>
                  <a:lnTo>
                    <a:pt x="241" y="2001"/>
                  </a:lnTo>
                  <a:lnTo>
                    <a:pt x="228" y="2001"/>
                  </a:lnTo>
                  <a:lnTo>
                    <a:pt x="222" y="2001"/>
                  </a:lnTo>
                  <a:lnTo>
                    <a:pt x="215" y="2001"/>
                  </a:lnTo>
                  <a:lnTo>
                    <a:pt x="209" y="2001"/>
                  </a:lnTo>
                  <a:lnTo>
                    <a:pt x="196" y="2001"/>
                  </a:lnTo>
                  <a:lnTo>
                    <a:pt x="189" y="2001"/>
                  </a:lnTo>
                  <a:lnTo>
                    <a:pt x="183" y="2001"/>
                  </a:lnTo>
                  <a:lnTo>
                    <a:pt x="176" y="2001"/>
                  </a:lnTo>
                  <a:lnTo>
                    <a:pt x="170" y="2001"/>
                  </a:lnTo>
                  <a:lnTo>
                    <a:pt x="157" y="2001"/>
                  </a:lnTo>
                  <a:lnTo>
                    <a:pt x="150" y="2001"/>
                  </a:lnTo>
                  <a:lnTo>
                    <a:pt x="144" y="2001"/>
                  </a:lnTo>
                  <a:lnTo>
                    <a:pt x="137" y="2001"/>
                  </a:lnTo>
                  <a:lnTo>
                    <a:pt x="124" y="2001"/>
                  </a:lnTo>
                  <a:lnTo>
                    <a:pt x="118" y="2001"/>
                  </a:lnTo>
                  <a:lnTo>
                    <a:pt x="111" y="2001"/>
                  </a:lnTo>
                  <a:lnTo>
                    <a:pt x="105" y="2001"/>
                  </a:lnTo>
                  <a:lnTo>
                    <a:pt x="98" y="2001"/>
                  </a:lnTo>
                  <a:lnTo>
                    <a:pt x="85" y="2001"/>
                  </a:lnTo>
                  <a:lnTo>
                    <a:pt x="78" y="2001"/>
                  </a:lnTo>
                  <a:lnTo>
                    <a:pt x="72" y="2001"/>
                  </a:lnTo>
                  <a:lnTo>
                    <a:pt x="65" y="2001"/>
                  </a:lnTo>
                  <a:lnTo>
                    <a:pt x="59" y="2001"/>
                  </a:lnTo>
                  <a:lnTo>
                    <a:pt x="46" y="2001"/>
                  </a:lnTo>
                  <a:lnTo>
                    <a:pt x="39" y="2001"/>
                  </a:lnTo>
                  <a:lnTo>
                    <a:pt x="33" y="2001"/>
                  </a:lnTo>
                  <a:lnTo>
                    <a:pt x="26" y="2001"/>
                  </a:lnTo>
                  <a:lnTo>
                    <a:pt x="13" y="2001"/>
                  </a:lnTo>
                  <a:lnTo>
                    <a:pt x="7" y="2001"/>
                  </a:lnTo>
                  <a:lnTo>
                    <a:pt x="0" y="2001"/>
                  </a:lnTo>
                  <a:close/>
                </a:path>
              </a:pathLst>
            </a:cu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586" name="Freeform 162">
              <a:extLst>
                <a:ext uri="{FF2B5EF4-FFF2-40B4-BE49-F238E27FC236}">
                  <a16:creationId xmlns:a16="http://schemas.microsoft.com/office/drawing/2014/main" id="{7B05603C-EF52-4B69-B0B5-0DA49631FF35}"/>
                </a:ext>
              </a:extLst>
            </p:cNvPr>
            <p:cNvSpPr>
              <a:spLocks/>
            </p:cNvSpPr>
            <p:nvPr/>
          </p:nvSpPr>
          <p:spPr bwMode="auto">
            <a:xfrm>
              <a:off x="3459" y="1160"/>
              <a:ext cx="1628" cy="992"/>
            </a:xfrm>
            <a:custGeom>
              <a:avLst/>
              <a:gdLst>
                <a:gd name="T0" fmla="*/ 19 w 3962"/>
                <a:gd name="T1" fmla="*/ 965 h 2001"/>
                <a:gd name="T2" fmla="*/ 46 w 3962"/>
                <a:gd name="T3" fmla="*/ 895 h 2001"/>
                <a:gd name="T4" fmla="*/ 72 w 3962"/>
                <a:gd name="T5" fmla="*/ 633 h 2001"/>
                <a:gd name="T6" fmla="*/ 99 w 3962"/>
                <a:gd name="T7" fmla="*/ 276 h 2001"/>
                <a:gd name="T8" fmla="*/ 123 w 3962"/>
                <a:gd name="T9" fmla="*/ 134 h 2001"/>
                <a:gd name="T10" fmla="*/ 150 w 3962"/>
                <a:gd name="T11" fmla="*/ 3 h 2001"/>
                <a:gd name="T12" fmla="*/ 177 w 3962"/>
                <a:gd name="T13" fmla="*/ 80 h 2001"/>
                <a:gd name="T14" fmla="*/ 204 w 3962"/>
                <a:gd name="T15" fmla="*/ 132 h 2001"/>
                <a:gd name="T16" fmla="*/ 228 w 3962"/>
                <a:gd name="T17" fmla="*/ 316 h 2001"/>
                <a:gd name="T18" fmla="*/ 254 w 3962"/>
                <a:gd name="T19" fmla="*/ 458 h 2001"/>
                <a:gd name="T20" fmla="*/ 281 w 3962"/>
                <a:gd name="T21" fmla="*/ 653 h 2001"/>
                <a:gd name="T22" fmla="*/ 305 w 3962"/>
                <a:gd name="T23" fmla="*/ 743 h 2001"/>
                <a:gd name="T24" fmla="*/ 332 w 3962"/>
                <a:gd name="T25" fmla="*/ 810 h 2001"/>
                <a:gd name="T26" fmla="*/ 359 w 3962"/>
                <a:gd name="T27" fmla="*/ 845 h 2001"/>
                <a:gd name="T28" fmla="*/ 386 w 3962"/>
                <a:gd name="T29" fmla="*/ 875 h 2001"/>
                <a:gd name="T30" fmla="*/ 410 w 3962"/>
                <a:gd name="T31" fmla="*/ 942 h 2001"/>
                <a:gd name="T32" fmla="*/ 436 w 3962"/>
                <a:gd name="T33" fmla="*/ 931 h 2001"/>
                <a:gd name="T34" fmla="*/ 463 w 3962"/>
                <a:gd name="T35" fmla="*/ 882 h 2001"/>
                <a:gd name="T36" fmla="*/ 490 w 3962"/>
                <a:gd name="T37" fmla="*/ 745 h 2001"/>
                <a:gd name="T38" fmla="*/ 514 w 3962"/>
                <a:gd name="T39" fmla="*/ 588 h 2001"/>
                <a:gd name="T40" fmla="*/ 541 w 3962"/>
                <a:gd name="T41" fmla="*/ 515 h 2001"/>
                <a:gd name="T42" fmla="*/ 568 w 3962"/>
                <a:gd name="T43" fmla="*/ 474 h 2001"/>
                <a:gd name="T44" fmla="*/ 595 w 3962"/>
                <a:gd name="T45" fmla="*/ 460 h 2001"/>
                <a:gd name="T46" fmla="*/ 619 w 3962"/>
                <a:gd name="T47" fmla="*/ 476 h 2001"/>
                <a:gd name="T48" fmla="*/ 646 w 3962"/>
                <a:gd name="T49" fmla="*/ 479 h 2001"/>
                <a:gd name="T50" fmla="*/ 672 w 3962"/>
                <a:gd name="T51" fmla="*/ 627 h 2001"/>
                <a:gd name="T52" fmla="*/ 699 w 3962"/>
                <a:gd name="T53" fmla="*/ 663 h 2001"/>
                <a:gd name="T54" fmla="*/ 723 w 3962"/>
                <a:gd name="T55" fmla="*/ 656 h 2001"/>
                <a:gd name="T56" fmla="*/ 750 w 3962"/>
                <a:gd name="T57" fmla="*/ 775 h 2001"/>
                <a:gd name="T58" fmla="*/ 777 w 3962"/>
                <a:gd name="T59" fmla="*/ 837 h 2001"/>
                <a:gd name="T60" fmla="*/ 803 w 3962"/>
                <a:gd name="T61" fmla="*/ 825 h 2001"/>
                <a:gd name="T62" fmla="*/ 828 w 3962"/>
                <a:gd name="T63" fmla="*/ 887 h 2001"/>
                <a:gd name="T64" fmla="*/ 854 w 3962"/>
                <a:gd name="T65" fmla="*/ 914 h 2001"/>
                <a:gd name="T66" fmla="*/ 881 w 3962"/>
                <a:gd name="T67" fmla="*/ 929 h 2001"/>
                <a:gd name="T68" fmla="*/ 908 w 3962"/>
                <a:gd name="T69" fmla="*/ 893 h 2001"/>
                <a:gd name="T70" fmla="*/ 932 w 3962"/>
                <a:gd name="T71" fmla="*/ 737 h 2001"/>
                <a:gd name="T72" fmla="*/ 959 w 3962"/>
                <a:gd name="T73" fmla="*/ 513 h 2001"/>
                <a:gd name="T74" fmla="*/ 985 w 3962"/>
                <a:gd name="T75" fmla="*/ 319 h 2001"/>
                <a:gd name="T76" fmla="*/ 1012 w 3962"/>
                <a:gd name="T77" fmla="*/ 192 h 2001"/>
                <a:gd name="T78" fmla="*/ 1036 w 3962"/>
                <a:gd name="T79" fmla="*/ 239 h 2001"/>
                <a:gd name="T80" fmla="*/ 1063 w 3962"/>
                <a:gd name="T81" fmla="*/ 288 h 2001"/>
                <a:gd name="T82" fmla="*/ 1090 w 3962"/>
                <a:gd name="T83" fmla="*/ 309 h 2001"/>
                <a:gd name="T84" fmla="*/ 1117 w 3962"/>
                <a:gd name="T85" fmla="*/ 424 h 2001"/>
                <a:gd name="T86" fmla="*/ 1141 w 3962"/>
                <a:gd name="T87" fmla="*/ 570 h 2001"/>
                <a:gd name="T88" fmla="*/ 1167 w 3962"/>
                <a:gd name="T89" fmla="*/ 663 h 2001"/>
                <a:gd name="T90" fmla="*/ 1194 w 3962"/>
                <a:gd name="T91" fmla="*/ 775 h 2001"/>
                <a:gd name="T92" fmla="*/ 1221 w 3962"/>
                <a:gd name="T93" fmla="*/ 900 h 2001"/>
                <a:gd name="T94" fmla="*/ 1245 w 3962"/>
                <a:gd name="T95" fmla="*/ 909 h 2001"/>
                <a:gd name="T96" fmla="*/ 1272 w 3962"/>
                <a:gd name="T97" fmla="*/ 925 h 2001"/>
                <a:gd name="T98" fmla="*/ 1299 w 3962"/>
                <a:gd name="T99" fmla="*/ 883 h 2001"/>
                <a:gd name="T100" fmla="*/ 1323 w 3962"/>
                <a:gd name="T101" fmla="*/ 761 h 2001"/>
                <a:gd name="T102" fmla="*/ 1350 w 3962"/>
                <a:gd name="T103" fmla="*/ 478 h 2001"/>
                <a:gd name="T104" fmla="*/ 1377 w 3962"/>
                <a:gd name="T105" fmla="*/ 254 h 2001"/>
                <a:gd name="T106" fmla="*/ 1403 w 3962"/>
                <a:gd name="T107" fmla="*/ 216 h 2001"/>
                <a:gd name="T108" fmla="*/ 1427 w 3962"/>
                <a:gd name="T109" fmla="*/ 299 h 2001"/>
                <a:gd name="T110" fmla="*/ 1454 w 3962"/>
                <a:gd name="T111" fmla="*/ 271 h 2001"/>
                <a:gd name="T112" fmla="*/ 1481 w 3962"/>
                <a:gd name="T113" fmla="*/ 312 h 2001"/>
                <a:gd name="T114" fmla="*/ 1508 w 3962"/>
                <a:gd name="T115" fmla="*/ 544 h 2001"/>
                <a:gd name="T116" fmla="*/ 1532 w 3962"/>
                <a:gd name="T117" fmla="*/ 665 h 2001"/>
                <a:gd name="T118" fmla="*/ 1559 w 3962"/>
                <a:gd name="T119" fmla="*/ 788 h 2001"/>
                <a:gd name="T120" fmla="*/ 1585 w 3962"/>
                <a:gd name="T121" fmla="*/ 852 h 2001"/>
                <a:gd name="T122" fmla="*/ 1612 w 3962"/>
                <a:gd name="T123" fmla="*/ 883 h 200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962" h="2001">
                  <a:moveTo>
                    <a:pt x="0" y="2001"/>
                  </a:moveTo>
                  <a:lnTo>
                    <a:pt x="0" y="1937"/>
                  </a:lnTo>
                  <a:lnTo>
                    <a:pt x="7" y="1944"/>
                  </a:lnTo>
                  <a:lnTo>
                    <a:pt x="13" y="1961"/>
                  </a:lnTo>
                  <a:lnTo>
                    <a:pt x="26" y="1967"/>
                  </a:lnTo>
                  <a:lnTo>
                    <a:pt x="33" y="1964"/>
                  </a:lnTo>
                  <a:lnTo>
                    <a:pt x="39" y="1961"/>
                  </a:lnTo>
                  <a:lnTo>
                    <a:pt x="46" y="1947"/>
                  </a:lnTo>
                  <a:lnTo>
                    <a:pt x="59" y="1930"/>
                  </a:lnTo>
                  <a:lnTo>
                    <a:pt x="65" y="1924"/>
                  </a:lnTo>
                  <a:lnTo>
                    <a:pt x="72" y="1924"/>
                  </a:lnTo>
                  <a:lnTo>
                    <a:pt x="78" y="1907"/>
                  </a:lnTo>
                  <a:lnTo>
                    <a:pt x="85" y="1883"/>
                  </a:lnTo>
                  <a:lnTo>
                    <a:pt x="98" y="1860"/>
                  </a:lnTo>
                  <a:lnTo>
                    <a:pt x="105" y="1839"/>
                  </a:lnTo>
                  <a:lnTo>
                    <a:pt x="111" y="1806"/>
                  </a:lnTo>
                  <a:lnTo>
                    <a:pt x="118" y="1769"/>
                  </a:lnTo>
                  <a:lnTo>
                    <a:pt x="124" y="1715"/>
                  </a:lnTo>
                  <a:lnTo>
                    <a:pt x="137" y="1651"/>
                  </a:lnTo>
                  <a:lnTo>
                    <a:pt x="144" y="1604"/>
                  </a:lnTo>
                  <a:lnTo>
                    <a:pt x="150" y="1540"/>
                  </a:lnTo>
                  <a:lnTo>
                    <a:pt x="157" y="1449"/>
                  </a:lnTo>
                  <a:lnTo>
                    <a:pt x="170" y="1361"/>
                  </a:lnTo>
                  <a:lnTo>
                    <a:pt x="176" y="1277"/>
                  </a:lnTo>
                  <a:lnTo>
                    <a:pt x="183" y="1196"/>
                  </a:lnTo>
                  <a:lnTo>
                    <a:pt x="189" y="1119"/>
                  </a:lnTo>
                  <a:lnTo>
                    <a:pt x="196" y="1021"/>
                  </a:lnTo>
                  <a:lnTo>
                    <a:pt x="209" y="917"/>
                  </a:lnTo>
                  <a:lnTo>
                    <a:pt x="215" y="822"/>
                  </a:lnTo>
                  <a:lnTo>
                    <a:pt x="222" y="735"/>
                  </a:lnTo>
                  <a:lnTo>
                    <a:pt x="228" y="640"/>
                  </a:lnTo>
                  <a:lnTo>
                    <a:pt x="241" y="556"/>
                  </a:lnTo>
                  <a:lnTo>
                    <a:pt x="248" y="516"/>
                  </a:lnTo>
                  <a:lnTo>
                    <a:pt x="254" y="496"/>
                  </a:lnTo>
                  <a:lnTo>
                    <a:pt x="261" y="452"/>
                  </a:lnTo>
                  <a:lnTo>
                    <a:pt x="267" y="415"/>
                  </a:lnTo>
                  <a:lnTo>
                    <a:pt x="281" y="368"/>
                  </a:lnTo>
                  <a:lnTo>
                    <a:pt x="287" y="310"/>
                  </a:lnTo>
                  <a:lnTo>
                    <a:pt x="294" y="290"/>
                  </a:lnTo>
                  <a:lnTo>
                    <a:pt x="300" y="270"/>
                  </a:lnTo>
                  <a:lnTo>
                    <a:pt x="307" y="203"/>
                  </a:lnTo>
                  <a:lnTo>
                    <a:pt x="320" y="159"/>
                  </a:lnTo>
                  <a:lnTo>
                    <a:pt x="326" y="135"/>
                  </a:lnTo>
                  <a:lnTo>
                    <a:pt x="333" y="98"/>
                  </a:lnTo>
                  <a:lnTo>
                    <a:pt x="339" y="71"/>
                  </a:lnTo>
                  <a:lnTo>
                    <a:pt x="352" y="41"/>
                  </a:lnTo>
                  <a:lnTo>
                    <a:pt x="359" y="17"/>
                  </a:lnTo>
                  <a:lnTo>
                    <a:pt x="365" y="7"/>
                  </a:lnTo>
                  <a:lnTo>
                    <a:pt x="372" y="14"/>
                  </a:lnTo>
                  <a:lnTo>
                    <a:pt x="378" y="24"/>
                  </a:lnTo>
                  <a:lnTo>
                    <a:pt x="391" y="4"/>
                  </a:lnTo>
                  <a:lnTo>
                    <a:pt x="398" y="0"/>
                  </a:lnTo>
                  <a:lnTo>
                    <a:pt x="404" y="44"/>
                  </a:lnTo>
                  <a:lnTo>
                    <a:pt x="411" y="98"/>
                  </a:lnTo>
                  <a:lnTo>
                    <a:pt x="424" y="145"/>
                  </a:lnTo>
                  <a:lnTo>
                    <a:pt x="430" y="162"/>
                  </a:lnTo>
                  <a:lnTo>
                    <a:pt x="437" y="165"/>
                  </a:lnTo>
                  <a:lnTo>
                    <a:pt x="443" y="176"/>
                  </a:lnTo>
                  <a:lnTo>
                    <a:pt x="450" y="192"/>
                  </a:lnTo>
                  <a:lnTo>
                    <a:pt x="463" y="206"/>
                  </a:lnTo>
                  <a:lnTo>
                    <a:pt x="469" y="209"/>
                  </a:lnTo>
                  <a:lnTo>
                    <a:pt x="476" y="226"/>
                  </a:lnTo>
                  <a:lnTo>
                    <a:pt x="483" y="243"/>
                  </a:lnTo>
                  <a:lnTo>
                    <a:pt x="496" y="267"/>
                  </a:lnTo>
                  <a:lnTo>
                    <a:pt x="502" y="320"/>
                  </a:lnTo>
                  <a:lnTo>
                    <a:pt x="509" y="361"/>
                  </a:lnTo>
                  <a:lnTo>
                    <a:pt x="515" y="398"/>
                  </a:lnTo>
                  <a:lnTo>
                    <a:pt x="522" y="452"/>
                  </a:lnTo>
                  <a:lnTo>
                    <a:pt x="535" y="499"/>
                  </a:lnTo>
                  <a:lnTo>
                    <a:pt x="541" y="546"/>
                  </a:lnTo>
                  <a:lnTo>
                    <a:pt x="548" y="600"/>
                  </a:lnTo>
                  <a:lnTo>
                    <a:pt x="554" y="637"/>
                  </a:lnTo>
                  <a:lnTo>
                    <a:pt x="561" y="684"/>
                  </a:lnTo>
                  <a:lnTo>
                    <a:pt x="574" y="721"/>
                  </a:lnTo>
                  <a:lnTo>
                    <a:pt x="580" y="758"/>
                  </a:lnTo>
                  <a:lnTo>
                    <a:pt x="587" y="792"/>
                  </a:lnTo>
                  <a:lnTo>
                    <a:pt x="593" y="812"/>
                  </a:lnTo>
                  <a:lnTo>
                    <a:pt x="606" y="839"/>
                  </a:lnTo>
                  <a:lnTo>
                    <a:pt x="613" y="869"/>
                  </a:lnTo>
                  <a:lnTo>
                    <a:pt x="619" y="923"/>
                  </a:lnTo>
                  <a:lnTo>
                    <a:pt x="626" y="984"/>
                  </a:lnTo>
                  <a:lnTo>
                    <a:pt x="632" y="1028"/>
                  </a:lnTo>
                  <a:lnTo>
                    <a:pt x="645" y="1075"/>
                  </a:lnTo>
                  <a:lnTo>
                    <a:pt x="652" y="1129"/>
                  </a:lnTo>
                  <a:lnTo>
                    <a:pt x="658" y="1169"/>
                  </a:lnTo>
                  <a:lnTo>
                    <a:pt x="665" y="1203"/>
                  </a:lnTo>
                  <a:lnTo>
                    <a:pt x="678" y="1257"/>
                  </a:lnTo>
                  <a:lnTo>
                    <a:pt x="685" y="1317"/>
                  </a:lnTo>
                  <a:lnTo>
                    <a:pt x="691" y="1361"/>
                  </a:lnTo>
                  <a:lnTo>
                    <a:pt x="698" y="1405"/>
                  </a:lnTo>
                  <a:lnTo>
                    <a:pt x="704" y="1445"/>
                  </a:lnTo>
                  <a:lnTo>
                    <a:pt x="717" y="1472"/>
                  </a:lnTo>
                  <a:lnTo>
                    <a:pt x="724" y="1479"/>
                  </a:lnTo>
                  <a:lnTo>
                    <a:pt x="730" y="1482"/>
                  </a:lnTo>
                  <a:lnTo>
                    <a:pt x="737" y="1489"/>
                  </a:lnTo>
                  <a:lnTo>
                    <a:pt x="743" y="1499"/>
                  </a:lnTo>
                  <a:lnTo>
                    <a:pt x="756" y="1516"/>
                  </a:lnTo>
                  <a:lnTo>
                    <a:pt x="763" y="1553"/>
                  </a:lnTo>
                  <a:lnTo>
                    <a:pt x="769" y="1587"/>
                  </a:lnTo>
                  <a:lnTo>
                    <a:pt x="776" y="1607"/>
                  </a:lnTo>
                  <a:lnTo>
                    <a:pt x="789" y="1610"/>
                  </a:lnTo>
                  <a:lnTo>
                    <a:pt x="795" y="1610"/>
                  </a:lnTo>
                  <a:lnTo>
                    <a:pt x="802" y="1621"/>
                  </a:lnTo>
                  <a:lnTo>
                    <a:pt x="808" y="1634"/>
                  </a:lnTo>
                  <a:lnTo>
                    <a:pt x="815" y="1654"/>
                  </a:lnTo>
                  <a:lnTo>
                    <a:pt x="828" y="1678"/>
                  </a:lnTo>
                  <a:lnTo>
                    <a:pt x="834" y="1695"/>
                  </a:lnTo>
                  <a:lnTo>
                    <a:pt x="841" y="1705"/>
                  </a:lnTo>
                  <a:lnTo>
                    <a:pt x="847" y="1705"/>
                  </a:lnTo>
                  <a:lnTo>
                    <a:pt x="860" y="1708"/>
                  </a:lnTo>
                  <a:lnTo>
                    <a:pt x="867" y="1705"/>
                  </a:lnTo>
                  <a:lnTo>
                    <a:pt x="874" y="1705"/>
                  </a:lnTo>
                  <a:lnTo>
                    <a:pt x="880" y="1711"/>
                  </a:lnTo>
                  <a:lnTo>
                    <a:pt x="887" y="1715"/>
                  </a:lnTo>
                  <a:lnTo>
                    <a:pt x="900" y="1722"/>
                  </a:lnTo>
                  <a:lnTo>
                    <a:pt x="906" y="1725"/>
                  </a:lnTo>
                  <a:lnTo>
                    <a:pt x="913" y="1732"/>
                  </a:lnTo>
                  <a:lnTo>
                    <a:pt x="919" y="1735"/>
                  </a:lnTo>
                  <a:lnTo>
                    <a:pt x="926" y="1742"/>
                  </a:lnTo>
                  <a:lnTo>
                    <a:pt x="939" y="1765"/>
                  </a:lnTo>
                  <a:lnTo>
                    <a:pt x="945" y="1789"/>
                  </a:lnTo>
                  <a:lnTo>
                    <a:pt x="952" y="1806"/>
                  </a:lnTo>
                  <a:lnTo>
                    <a:pt x="958" y="1823"/>
                  </a:lnTo>
                  <a:lnTo>
                    <a:pt x="971" y="1850"/>
                  </a:lnTo>
                  <a:lnTo>
                    <a:pt x="978" y="1877"/>
                  </a:lnTo>
                  <a:lnTo>
                    <a:pt x="984" y="1893"/>
                  </a:lnTo>
                  <a:lnTo>
                    <a:pt x="991" y="1900"/>
                  </a:lnTo>
                  <a:lnTo>
                    <a:pt x="997" y="1900"/>
                  </a:lnTo>
                  <a:lnTo>
                    <a:pt x="1010" y="1900"/>
                  </a:lnTo>
                  <a:lnTo>
                    <a:pt x="1017" y="1903"/>
                  </a:lnTo>
                  <a:lnTo>
                    <a:pt x="1023" y="1907"/>
                  </a:lnTo>
                  <a:lnTo>
                    <a:pt x="1030" y="1900"/>
                  </a:lnTo>
                  <a:lnTo>
                    <a:pt x="1043" y="1893"/>
                  </a:lnTo>
                  <a:lnTo>
                    <a:pt x="1049" y="1883"/>
                  </a:lnTo>
                  <a:lnTo>
                    <a:pt x="1056" y="1883"/>
                  </a:lnTo>
                  <a:lnTo>
                    <a:pt x="1062" y="1877"/>
                  </a:lnTo>
                  <a:lnTo>
                    <a:pt x="1069" y="1866"/>
                  </a:lnTo>
                  <a:lnTo>
                    <a:pt x="1082" y="1856"/>
                  </a:lnTo>
                  <a:lnTo>
                    <a:pt x="1089" y="1853"/>
                  </a:lnTo>
                  <a:lnTo>
                    <a:pt x="1095" y="1846"/>
                  </a:lnTo>
                  <a:lnTo>
                    <a:pt x="1102" y="1839"/>
                  </a:lnTo>
                  <a:lnTo>
                    <a:pt x="1115" y="1829"/>
                  </a:lnTo>
                  <a:lnTo>
                    <a:pt x="1121" y="1806"/>
                  </a:lnTo>
                  <a:lnTo>
                    <a:pt x="1128" y="1779"/>
                  </a:lnTo>
                  <a:lnTo>
                    <a:pt x="1134" y="1759"/>
                  </a:lnTo>
                  <a:lnTo>
                    <a:pt x="1141" y="1725"/>
                  </a:lnTo>
                  <a:lnTo>
                    <a:pt x="1154" y="1691"/>
                  </a:lnTo>
                  <a:lnTo>
                    <a:pt x="1160" y="1658"/>
                  </a:lnTo>
                  <a:lnTo>
                    <a:pt x="1167" y="1631"/>
                  </a:lnTo>
                  <a:lnTo>
                    <a:pt x="1173" y="1597"/>
                  </a:lnTo>
                  <a:lnTo>
                    <a:pt x="1180" y="1557"/>
                  </a:lnTo>
                  <a:lnTo>
                    <a:pt x="1193" y="1503"/>
                  </a:lnTo>
                  <a:lnTo>
                    <a:pt x="1199" y="1439"/>
                  </a:lnTo>
                  <a:lnTo>
                    <a:pt x="1206" y="1375"/>
                  </a:lnTo>
                  <a:lnTo>
                    <a:pt x="1212" y="1331"/>
                  </a:lnTo>
                  <a:lnTo>
                    <a:pt x="1225" y="1304"/>
                  </a:lnTo>
                  <a:lnTo>
                    <a:pt x="1232" y="1280"/>
                  </a:lnTo>
                  <a:lnTo>
                    <a:pt x="1238" y="1257"/>
                  </a:lnTo>
                  <a:lnTo>
                    <a:pt x="1245" y="1220"/>
                  </a:lnTo>
                  <a:lnTo>
                    <a:pt x="1251" y="1186"/>
                  </a:lnTo>
                  <a:lnTo>
                    <a:pt x="1264" y="1159"/>
                  </a:lnTo>
                  <a:lnTo>
                    <a:pt x="1271" y="1132"/>
                  </a:lnTo>
                  <a:lnTo>
                    <a:pt x="1278" y="1095"/>
                  </a:lnTo>
                  <a:lnTo>
                    <a:pt x="1284" y="1065"/>
                  </a:lnTo>
                  <a:lnTo>
                    <a:pt x="1297" y="1055"/>
                  </a:lnTo>
                  <a:lnTo>
                    <a:pt x="1304" y="1055"/>
                  </a:lnTo>
                  <a:lnTo>
                    <a:pt x="1310" y="1058"/>
                  </a:lnTo>
                  <a:lnTo>
                    <a:pt x="1317" y="1038"/>
                  </a:lnTo>
                  <a:lnTo>
                    <a:pt x="1323" y="1001"/>
                  </a:lnTo>
                  <a:lnTo>
                    <a:pt x="1336" y="981"/>
                  </a:lnTo>
                  <a:lnTo>
                    <a:pt x="1343" y="977"/>
                  </a:lnTo>
                  <a:lnTo>
                    <a:pt x="1349" y="960"/>
                  </a:lnTo>
                  <a:lnTo>
                    <a:pt x="1356" y="937"/>
                  </a:lnTo>
                  <a:lnTo>
                    <a:pt x="1362" y="933"/>
                  </a:lnTo>
                  <a:lnTo>
                    <a:pt x="1375" y="944"/>
                  </a:lnTo>
                  <a:lnTo>
                    <a:pt x="1382" y="957"/>
                  </a:lnTo>
                  <a:lnTo>
                    <a:pt x="1388" y="960"/>
                  </a:lnTo>
                  <a:lnTo>
                    <a:pt x="1395" y="937"/>
                  </a:lnTo>
                  <a:lnTo>
                    <a:pt x="1408" y="910"/>
                  </a:lnTo>
                  <a:lnTo>
                    <a:pt x="1414" y="903"/>
                  </a:lnTo>
                  <a:lnTo>
                    <a:pt x="1421" y="906"/>
                  </a:lnTo>
                  <a:lnTo>
                    <a:pt x="1427" y="910"/>
                  </a:lnTo>
                  <a:lnTo>
                    <a:pt x="1434" y="913"/>
                  </a:lnTo>
                  <a:lnTo>
                    <a:pt x="1447" y="927"/>
                  </a:lnTo>
                  <a:lnTo>
                    <a:pt x="1453" y="944"/>
                  </a:lnTo>
                  <a:lnTo>
                    <a:pt x="1460" y="947"/>
                  </a:lnTo>
                  <a:lnTo>
                    <a:pt x="1467" y="947"/>
                  </a:lnTo>
                  <a:lnTo>
                    <a:pt x="1480" y="950"/>
                  </a:lnTo>
                  <a:lnTo>
                    <a:pt x="1486" y="944"/>
                  </a:lnTo>
                  <a:lnTo>
                    <a:pt x="1493" y="954"/>
                  </a:lnTo>
                  <a:lnTo>
                    <a:pt x="1499" y="967"/>
                  </a:lnTo>
                  <a:lnTo>
                    <a:pt x="1506" y="960"/>
                  </a:lnTo>
                  <a:lnTo>
                    <a:pt x="1519" y="960"/>
                  </a:lnTo>
                  <a:lnTo>
                    <a:pt x="1525" y="950"/>
                  </a:lnTo>
                  <a:lnTo>
                    <a:pt x="1532" y="947"/>
                  </a:lnTo>
                  <a:lnTo>
                    <a:pt x="1538" y="947"/>
                  </a:lnTo>
                  <a:lnTo>
                    <a:pt x="1545" y="947"/>
                  </a:lnTo>
                  <a:lnTo>
                    <a:pt x="1558" y="950"/>
                  </a:lnTo>
                  <a:lnTo>
                    <a:pt x="1564" y="954"/>
                  </a:lnTo>
                  <a:lnTo>
                    <a:pt x="1571" y="967"/>
                  </a:lnTo>
                  <a:lnTo>
                    <a:pt x="1577" y="997"/>
                  </a:lnTo>
                  <a:lnTo>
                    <a:pt x="1590" y="1034"/>
                  </a:lnTo>
                  <a:lnTo>
                    <a:pt x="1597" y="1068"/>
                  </a:lnTo>
                  <a:lnTo>
                    <a:pt x="1603" y="1112"/>
                  </a:lnTo>
                  <a:lnTo>
                    <a:pt x="1610" y="1166"/>
                  </a:lnTo>
                  <a:lnTo>
                    <a:pt x="1616" y="1203"/>
                  </a:lnTo>
                  <a:lnTo>
                    <a:pt x="1629" y="1226"/>
                  </a:lnTo>
                  <a:lnTo>
                    <a:pt x="1636" y="1264"/>
                  </a:lnTo>
                  <a:lnTo>
                    <a:pt x="1642" y="1297"/>
                  </a:lnTo>
                  <a:lnTo>
                    <a:pt x="1649" y="1324"/>
                  </a:lnTo>
                  <a:lnTo>
                    <a:pt x="1662" y="1338"/>
                  </a:lnTo>
                  <a:lnTo>
                    <a:pt x="1669" y="1351"/>
                  </a:lnTo>
                  <a:lnTo>
                    <a:pt x="1675" y="1358"/>
                  </a:lnTo>
                  <a:lnTo>
                    <a:pt x="1682" y="1348"/>
                  </a:lnTo>
                  <a:lnTo>
                    <a:pt x="1688" y="1344"/>
                  </a:lnTo>
                  <a:lnTo>
                    <a:pt x="1701" y="1338"/>
                  </a:lnTo>
                  <a:lnTo>
                    <a:pt x="1708" y="1311"/>
                  </a:lnTo>
                  <a:lnTo>
                    <a:pt x="1714" y="1297"/>
                  </a:lnTo>
                  <a:lnTo>
                    <a:pt x="1721" y="1294"/>
                  </a:lnTo>
                  <a:lnTo>
                    <a:pt x="1734" y="1280"/>
                  </a:lnTo>
                  <a:lnTo>
                    <a:pt x="1740" y="1270"/>
                  </a:lnTo>
                  <a:lnTo>
                    <a:pt x="1747" y="1277"/>
                  </a:lnTo>
                  <a:lnTo>
                    <a:pt x="1753" y="1301"/>
                  </a:lnTo>
                  <a:lnTo>
                    <a:pt x="1760" y="1324"/>
                  </a:lnTo>
                  <a:lnTo>
                    <a:pt x="1773" y="1351"/>
                  </a:lnTo>
                  <a:lnTo>
                    <a:pt x="1779" y="1385"/>
                  </a:lnTo>
                  <a:lnTo>
                    <a:pt x="1786" y="1398"/>
                  </a:lnTo>
                  <a:lnTo>
                    <a:pt x="1792" y="1418"/>
                  </a:lnTo>
                  <a:lnTo>
                    <a:pt x="1799" y="1452"/>
                  </a:lnTo>
                  <a:lnTo>
                    <a:pt x="1812" y="1496"/>
                  </a:lnTo>
                  <a:lnTo>
                    <a:pt x="1818" y="1540"/>
                  </a:lnTo>
                  <a:lnTo>
                    <a:pt x="1825" y="1563"/>
                  </a:lnTo>
                  <a:lnTo>
                    <a:pt x="1831" y="1577"/>
                  </a:lnTo>
                  <a:lnTo>
                    <a:pt x="1844" y="1597"/>
                  </a:lnTo>
                  <a:lnTo>
                    <a:pt x="1851" y="1614"/>
                  </a:lnTo>
                  <a:lnTo>
                    <a:pt x="1857" y="1631"/>
                  </a:lnTo>
                  <a:lnTo>
                    <a:pt x="1864" y="1644"/>
                  </a:lnTo>
                  <a:lnTo>
                    <a:pt x="1871" y="1661"/>
                  </a:lnTo>
                  <a:lnTo>
                    <a:pt x="1884" y="1678"/>
                  </a:lnTo>
                  <a:lnTo>
                    <a:pt x="1890" y="1688"/>
                  </a:lnTo>
                  <a:lnTo>
                    <a:pt x="1897" y="1688"/>
                  </a:lnTo>
                  <a:lnTo>
                    <a:pt x="1903" y="1678"/>
                  </a:lnTo>
                  <a:lnTo>
                    <a:pt x="1916" y="1661"/>
                  </a:lnTo>
                  <a:lnTo>
                    <a:pt x="1923" y="1664"/>
                  </a:lnTo>
                  <a:lnTo>
                    <a:pt x="1929" y="1664"/>
                  </a:lnTo>
                  <a:lnTo>
                    <a:pt x="1936" y="1658"/>
                  </a:lnTo>
                  <a:lnTo>
                    <a:pt x="1942" y="1658"/>
                  </a:lnTo>
                  <a:lnTo>
                    <a:pt x="1955" y="1664"/>
                  </a:lnTo>
                  <a:lnTo>
                    <a:pt x="1962" y="1671"/>
                  </a:lnTo>
                  <a:lnTo>
                    <a:pt x="1968" y="1681"/>
                  </a:lnTo>
                  <a:lnTo>
                    <a:pt x="1975" y="1701"/>
                  </a:lnTo>
                  <a:lnTo>
                    <a:pt x="1981" y="1728"/>
                  </a:lnTo>
                  <a:lnTo>
                    <a:pt x="1994" y="1752"/>
                  </a:lnTo>
                  <a:lnTo>
                    <a:pt x="2001" y="1772"/>
                  </a:lnTo>
                  <a:lnTo>
                    <a:pt x="2007" y="1782"/>
                  </a:lnTo>
                  <a:lnTo>
                    <a:pt x="2014" y="1789"/>
                  </a:lnTo>
                  <a:lnTo>
                    <a:pt x="2027" y="1816"/>
                  </a:lnTo>
                  <a:lnTo>
                    <a:pt x="2033" y="1833"/>
                  </a:lnTo>
                  <a:lnTo>
                    <a:pt x="2040" y="1843"/>
                  </a:lnTo>
                  <a:lnTo>
                    <a:pt x="2046" y="1853"/>
                  </a:lnTo>
                  <a:lnTo>
                    <a:pt x="2053" y="1860"/>
                  </a:lnTo>
                  <a:lnTo>
                    <a:pt x="2066" y="1860"/>
                  </a:lnTo>
                  <a:lnTo>
                    <a:pt x="2073" y="1850"/>
                  </a:lnTo>
                  <a:lnTo>
                    <a:pt x="2079" y="1843"/>
                  </a:lnTo>
                  <a:lnTo>
                    <a:pt x="2086" y="1839"/>
                  </a:lnTo>
                  <a:lnTo>
                    <a:pt x="2099" y="1850"/>
                  </a:lnTo>
                  <a:lnTo>
                    <a:pt x="2105" y="1870"/>
                  </a:lnTo>
                  <a:lnTo>
                    <a:pt x="2112" y="1880"/>
                  </a:lnTo>
                  <a:lnTo>
                    <a:pt x="2118" y="1877"/>
                  </a:lnTo>
                  <a:lnTo>
                    <a:pt x="2125" y="1877"/>
                  </a:lnTo>
                  <a:lnTo>
                    <a:pt x="2138" y="1880"/>
                  </a:lnTo>
                  <a:lnTo>
                    <a:pt x="2144" y="1873"/>
                  </a:lnTo>
                  <a:lnTo>
                    <a:pt x="2151" y="1863"/>
                  </a:lnTo>
                  <a:lnTo>
                    <a:pt x="2157" y="1860"/>
                  </a:lnTo>
                  <a:lnTo>
                    <a:pt x="2164" y="1866"/>
                  </a:lnTo>
                  <a:lnTo>
                    <a:pt x="2177" y="1866"/>
                  </a:lnTo>
                  <a:lnTo>
                    <a:pt x="2183" y="1853"/>
                  </a:lnTo>
                  <a:lnTo>
                    <a:pt x="2190" y="1836"/>
                  </a:lnTo>
                  <a:lnTo>
                    <a:pt x="2196" y="1823"/>
                  </a:lnTo>
                  <a:lnTo>
                    <a:pt x="2209" y="1802"/>
                  </a:lnTo>
                  <a:lnTo>
                    <a:pt x="2216" y="1782"/>
                  </a:lnTo>
                  <a:lnTo>
                    <a:pt x="2222" y="1762"/>
                  </a:lnTo>
                  <a:lnTo>
                    <a:pt x="2229" y="1738"/>
                  </a:lnTo>
                  <a:lnTo>
                    <a:pt x="2235" y="1711"/>
                  </a:lnTo>
                  <a:lnTo>
                    <a:pt x="2248" y="1668"/>
                  </a:lnTo>
                  <a:lnTo>
                    <a:pt x="2255" y="1614"/>
                  </a:lnTo>
                  <a:lnTo>
                    <a:pt x="2262" y="1546"/>
                  </a:lnTo>
                  <a:lnTo>
                    <a:pt x="2268" y="1486"/>
                  </a:lnTo>
                  <a:lnTo>
                    <a:pt x="2281" y="1435"/>
                  </a:lnTo>
                  <a:lnTo>
                    <a:pt x="2288" y="1392"/>
                  </a:lnTo>
                  <a:lnTo>
                    <a:pt x="2294" y="1361"/>
                  </a:lnTo>
                  <a:lnTo>
                    <a:pt x="2301" y="1311"/>
                  </a:lnTo>
                  <a:lnTo>
                    <a:pt x="2307" y="1237"/>
                  </a:lnTo>
                  <a:lnTo>
                    <a:pt x="2320" y="1176"/>
                  </a:lnTo>
                  <a:lnTo>
                    <a:pt x="2327" y="1115"/>
                  </a:lnTo>
                  <a:lnTo>
                    <a:pt x="2333" y="1034"/>
                  </a:lnTo>
                  <a:lnTo>
                    <a:pt x="2340" y="967"/>
                  </a:lnTo>
                  <a:lnTo>
                    <a:pt x="2353" y="923"/>
                  </a:lnTo>
                  <a:lnTo>
                    <a:pt x="2359" y="896"/>
                  </a:lnTo>
                  <a:lnTo>
                    <a:pt x="2366" y="876"/>
                  </a:lnTo>
                  <a:lnTo>
                    <a:pt x="2372" y="832"/>
                  </a:lnTo>
                  <a:lnTo>
                    <a:pt x="2379" y="772"/>
                  </a:lnTo>
                  <a:lnTo>
                    <a:pt x="2392" y="701"/>
                  </a:lnTo>
                  <a:lnTo>
                    <a:pt x="2398" y="644"/>
                  </a:lnTo>
                  <a:lnTo>
                    <a:pt x="2405" y="600"/>
                  </a:lnTo>
                  <a:lnTo>
                    <a:pt x="2411" y="536"/>
                  </a:lnTo>
                  <a:lnTo>
                    <a:pt x="2418" y="482"/>
                  </a:lnTo>
                  <a:lnTo>
                    <a:pt x="2431" y="462"/>
                  </a:lnTo>
                  <a:lnTo>
                    <a:pt x="2437" y="459"/>
                  </a:lnTo>
                  <a:lnTo>
                    <a:pt x="2444" y="455"/>
                  </a:lnTo>
                  <a:lnTo>
                    <a:pt x="2450" y="432"/>
                  </a:lnTo>
                  <a:lnTo>
                    <a:pt x="2464" y="388"/>
                  </a:lnTo>
                  <a:lnTo>
                    <a:pt x="2470" y="368"/>
                  </a:lnTo>
                  <a:lnTo>
                    <a:pt x="2477" y="371"/>
                  </a:lnTo>
                  <a:lnTo>
                    <a:pt x="2483" y="384"/>
                  </a:lnTo>
                  <a:lnTo>
                    <a:pt x="2490" y="401"/>
                  </a:lnTo>
                  <a:lnTo>
                    <a:pt x="2503" y="425"/>
                  </a:lnTo>
                  <a:lnTo>
                    <a:pt x="2509" y="448"/>
                  </a:lnTo>
                  <a:lnTo>
                    <a:pt x="2516" y="465"/>
                  </a:lnTo>
                  <a:lnTo>
                    <a:pt x="2522" y="482"/>
                  </a:lnTo>
                  <a:lnTo>
                    <a:pt x="2535" y="509"/>
                  </a:lnTo>
                  <a:lnTo>
                    <a:pt x="2542" y="509"/>
                  </a:lnTo>
                  <a:lnTo>
                    <a:pt x="2548" y="509"/>
                  </a:lnTo>
                  <a:lnTo>
                    <a:pt x="2555" y="533"/>
                  </a:lnTo>
                  <a:lnTo>
                    <a:pt x="2561" y="583"/>
                  </a:lnTo>
                  <a:lnTo>
                    <a:pt x="2574" y="607"/>
                  </a:lnTo>
                  <a:lnTo>
                    <a:pt x="2581" y="597"/>
                  </a:lnTo>
                  <a:lnTo>
                    <a:pt x="2587" y="580"/>
                  </a:lnTo>
                  <a:lnTo>
                    <a:pt x="2594" y="576"/>
                  </a:lnTo>
                  <a:lnTo>
                    <a:pt x="2600" y="580"/>
                  </a:lnTo>
                  <a:lnTo>
                    <a:pt x="2613" y="597"/>
                  </a:lnTo>
                  <a:lnTo>
                    <a:pt x="2620" y="607"/>
                  </a:lnTo>
                  <a:lnTo>
                    <a:pt x="2626" y="600"/>
                  </a:lnTo>
                  <a:lnTo>
                    <a:pt x="2633" y="583"/>
                  </a:lnTo>
                  <a:lnTo>
                    <a:pt x="2646" y="590"/>
                  </a:lnTo>
                  <a:lnTo>
                    <a:pt x="2653" y="624"/>
                  </a:lnTo>
                  <a:lnTo>
                    <a:pt x="2659" y="630"/>
                  </a:lnTo>
                  <a:lnTo>
                    <a:pt x="2666" y="640"/>
                  </a:lnTo>
                  <a:lnTo>
                    <a:pt x="2672" y="677"/>
                  </a:lnTo>
                  <a:lnTo>
                    <a:pt x="2685" y="718"/>
                  </a:lnTo>
                  <a:lnTo>
                    <a:pt x="2692" y="765"/>
                  </a:lnTo>
                  <a:lnTo>
                    <a:pt x="2698" y="809"/>
                  </a:lnTo>
                  <a:lnTo>
                    <a:pt x="2705" y="836"/>
                  </a:lnTo>
                  <a:lnTo>
                    <a:pt x="2718" y="856"/>
                  </a:lnTo>
                  <a:lnTo>
                    <a:pt x="2724" y="913"/>
                  </a:lnTo>
                  <a:lnTo>
                    <a:pt x="2731" y="997"/>
                  </a:lnTo>
                  <a:lnTo>
                    <a:pt x="2737" y="1051"/>
                  </a:lnTo>
                  <a:lnTo>
                    <a:pt x="2744" y="1061"/>
                  </a:lnTo>
                  <a:lnTo>
                    <a:pt x="2757" y="1061"/>
                  </a:lnTo>
                  <a:lnTo>
                    <a:pt x="2763" y="1078"/>
                  </a:lnTo>
                  <a:lnTo>
                    <a:pt x="2770" y="1105"/>
                  </a:lnTo>
                  <a:lnTo>
                    <a:pt x="2776" y="1149"/>
                  </a:lnTo>
                  <a:lnTo>
                    <a:pt x="2783" y="1193"/>
                  </a:lnTo>
                  <a:lnTo>
                    <a:pt x="2796" y="1237"/>
                  </a:lnTo>
                  <a:lnTo>
                    <a:pt x="2802" y="1301"/>
                  </a:lnTo>
                  <a:lnTo>
                    <a:pt x="2809" y="1351"/>
                  </a:lnTo>
                  <a:lnTo>
                    <a:pt x="2815" y="1348"/>
                  </a:lnTo>
                  <a:lnTo>
                    <a:pt x="2828" y="1328"/>
                  </a:lnTo>
                  <a:lnTo>
                    <a:pt x="2835" y="1324"/>
                  </a:lnTo>
                  <a:lnTo>
                    <a:pt x="2841" y="1338"/>
                  </a:lnTo>
                  <a:lnTo>
                    <a:pt x="2848" y="1365"/>
                  </a:lnTo>
                  <a:lnTo>
                    <a:pt x="2855" y="1402"/>
                  </a:lnTo>
                  <a:lnTo>
                    <a:pt x="2868" y="1442"/>
                  </a:lnTo>
                  <a:lnTo>
                    <a:pt x="2874" y="1476"/>
                  </a:lnTo>
                  <a:lnTo>
                    <a:pt x="2881" y="1506"/>
                  </a:lnTo>
                  <a:lnTo>
                    <a:pt x="2887" y="1530"/>
                  </a:lnTo>
                  <a:lnTo>
                    <a:pt x="2900" y="1540"/>
                  </a:lnTo>
                  <a:lnTo>
                    <a:pt x="2907" y="1563"/>
                  </a:lnTo>
                  <a:lnTo>
                    <a:pt x="2913" y="1607"/>
                  </a:lnTo>
                  <a:lnTo>
                    <a:pt x="2920" y="1664"/>
                  </a:lnTo>
                  <a:lnTo>
                    <a:pt x="2926" y="1715"/>
                  </a:lnTo>
                  <a:lnTo>
                    <a:pt x="2939" y="1755"/>
                  </a:lnTo>
                  <a:lnTo>
                    <a:pt x="2946" y="1786"/>
                  </a:lnTo>
                  <a:lnTo>
                    <a:pt x="2952" y="1799"/>
                  </a:lnTo>
                  <a:lnTo>
                    <a:pt x="2959" y="1806"/>
                  </a:lnTo>
                  <a:lnTo>
                    <a:pt x="2972" y="1816"/>
                  </a:lnTo>
                  <a:lnTo>
                    <a:pt x="2978" y="1819"/>
                  </a:lnTo>
                  <a:lnTo>
                    <a:pt x="2985" y="1819"/>
                  </a:lnTo>
                  <a:lnTo>
                    <a:pt x="2991" y="1823"/>
                  </a:lnTo>
                  <a:lnTo>
                    <a:pt x="2998" y="1829"/>
                  </a:lnTo>
                  <a:lnTo>
                    <a:pt x="3011" y="1833"/>
                  </a:lnTo>
                  <a:lnTo>
                    <a:pt x="3017" y="1829"/>
                  </a:lnTo>
                  <a:lnTo>
                    <a:pt x="3024" y="1829"/>
                  </a:lnTo>
                  <a:lnTo>
                    <a:pt x="3030" y="1833"/>
                  </a:lnTo>
                  <a:lnTo>
                    <a:pt x="3037" y="1850"/>
                  </a:lnTo>
                  <a:lnTo>
                    <a:pt x="3050" y="1863"/>
                  </a:lnTo>
                  <a:lnTo>
                    <a:pt x="3057" y="1870"/>
                  </a:lnTo>
                  <a:lnTo>
                    <a:pt x="3063" y="1873"/>
                  </a:lnTo>
                  <a:lnTo>
                    <a:pt x="3070" y="1866"/>
                  </a:lnTo>
                  <a:lnTo>
                    <a:pt x="3083" y="1860"/>
                  </a:lnTo>
                  <a:lnTo>
                    <a:pt x="3089" y="1863"/>
                  </a:lnTo>
                  <a:lnTo>
                    <a:pt x="3096" y="1866"/>
                  </a:lnTo>
                  <a:lnTo>
                    <a:pt x="3102" y="1870"/>
                  </a:lnTo>
                  <a:lnTo>
                    <a:pt x="3109" y="1880"/>
                  </a:lnTo>
                  <a:lnTo>
                    <a:pt x="3122" y="1870"/>
                  </a:lnTo>
                  <a:lnTo>
                    <a:pt x="3128" y="1853"/>
                  </a:lnTo>
                  <a:lnTo>
                    <a:pt x="3135" y="1839"/>
                  </a:lnTo>
                  <a:lnTo>
                    <a:pt x="3141" y="1826"/>
                  </a:lnTo>
                  <a:lnTo>
                    <a:pt x="3154" y="1806"/>
                  </a:lnTo>
                  <a:lnTo>
                    <a:pt x="3161" y="1782"/>
                  </a:lnTo>
                  <a:lnTo>
                    <a:pt x="3167" y="1759"/>
                  </a:lnTo>
                  <a:lnTo>
                    <a:pt x="3174" y="1738"/>
                  </a:lnTo>
                  <a:lnTo>
                    <a:pt x="3180" y="1718"/>
                  </a:lnTo>
                  <a:lnTo>
                    <a:pt x="3193" y="1691"/>
                  </a:lnTo>
                  <a:lnTo>
                    <a:pt x="3200" y="1654"/>
                  </a:lnTo>
                  <a:lnTo>
                    <a:pt x="3206" y="1614"/>
                  </a:lnTo>
                  <a:lnTo>
                    <a:pt x="3213" y="1567"/>
                  </a:lnTo>
                  <a:lnTo>
                    <a:pt x="3219" y="1536"/>
                  </a:lnTo>
                  <a:lnTo>
                    <a:pt x="3232" y="1493"/>
                  </a:lnTo>
                  <a:lnTo>
                    <a:pt x="3239" y="1422"/>
                  </a:lnTo>
                  <a:lnTo>
                    <a:pt x="3246" y="1358"/>
                  </a:lnTo>
                  <a:lnTo>
                    <a:pt x="3252" y="1294"/>
                  </a:lnTo>
                  <a:lnTo>
                    <a:pt x="3265" y="1230"/>
                  </a:lnTo>
                  <a:lnTo>
                    <a:pt x="3272" y="1169"/>
                  </a:lnTo>
                  <a:lnTo>
                    <a:pt x="3278" y="1072"/>
                  </a:lnTo>
                  <a:lnTo>
                    <a:pt x="3285" y="964"/>
                  </a:lnTo>
                  <a:lnTo>
                    <a:pt x="3291" y="873"/>
                  </a:lnTo>
                  <a:lnTo>
                    <a:pt x="3304" y="795"/>
                  </a:lnTo>
                  <a:lnTo>
                    <a:pt x="3311" y="755"/>
                  </a:lnTo>
                  <a:lnTo>
                    <a:pt x="3317" y="704"/>
                  </a:lnTo>
                  <a:lnTo>
                    <a:pt x="3324" y="634"/>
                  </a:lnTo>
                  <a:lnTo>
                    <a:pt x="3337" y="590"/>
                  </a:lnTo>
                  <a:lnTo>
                    <a:pt x="3343" y="560"/>
                  </a:lnTo>
                  <a:lnTo>
                    <a:pt x="3350" y="512"/>
                  </a:lnTo>
                  <a:lnTo>
                    <a:pt x="3356" y="475"/>
                  </a:lnTo>
                  <a:lnTo>
                    <a:pt x="3363" y="442"/>
                  </a:lnTo>
                  <a:lnTo>
                    <a:pt x="3376" y="428"/>
                  </a:lnTo>
                  <a:lnTo>
                    <a:pt x="3382" y="425"/>
                  </a:lnTo>
                  <a:lnTo>
                    <a:pt x="3389" y="435"/>
                  </a:lnTo>
                  <a:lnTo>
                    <a:pt x="3395" y="445"/>
                  </a:lnTo>
                  <a:lnTo>
                    <a:pt x="3402" y="438"/>
                  </a:lnTo>
                  <a:lnTo>
                    <a:pt x="3415" y="435"/>
                  </a:lnTo>
                  <a:lnTo>
                    <a:pt x="3421" y="475"/>
                  </a:lnTo>
                  <a:lnTo>
                    <a:pt x="3428" y="506"/>
                  </a:lnTo>
                  <a:lnTo>
                    <a:pt x="3434" y="482"/>
                  </a:lnTo>
                  <a:lnTo>
                    <a:pt x="3448" y="492"/>
                  </a:lnTo>
                  <a:lnTo>
                    <a:pt x="3454" y="519"/>
                  </a:lnTo>
                  <a:lnTo>
                    <a:pt x="3461" y="539"/>
                  </a:lnTo>
                  <a:lnTo>
                    <a:pt x="3467" y="573"/>
                  </a:lnTo>
                  <a:lnTo>
                    <a:pt x="3474" y="603"/>
                  </a:lnTo>
                  <a:lnTo>
                    <a:pt x="3487" y="607"/>
                  </a:lnTo>
                  <a:lnTo>
                    <a:pt x="3493" y="590"/>
                  </a:lnTo>
                  <a:lnTo>
                    <a:pt x="3500" y="590"/>
                  </a:lnTo>
                  <a:lnTo>
                    <a:pt x="3506" y="593"/>
                  </a:lnTo>
                  <a:lnTo>
                    <a:pt x="3519" y="570"/>
                  </a:lnTo>
                  <a:lnTo>
                    <a:pt x="3526" y="536"/>
                  </a:lnTo>
                  <a:lnTo>
                    <a:pt x="3532" y="536"/>
                  </a:lnTo>
                  <a:lnTo>
                    <a:pt x="3539" y="546"/>
                  </a:lnTo>
                  <a:lnTo>
                    <a:pt x="3545" y="546"/>
                  </a:lnTo>
                  <a:lnTo>
                    <a:pt x="3558" y="556"/>
                  </a:lnTo>
                  <a:lnTo>
                    <a:pt x="3565" y="560"/>
                  </a:lnTo>
                  <a:lnTo>
                    <a:pt x="3571" y="546"/>
                  </a:lnTo>
                  <a:lnTo>
                    <a:pt x="3578" y="546"/>
                  </a:lnTo>
                  <a:lnTo>
                    <a:pt x="3591" y="563"/>
                  </a:lnTo>
                  <a:lnTo>
                    <a:pt x="3597" y="593"/>
                  </a:lnTo>
                  <a:lnTo>
                    <a:pt x="3604" y="630"/>
                  </a:lnTo>
                  <a:lnTo>
                    <a:pt x="3610" y="691"/>
                  </a:lnTo>
                  <a:lnTo>
                    <a:pt x="3617" y="772"/>
                  </a:lnTo>
                  <a:lnTo>
                    <a:pt x="3630" y="856"/>
                  </a:lnTo>
                  <a:lnTo>
                    <a:pt x="3636" y="927"/>
                  </a:lnTo>
                  <a:lnTo>
                    <a:pt x="3643" y="974"/>
                  </a:lnTo>
                  <a:lnTo>
                    <a:pt x="3650" y="1004"/>
                  </a:lnTo>
                  <a:lnTo>
                    <a:pt x="3656" y="1038"/>
                  </a:lnTo>
                  <a:lnTo>
                    <a:pt x="3669" y="1098"/>
                  </a:lnTo>
                  <a:lnTo>
                    <a:pt x="3676" y="1166"/>
                  </a:lnTo>
                  <a:lnTo>
                    <a:pt x="3682" y="1210"/>
                  </a:lnTo>
                  <a:lnTo>
                    <a:pt x="3689" y="1243"/>
                  </a:lnTo>
                  <a:lnTo>
                    <a:pt x="3702" y="1264"/>
                  </a:lnTo>
                  <a:lnTo>
                    <a:pt x="3708" y="1274"/>
                  </a:lnTo>
                  <a:lnTo>
                    <a:pt x="3715" y="1290"/>
                  </a:lnTo>
                  <a:lnTo>
                    <a:pt x="3721" y="1314"/>
                  </a:lnTo>
                  <a:lnTo>
                    <a:pt x="3728" y="1341"/>
                  </a:lnTo>
                  <a:lnTo>
                    <a:pt x="3741" y="1368"/>
                  </a:lnTo>
                  <a:lnTo>
                    <a:pt x="3747" y="1405"/>
                  </a:lnTo>
                  <a:lnTo>
                    <a:pt x="3754" y="1445"/>
                  </a:lnTo>
                  <a:lnTo>
                    <a:pt x="3760" y="1459"/>
                  </a:lnTo>
                  <a:lnTo>
                    <a:pt x="3773" y="1482"/>
                  </a:lnTo>
                  <a:lnTo>
                    <a:pt x="3780" y="1519"/>
                  </a:lnTo>
                  <a:lnTo>
                    <a:pt x="3786" y="1557"/>
                  </a:lnTo>
                  <a:lnTo>
                    <a:pt x="3793" y="1590"/>
                  </a:lnTo>
                  <a:lnTo>
                    <a:pt x="3799" y="1621"/>
                  </a:lnTo>
                  <a:lnTo>
                    <a:pt x="3812" y="1637"/>
                  </a:lnTo>
                  <a:lnTo>
                    <a:pt x="3819" y="1654"/>
                  </a:lnTo>
                  <a:lnTo>
                    <a:pt x="3825" y="1661"/>
                  </a:lnTo>
                  <a:lnTo>
                    <a:pt x="3832" y="1668"/>
                  </a:lnTo>
                  <a:lnTo>
                    <a:pt x="3839" y="1678"/>
                  </a:lnTo>
                  <a:lnTo>
                    <a:pt x="3852" y="1695"/>
                  </a:lnTo>
                  <a:lnTo>
                    <a:pt x="3858" y="1718"/>
                  </a:lnTo>
                  <a:lnTo>
                    <a:pt x="3865" y="1735"/>
                  </a:lnTo>
                  <a:lnTo>
                    <a:pt x="3871" y="1738"/>
                  </a:lnTo>
                  <a:lnTo>
                    <a:pt x="3884" y="1738"/>
                  </a:lnTo>
                  <a:lnTo>
                    <a:pt x="3891" y="1742"/>
                  </a:lnTo>
                  <a:lnTo>
                    <a:pt x="3897" y="1745"/>
                  </a:lnTo>
                  <a:lnTo>
                    <a:pt x="3904" y="1762"/>
                  </a:lnTo>
                  <a:lnTo>
                    <a:pt x="3910" y="1772"/>
                  </a:lnTo>
                  <a:lnTo>
                    <a:pt x="3923" y="1782"/>
                  </a:lnTo>
                  <a:lnTo>
                    <a:pt x="3930" y="1796"/>
                  </a:lnTo>
                  <a:lnTo>
                    <a:pt x="3936" y="1809"/>
                  </a:lnTo>
                  <a:lnTo>
                    <a:pt x="3943" y="1819"/>
                  </a:lnTo>
                  <a:lnTo>
                    <a:pt x="3956" y="1833"/>
                  </a:lnTo>
                  <a:lnTo>
                    <a:pt x="3962" y="185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587" name="Freeform 163">
              <a:extLst>
                <a:ext uri="{FF2B5EF4-FFF2-40B4-BE49-F238E27FC236}">
                  <a16:creationId xmlns:a16="http://schemas.microsoft.com/office/drawing/2014/main" id="{E9536B40-DA00-45CE-B740-F69AF6EF558B}"/>
                </a:ext>
              </a:extLst>
            </p:cNvPr>
            <p:cNvSpPr>
              <a:spLocks/>
            </p:cNvSpPr>
            <p:nvPr/>
          </p:nvSpPr>
          <p:spPr bwMode="auto">
            <a:xfrm>
              <a:off x="3459" y="2152"/>
              <a:ext cx="1628" cy="0"/>
            </a:xfrm>
            <a:custGeom>
              <a:avLst/>
              <a:gdLst>
                <a:gd name="T0" fmla="*/ 1604 w 3962"/>
                <a:gd name="T1" fmla="*/ 1577 w 3962"/>
                <a:gd name="T2" fmla="*/ 1553 w 3962"/>
                <a:gd name="T3" fmla="*/ 1527 w 3962"/>
                <a:gd name="T4" fmla="*/ 1500 w 3962"/>
                <a:gd name="T5" fmla="*/ 1476 w 3962"/>
                <a:gd name="T6" fmla="*/ 1449 w 3962"/>
                <a:gd name="T7" fmla="*/ 1422 w 3962"/>
                <a:gd name="T8" fmla="*/ 1395 w 3962"/>
                <a:gd name="T9" fmla="*/ 1371 w 3962"/>
                <a:gd name="T10" fmla="*/ 1344 w 3962"/>
                <a:gd name="T11" fmla="*/ 1317 w 3962"/>
                <a:gd name="T12" fmla="*/ 1291 w 3962"/>
                <a:gd name="T13" fmla="*/ 1267 w 3962"/>
                <a:gd name="T14" fmla="*/ 1240 w 3962"/>
                <a:gd name="T15" fmla="*/ 1213 w 3962"/>
                <a:gd name="T16" fmla="*/ 1186 w 3962"/>
                <a:gd name="T17" fmla="*/ 1162 w 3962"/>
                <a:gd name="T18" fmla="*/ 1135 w 3962"/>
                <a:gd name="T19" fmla="*/ 1109 w 3962"/>
                <a:gd name="T20" fmla="*/ 1082 w 3962"/>
                <a:gd name="T21" fmla="*/ 1058 w 3962"/>
                <a:gd name="T22" fmla="*/ 1031 w 3962"/>
                <a:gd name="T23" fmla="*/ 1004 w 3962"/>
                <a:gd name="T24" fmla="*/ 978 w 3962"/>
                <a:gd name="T25" fmla="*/ 953 w 3962"/>
                <a:gd name="T26" fmla="*/ 927 w 3962"/>
                <a:gd name="T27" fmla="*/ 900 w 3962"/>
                <a:gd name="T28" fmla="*/ 873 w 3962"/>
                <a:gd name="T29" fmla="*/ 849 w 3962"/>
                <a:gd name="T30" fmla="*/ 822 w 3962"/>
                <a:gd name="T31" fmla="*/ 796 w 3962"/>
                <a:gd name="T32" fmla="*/ 769 w 3962"/>
                <a:gd name="T33" fmla="*/ 745 w 3962"/>
                <a:gd name="T34" fmla="*/ 718 w 3962"/>
                <a:gd name="T35" fmla="*/ 691 w 3962"/>
                <a:gd name="T36" fmla="*/ 664 w 3962"/>
                <a:gd name="T37" fmla="*/ 640 w 3962"/>
                <a:gd name="T38" fmla="*/ 613 w 3962"/>
                <a:gd name="T39" fmla="*/ 586 w 3962"/>
                <a:gd name="T40" fmla="*/ 560 w 3962"/>
                <a:gd name="T41" fmla="*/ 536 w 3962"/>
                <a:gd name="T42" fmla="*/ 509 w 3962"/>
                <a:gd name="T43" fmla="*/ 482 w 3962"/>
                <a:gd name="T44" fmla="*/ 458 w 3962"/>
                <a:gd name="T45" fmla="*/ 431 w 3962"/>
                <a:gd name="T46" fmla="*/ 404 w 3962"/>
                <a:gd name="T47" fmla="*/ 378 w 3962"/>
                <a:gd name="T48" fmla="*/ 353 w 3962"/>
                <a:gd name="T49" fmla="*/ 327 w 3962"/>
                <a:gd name="T50" fmla="*/ 300 w 3962"/>
                <a:gd name="T51" fmla="*/ 273 w 3962"/>
                <a:gd name="T52" fmla="*/ 249 w 3962"/>
                <a:gd name="T53" fmla="*/ 222 w 3962"/>
                <a:gd name="T54" fmla="*/ 196 w 3962"/>
                <a:gd name="T55" fmla="*/ 169 w 3962"/>
                <a:gd name="T56" fmla="*/ 145 w 3962"/>
                <a:gd name="T57" fmla="*/ 118 w 3962"/>
                <a:gd name="T58" fmla="*/ 91 w 3962"/>
                <a:gd name="T59" fmla="*/ 65 w 3962"/>
                <a:gd name="T60" fmla="*/ 40 w 3962"/>
                <a:gd name="T61" fmla="*/ 14 w 396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Lst>
              <a:ahLst/>
              <a:cxnLst>
                <a:cxn ang="T62">
                  <a:pos x="T0" y="0"/>
                </a:cxn>
                <a:cxn ang="T63">
                  <a:pos x="T1" y="0"/>
                </a:cxn>
                <a:cxn ang="T64">
                  <a:pos x="T2" y="0"/>
                </a:cxn>
                <a:cxn ang="T65">
                  <a:pos x="T3" y="0"/>
                </a:cxn>
                <a:cxn ang="T66">
                  <a:pos x="T4" y="0"/>
                </a:cxn>
                <a:cxn ang="T67">
                  <a:pos x="T5" y="0"/>
                </a:cxn>
                <a:cxn ang="T68">
                  <a:pos x="T6" y="0"/>
                </a:cxn>
                <a:cxn ang="T69">
                  <a:pos x="T7" y="0"/>
                </a:cxn>
                <a:cxn ang="T70">
                  <a:pos x="T8" y="0"/>
                </a:cxn>
                <a:cxn ang="T71">
                  <a:pos x="T9" y="0"/>
                </a:cxn>
                <a:cxn ang="T72">
                  <a:pos x="T10" y="0"/>
                </a:cxn>
                <a:cxn ang="T73">
                  <a:pos x="T11" y="0"/>
                </a:cxn>
                <a:cxn ang="T74">
                  <a:pos x="T12" y="0"/>
                </a:cxn>
                <a:cxn ang="T75">
                  <a:pos x="T13" y="0"/>
                </a:cxn>
                <a:cxn ang="T76">
                  <a:pos x="T14" y="0"/>
                </a:cxn>
                <a:cxn ang="T77">
                  <a:pos x="T15" y="0"/>
                </a:cxn>
                <a:cxn ang="T78">
                  <a:pos x="T16" y="0"/>
                </a:cxn>
                <a:cxn ang="T79">
                  <a:pos x="T17" y="0"/>
                </a:cxn>
                <a:cxn ang="T80">
                  <a:pos x="T18" y="0"/>
                </a:cxn>
                <a:cxn ang="T81">
                  <a:pos x="T19" y="0"/>
                </a:cxn>
                <a:cxn ang="T82">
                  <a:pos x="T20" y="0"/>
                </a:cxn>
                <a:cxn ang="T83">
                  <a:pos x="T21" y="0"/>
                </a:cxn>
                <a:cxn ang="T84">
                  <a:pos x="T22" y="0"/>
                </a:cxn>
                <a:cxn ang="T85">
                  <a:pos x="T23" y="0"/>
                </a:cxn>
                <a:cxn ang="T86">
                  <a:pos x="T24" y="0"/>
                </a:cxn>
                <a:cxn ang="T87">
                  <a:pos x="T25" y="0"/>
                </a:cxn>
                <a:cxn ang="T88">
                  <a:pos x="T26" y="0"/>
                </a:cxn>
                <a:cxn ang="T89">
                  <a:pos x="T27" y="0"/>
                </a:cxn>
                <a:cxn ang="T90">
                  <a:pos x="T28" y="0"/>
                </a:cxn>
                <a:cxn ang="T91">
                  <a:pos x="T29" y="0"/>
                </a:cxn>
                <a:cxn ang="T92">
                  <a:pos x="T30" y="0"/>
                </a:cxn>
                <a:cxn ang="T93">
                  <a:pos x="T31" y="0"/>
                </a:cxn>
                <a:cxn ang="T94">
                  <a:pos x="T32" y="0"/>
                </a:cxn>
                <a:cxn ang="T95">
                  <a:pos x="T33" y="0"/>
                </a:cxn>
                <a:cxn ang="T96">
                  <a:pos x="T34" y="0"/>
                </a:cxn>
                <a:cxn ang="T97">
                  <a:pos x="T35" y="0"/>
                </a:cxn>
                <a:cxn ang="T98">
                  <a:pos x="T36" y="0"/>
                </a:cxn>
                <a:cxn ang="T99">
                  <a:pos x="T37" y="0"/>
                </a:cxn>
                <a:cxn ang="T100">
                  <a:pos x="T38" y="0"/>
                </a:cxn>
                <a:cxn ang="T101">
                  <a:pos x="T39" y="0"/>
                </a:cxn>
                <a:cxn ang="T102">
                  <a:pos x="T40" y="0"/>
                </a:cxn>
                <a:cxn ang="T103">
                  <a:pos x="T41" y="0"/>
                </a:cxn>
                <a:cxn ang="T104">
                  <a:pos x="T42" y="0"/>
                </a:cxn>
                <a:cxn ang="T105">
                  <a:pos x="T43" y="0"/>
                </a:cxn>
                <a:cxn ang="T106">
                  <a:pos x="T44" y="0"/>
                </a:cxn>
                <a:cxn ang="T107">
                  <a:pos x="T45" y="0"/>
                </a:cxn>
                <a:cxn ang="T108">
                  <a:pos x="T46" y="0"/>
                </a:cxn>
                <a:cxn ang="T109">
                  <a:pos x="T47" y="0"/>
                </a:cxn>
                <a:cxn ang="T110">
                  <a:pos x="T48" y="0"/>
                </a:cxn>
                <a:cxn ang="T111">
                  <a:pos x="T49" y="0"/>
                </a:cxn>
                <a:cxn ang="T112">
                  <a:pos x="T50" y="0"/>
                </a:cxn>
                <a:cxn ang="T113">
                  <a:pos x="T51" y="0"/>
                </a:cxn>
                <a:cxn ang="T114">
                  <a:pos x="T52" y="0"/>
                </a:cxn>
                <a:cxn ang="T115">
                  <a:pos x="T53" y="0"/>
                </a:cxn>
                <a:cxn ang="T116">
                  <a:pos x="T54" y="0"/>
                </a:cxn>
                <a:cxn ang="T117">
                  <a:pos x="T55" y="0"/>
                </a:cxn>
                <a:cxn ang="T118">
                  <a:pos x="T56" y="0"/>
                </a:cxn>
                <a:cxn ang="T119">
                  <a:pos x="T57" y="0"/>
                </a:cxn>
                <a:cxn ang="T120">
                  <a:pos x="T58" y="0"/>
                </a:cxn>
                <a:cxn ang="T121">
                  <a:pos x="T59" y="0"/>
                </a:cxn>
                <a:cxn ang="T122">
                  <a:pos x="T60" y="0"/>
                </a:cxn>
                <a:cxn ang="T123">
                  <a:pos x="T61" y="0"/>
                </a:cxn>
              </a:cxnLst>
              <a:rect l="0" t="0" r="r" b="b"/>
              <a:pathLst>
                <a:path w="3962">
                  <a:moveTo>
                    <a:pt x="3962" y="0"/>
                  </a:moveTo>
                  <a:lnTo>
                    <a:pt x="3956" y="0"/>
                  </a:lnTo>
                  <a:lnTo>
                    <a:pt x="3943" y="0"/>
                  </a:lnTo>
                  <a:lnTo>
                    <a:pt x="3936" y="0"/>
                  </a:lnTo>
                  <a:lnTo>
                    <a:pt x="3930" y="0"/>
                  </a:lnTo>
                  <a:lnTo>
                    <a:pt x="3923" y="0"/>
                  </a:lnTo>
                  <a:lnTo>
                    <a:pt x="3910" y="0"/>
                  </a:lnTo>
                  <a:lnTo>
                    <a:pt x="3904" y="0"/>
                  </a:lnTo>
                  <a:lnTo>
                    <a:pt x="3897" y="0"/>
                  </a:lnTo>
                  <a:lnTo>
                    <a:pt x="3891" y="0"/>
                  </a:lnTo>
                  <a:lnTo>
                    <a:pt x="3884" y="0"/>
                  </a:lnTo>
                  <a:lnTo>
                    <a:pt x="3871" y="0"/>
                  </a:lnTo>
                  <a:lnTo>
                    <a:pt x="3865" y="0"/>
                  </a:lnTo>
                  <a:lnTo>
                    <a:pt x="3858" y="0"/>
                  </a:lnTo>
                  <a:lnTo>
                    <a:pt x="3852" y="0"/>
                  </a:lnTo>
                  <a:lnTo>
                    <a:pt x="3839" y="0"/>
                  </a:lnTo>
                  <a:lnTo>
                    <a:pt x="3832" y="0"/>
                  </a:lnTo>
                  <a:lnTo>
                    <a:pt x="3825" y="0"/>
                  </a:lnTo>
                  <a:lnTo>
                    <a:pt x="3819" y="0"/>
                  </a:lnTo>
                  <a:lnTo>
                    <a:pt x="3812" y="0"/>
                  </a:lnTo>
                  <a:lnTo>
                    <a:pt x="3799" y="0"/>
                  </a:lnTo>
                  <a:lnTo>
                    <a:pt x="3793" y="0"/>
                  </a:lnTo>
                  <a:lnTo>
                    <a:pt x="3786" y="0"/>
                  </a:lnTo>
                  <a:lnTo>
                    <a:pt x="3780" y="0"/>
                  </a:lnTo>
                  <a:lnTo>
                    <a:pt x="3773" y="0"/>
                  </a:lnTo>
                  <a:lnTo>
                    <a:pt x="3760" y="0"/>
                  </a:lnTo>
                  <a:lnTo>
                    <a:pt x="3754" y="0"/>
                  </a:lnTo>
                  <a:lnTo>
                    <a:pt x="3747" y="0"/>
                  </a:lnTo>
                  <a:lnTo>
                    <a:pt x="3741" y="0"/>
                  </a:lnTo>
                  <a:lnTo>
                    <a:pt x="3728" y="0"/>
                  </a:lnTo>
                  <a:lnTo>
                    <a:pt x="3721" y="0"/>
                  </a:lnTo>
                  <a:lnTo>
                    <a:pt x="3715" y="0"/>
                  </a:lnTo>
                  <a:lnTo>
                    <a:pt x="3708" y="0"/>
                  </a:lnTo>
                  <a:lnTo>
                    <a:pt x="3702" y="0"/>
                  </a:lnTo>
                  <a:lnTo>
                    <a:pt x="3689" y="0"/>
                  </a:lnTo>
                  <a:lnTo>
                    <a:pt x="3682" y="0"/>
                  </a:lnTo>
                  <a:lnTo>
                    <a:pt x="3676" y="0"/>
                  </a:lnTo>
                  <a:lnTo>
                    <a:pt x="3669" y="0"/>
                  </a:lnTo>
                  <a:lnTo>
                    <a:pt x="3656" y="0"/>
                  </a:lnTo>
                  <a:lnTo>
                    <a:pt x="3650" y="0"/>
                  </a:lnTo>
                  <a:lnTo>
                    <a:pt x="3643" y="0"/>
                  </a:lnTo>
                  <a:lnTo>
                    <a:pt x="3636" y="0"/>
                  </a:lnTo>
                  <a:lnTo>
                    <a:pt x="3630" y="0"/>
                  </a:lnTo>
                  <a:lnTo>
                    <a:pt x="3617" y="0"/>
                  </a:lnTo>
                  <a:lnTo>
                    <a:pt x="3610" y="0"/>
                  </a:lnTo>
                  <a:lnTo>
                    <a:pt x="3604" y="0"/>
                  </a:lnTo>
                  <a:lnTo>
                    <a:pt x="3597" y="0"/>
                  </a:lnTo>
                  <a:lnTo>
                    <a:pt x="3591" y="0"/>
                  </a:lnTo>
                  <a:lnTo>
                    <a:pt x="3578" y="0"/>
                  </a:lnTo>
                  <a:lnTo>
                    <a:pt x="3571" y="0"/>
                  </a:lnTo>
                  <a:lnTo>
                    <a:pt x="3565" y="0"/>
                  </a:lnTo>
                  <a:lnTo>
                    <a:pt x="3558" y="0"/>
                  </a:lnTo>
                  <a:lnTo>
                    <a:pt x="3545" y="0"/>
                  </a:lnTo>
                  <a:lnTo>
                    <a:pt x="3539" y="0"/>
                  </a:lnTo>
                  <a:lnTo>
                    <a:pt x="3532" y="0"/>
                  </a:lnTo>
                  <a:lnTo>
                    <a:pt x="3526" y="0"/>
                  </a:lnTo>
                  <a:lnTo>
                    <a:pt x="3519" y="0"/>
                  </a:lnTo>
                  <a:lnTo>
                    <a:pt x="3506" y="0"/>
                  </a:lnTo>
                  <a:lnTo>
                    <a:pt x="3500" y="0"/>
                  </a:lnTo>
                  <a:lnTo>
                    <a:pt x="3493" y="0"/>
                  </a:lnTo>
                  <a:lnTo>
                    <a:pt x="3487" y="0"/>
                  </a:lnTo>
                  <a:lnTo>
                    <a:pt x="3474" y="0"/>
                  </a:lnTo>
                  <a:lnTo>
                    <a:pt x="3467" y="0"/>
                  </a:lnTo>
                  <a:lnTo>
                    <a:pt x="3461" y="0"/>
                  </a:lnTo>
                  <a:lnTo>
                    <a:pt x="3454" y="0"/>
                  </a:lnTo>
                  <a:lnTo>
                    <a:pt x="3448" y="0"/>
                  </a:lnTo>
                  <a:lnTo>
                    <a:pt x="3434" y="0"/>
                  </a:lnTo>
                  <a:lnTo>
                    <a:pt x="3428" y="0"/>
                  </a:lnTo>
                  <a:lnTo>
                    <a:pt x="3421" y="0"/>
                  </a:lnTo>
                  <a:lnTo>
                    <a:pt x="3415" y="0"/>
                  </a:lnTo>
                  <a:lnTo>
                    <a:pt x="3402" y="0"/>
                  </a:lnTo>
                  <a:lnTo>
                    <a:pt x="3395" y="0"/>
                  </a:lnTo>
                  <a:lnTo>
                    <a:pt x="3389" y="0"/>
                  </a:lnTo>
                  <a:lnTo>
                    <a:pt x="3382" y="0"/>
                  </a:lnTo>
                  <a:lnTo>
                    <a:pt x="3376" y="0"/>
                  </a:lnTo>
                  <a:lnTo>
                    <a:pt x="3363" y="0"/>
                  </a:lnTo>
                  <a:lnTo>
                    <a:pt x="3356" y="0"/>
                  </a:lnTo>
                  <a:lnTo>
                    <a:pt x="3350" y="0"/>
                  </a:lnTo>
                  <a:lnTo>
                    <a:pt x="3343" y="0"/>
                  </a:lnTo>
                  <a:lnTo>
                    <a:pt x="3337" y="0"/>
                  </a:lnTo>
                  <a:lnTo>
                    <a:pt x="3324" y="0"/>
                  </a:lnTo>
                  <a:lnTo>
                    <a:pt x="3317" y="0"/>
                  </a:lnTo>
                  <a:lnTo>
                    <a:pt x="3311" y="0"/>
                  </a:lnTo>
                  <a:lnTo>
                    <a:pt x="3304" y="0"/>
                  </a:lnTo>
                  <a:lnTo>
                    <a:pt x="3291" y="0"/>
                  </a:lnTo>
                  <a:lnTo>
                    <a:pt x="3285" y="0"/>
                  </a:lnTo>
                  <a:lnTo>
                    <a:pt x="3278" y="0"/>
                  </a:lnTo>
                  <a:lnTo>
                    <a:pt x="3272" y="0"/>
                  </a:lnTo>
                  <a:lnTo>
                    <a:pt x="3265" y="0"/>
                  </a:lnTo>
                  <a:lnTo>
                    <a:pt x="3252" y="0"/>
                  </a:lnTo>
                  <a:lnTo>
                    <a:pt x="3246" y="0"/>
                  </a:lnTo>
                  <a:lnTo>
                    <a:pt x="3239" y="0"/>
                  </a:lnTo>
                  <a:lnTo>
                    <a:pt x="3232" y="0"/>
                  </a:lnTo>
                  <a:lnTo>
                    <a:pt x="3219" y="0"/>
                  </a:lnTo>
                  <a:lnTo>
                    <a:pt x="3213" y="0"/>
                  </a:lnTo>
                  <a:lnTo>
                    <a:pt x="3206" y="0"/>
                  </a:lnTo>
                  <a:lnTo>
                    <a:pt x="3200" y="0"/>
                  </a:lnTo>
                  <a:lnTo>
                    <a:pt x="3193" y="0"/>
                  </a:lnTo>
                  <a:lnTo>
                    <a:pt x="3180" y="0"/>
                  </a:lnTo>
                  <a:lnTo>
                    <a:pt x="3174" y="0"/>
                  </a:lnTo>
                  <a:lnTo>
                    <a:pt x="3167" y="0"/>
                  </a:lnTo>
                  <a:lnTo>
                    <a:pt x="3161" y="0"/>
                  </a:lnTo>
                  <a:lnTo>
                    <a:pt x="3154" y="0"/>
                  </a:lnTo>
                  <a:lnTo>
                    <a:pt x="3141" y="0"/>
                  </a:lnTo>
                  <a:lnTo>
                    <a:pt x="3135" y="0"/>
                  </a:lnTo>
                  <a:lnTo>
                    <a:pt x="3128" y="0"/>
                  </a:lnTo>
                  <a:lnTo>
                    <a:pt x="3122" y="0"/>
                  </a:lnTo>
                  <a:lnTo>
                    <a:pt x="3109" y="0"/>
                  </a:lnTo>
                  <a:lnTo>
                    <a:pt x="3102" y="0"/>
                  </a:lnTo>
                  <a:lnTo>
                    <a:pt x="3096" y="0"/>
                  </a:lnTo>
                  <a:lnTo>
                    <a:pt x="3089" y="0"/>
                  </a:lnTo>
                  <a:lnTo>
                    <a:pt x="3083" y="0"/>
                  </a:lnTo>
                  <a:lnTo>
                    <a:pt x="3070" y="0"/>
                  </a:lnTo>
                  <a:lnTo>
                    <a:pt x="3063" y="0"/>
                  </a:lnTo>
                  <a:lnTo>
                    <a:pt x="3057" y="0"/>
                  </a:lnTo>
                  <a:lnTo>
                    <a:pt x="3050" y="0"/>
                  </a:lnTo>
                  <a:lnTo>
                    <a:pt x="3037" y="0"/>
                  </a:lnTo>
                  <a:lnTo>
                    <a:pt x="3030" y="0"/>
                  </a:lnTo>
                  <a:lnTo>
                    <a:pt x="3024" y="0"/>
                  </a:lnTo>
                  <a:lnTo>
                    <a:pt x="3017" y="0"/>
                  </a:lnTo>
                  <a:lnTo>
                    <a:pt x="3011" y="0"/>
                  </a:lnTo>
                  <a:lnTo>
                    <a:pt x="2998" y="0"/>
                  </a:lnTo>
                  <a:lnTo>
                    <a:pt x="2991" y="0"/>
                  </a:lnTo>
                  <a:lnTo>
                    <a:pt x="2985" y="0"/>
                  </a:lnTo>
                  <a:lnTo>
                    <a:pt x="2978" y="0"/>
                  </a:lnTo>
                  <a:lnTo>
                    <a:pt x="2972" y="0"/>
                  </a:lnTo>
                  <a:lnTo>
                    <a:pt x="2959" y="0"/>
                  </a:lnTo>
                  <a:lnTo>
                    <a:pt x="2952" y="0"/>
                  </a:lnTo>
                  <a:lnTo>
                    <a:pt x="2946" y="0"/>
                  </a:lnTo>
                  <a:lnTo>
                    <a:pt x="2939" y="0"/>
                  </a:lnTo>
                  <a:lnTo>
                    <a:pt x="2926" y="0"/>
                  </a:lnTo>
                  <a:lnTo>
                    <a:pt x="2920" y="0"/>
                  </a:lnTo>
                  <a:lnTo>
                    <a:pt x="2913" y="0"/>
                  </a:lnTo>
                  <a:lnTo>
                    <a:pt x="2907" y="0"/>
                  </a:lnTo>
                  <a:lnTo>
                    <a:pt x="2900" y="0"/>
                  </a:lnTo>
                  <a:lnTo>
                    <a:pt x="2887" y="0"/>
                  </a:lnTo>
                  <a:lnTo>
                    <a:pt x="2881" y="0"/>
                  </a:lnTo>
                  <a:lnTo>
                    <a:pt x="2874" y="0"/>
                  </a:lnTo>
                  <a:lnTo>
                    <a:pt x="2868" y="0"/>
                  </a:lnTo>
                  <a:lnTo>
                    <a:pt x="2855" y="0"/>
                  </a:lnTo>
                  <a:lnTo>
                    <a:pt x="2848" y="0"/>
                  </a:lnTo>
                  <a:lnTo>
                    <a:pt x="2841" y="0"/>
                  </a:lnTo>
                  <a:lnTo>
                    <a:pt x="2835" y="0"/>
                  </a:lnTo>
                  <a:lnTo>
                    <a:pt x="2828" y="0"/>
                  </a:lnTo>
                  <a:lnTo>
                    <a:pt x="2815" y="0"/>
                  </a:lnTo>
                  <a:lnTo>
                    <a:pt x="2809" y="0"/>
                  </a:lnTo>
                  <a:lnTo>
                    <a:pt x="2802" y="0"/>
                  </a:lnTo>
                  <a:lnTo>
                    <a:pt x="2796" y="0"/>
                  </a:lnTo>
                  <a:lnTo>
                    <a:pt x="2783" y="0"/>
                  </a:lnTo>
                  <a:lnTo>
                    <a:pt x="2776" y="0"/>
                  </a:lnTo>
                  <a:lnTo>
                    <a:pt x="2770" y="0"/>
                  </a:lnTo>
                  <a:lnTo>
                    <a:pt x="2763" y="0"/>
                  </a:lnTo>
                  <a:lnTo>
                    <a:pt x="2757" y="0"/>
                  </a:lnTo>
                  <a:lnTo>
                    <a:pt x="2744" y="0"/>
                  </a:lnTo>
                  <a:lnTo>
                    <a:pt x="2737" y="0"/>
                  </a:lnTo>
                  <a:lnTo>
                    <a:pt x="2731" y="0"/>
                  </a:lnTo>
                  <a:lnTo>
                    <a:pt x="2724" y="0"/>
                  </a:lnTo>
                  <a:lnTo>
                    <a:pt x="2718" y="0"/>
                  </a:lnTo>
                  <a:lnTo>
                    <a:pt x="2705" y="0"/>
                  </a:lnTo>
                  <a:lnTo>
                    <a:pt x="2698" y="0"/>
                  </a:lnTo>
                  <a:lnTo>
                    <a:pt x="2692" y="0"/>
                  </a:lnTo>
                  <a:lnTo>
                    <a:pt x="2685" y="0"/>
                  </a:lnTo>
                  <a:lnTo>
                    <a:pt x="2672" y="0"/>
                  </a:lnTo>
                  <a:lnTo>
                    <a:pt x="2666" y="0"/>
                  </a:lnTo>
                  <a:lnTo>
                    <a:pt x="2659" y="0"/>
                  </a:lnTo>
                  <a:lnTo>
                    <a:pt x="2653" y="0"/>
                  </a:lnTo>
                  <a:lnTo>
                    <a:pt x="2646" y="0"/>
                  </a:lnTo>
                  <a:lnTo>
                    <a:pt x="2633" y="0"/>
                  </a:lnTo>
                  <a:lnTo>
                    <a:pt x="2626" y="0"/>
                  </a:lnTo>
                  <a:lnTo>
                    <a:pt x="2620" y="0"/>
                  </a:lnTo>
                  <a:lnTo>
                    <a:pt x="2613" y="0"/>
                  </a:lnTo>
                  <a:lnTo>
                    <a:pt x="2600" y="0"/>
                  </a:lnTo>
                  <a:lnTo>
                    <a:pt x="2594" y="0"/>
                  </a:lnTo>
                  <a:lnTo>
                    <a:pt x="2587" y="0"/>
                  </a:lnTo>
                  <a:lnTo>
                    <a:pt x="2581" y="0"/>
                  </a:lnTo>
                  <a:lnTo>
                    <a:pt x="2574" y="0"/>
                  </a:lnTo>
                  <a:lnTo>
                    <a:pt x="2561" y="0"/>
                  </a:lnTo>
                  <a:lnTo>
                    <a:pt x="2555" y="0"/>
                  </a:lnTo>
                  <a:lnTo>
                    <a:pt x="2548" y="0"/>
                  </a:lnTo>
                  <a:lnTo>
                    <a:pt x="2542" y="0"/>
                  </a:lnTo>
                  <a:lnTo>
                    <a:pt x="2535" y="0"/>
                  </a:lnTo>
                  <a:lnTo>
                    <a:pt x="2522" y="0"/>
                  </a:lnTo>
                  <a:lnTo>
                    <a:pt x="2516" y="0"/>
                  </a:lnTo>
                  <a:lnTo>
                    <a:pt x="2509" y="0"/>
                  </a:lnTo>
                  <a:lnTo>
                    <a:pt x="2503" y="0"/>
                  </a:lnTo>
                  <a:lnTo>
                    <a:pt x="2490" y="0"/>
                  </a:lnTo>
                  <a:lnTo>
                    <a:pt x="2483" y="0"/>
                  </a:lnTo>
                  <a:lnTo>
                    <a:pt x="2477" y="0"/>
                  </a:lnTo>
                  <a:lnTo>
                    <a:pt x="2470" y="0"/>
                  </a:lnTo>
                  <a:lnTo>
                    <a:pt x="2464" y="0"/>
                  </a:lnTo>
                  <a:lnTo>
                    <a:pt x="2450" y="0"/>
                  </a:lnTo>
                  <a:lnTo>
                    <a:pt x="2444" y="0"/>
                  </a:lnTo>
                  <a:lnTo>
                    <a:pt x="2437" y="0"/>
                  </a:lnTo>
                  <a:lnTo>
                    <a:pt x="2431" y="0"/>
                  </a:lnTo>
                  <a:lnTo>
                    <a:pt x="2418" y="0"/>
                  </a:lnTo>
                  <a:lnTo>
                    <a:pt x="2411" y="0"/>
                  </a:lnTo>
                  <a:lnTo>
                    <a:pt x="2405" y="0"/>
                  </a:lnTo>
                  <a:lnTo>
                    <a:pt x="2398" y="0"/>
                  </a:lnTo>
                  <a:lnTo>
                    <a:pt x="2392" y="0"/>
                  </a:lnTo>
                  <a:lnTo>
                    <a:pt x="2379" y="0"/>
                  </a:lnTo>
                  <a:lnTo>
                    <a:pt x="2372" y="0"/>
                  </a:lnTo>
                  <a:lnTo>
                    <a:pt x="2366" y="0"/>
                  </a:lnTo>
                  <a:lnTo>
                    <a:pt x="2359" y="0"/>
                  </a:lnTo>
                  <a:lnTo>
                    <a:pt x="2353" y="0"/>
                  </a:lnTo>
                  <a:lnTo>
                    <a:pt x="2340" y="0"/>
                  </a:lnTo>
                  <a:lnTo>
                    <a:pt x="2333" y="0"/>
                  </a:lnTo>
                  <a:lnTo>
                    <a:pt x="2327" y="0"/>
                  </a:lnTo>
                  <a:lnTo>
                    <a:pt x="2320" y="0"/>
                  </a:lnTo>
                  <a:lnTo>
                    <a:pt x="2307" y="0"/>
                  </a:lnTo>
                  <a:lnTo>
                    <a:pt x="2301" y="0"/>
                  </a:lnTo>
                  <a:lnTo>
                    <a:pt x="2294" y="0"/>
                  </a:lnTo>
                  <a:lnTo>
                    <a:pt x="2288" y="0"/>
                  </a:lnTo>
                  <a:lnTo>
                    <a:pt x="2281" y="0"/>
                  </a:lnTo>
                  <a:lnTo>
                    <a:pt x="2268" y="0"/>
                  </a:lnTo>
                  <a:lnTo>
                    <a:pt x="2262" y="0"/>
                  </a:lnTo>
                  <a:lnTo>
                    <a:pt x="2255" y="0"/>
                  </a:lnTo>
                  <a:lnTo>
                    <a:pt x="2248" y="0"/>
                  </a:lnTo>
                  <a:lnTo>
                    <a:pt x="2235" y="0"/>
                  </a:lnTo>
                  <a:lnTo>
                    <a:pt x="2229" y="0"/>
                  </a:lnTo>
                  <a:lnTo>
                    <a:pt x="2222" y="0"/>
                  </a:lnTo>
                  <a:lnTo>
                    <a:pt x="2216" y="0"/>
                  </a:lnTo>
                  <a:lnTo>
                    <a:pt x="2209" y="0"/>
                  </a:lnTo>
                  <a:lnTo>
                    <a:pt x="2196" y="0"/>
                  </a:lnTo>
                  <a:lnTo>
                    <a:pt x="2190" y="0"/>
                  </a:lnTo>
                  <a:lnTo>
                    <a:pt x="2183" y="0"/>
                  </a:lnTo>
                  <a:lnTo>
                    <a:pt x="2177" y="0"/>
                  </a:lnTo>
                  <a:lnTo>
                    <a:pt x="2164" y="0"/>
                  </a:lnTo>
                  <a:lnTo>
                    <a:pt x="2157" y="0"/>
                  </a:lnTo>
                  <a:lnTo>
                    <a:pt x="2151" y="0"/>
                  </a:lnTo>
                  <a:lnTo>
                    <a:pt x="2144" y="0"/>
                  </a:lnTo>
                  <a:lnTo>
                    <a:pt x="2138" y="0"/>
                  </a:lnTo>
                  <a:lnTo>
                    <a:pt x="2125" y="0"/>
                  </a:lnTo>
                  <a:lnTo>
                    <a:pt x="2118" y="0"/>
                  </a:lnTo>
                  <a:lnTo>
                    <a:pt x="2112" y="0"/>
                  </a:lnTo>
                  <a:lnTo>
                    <a:pt x="2105" y="0"/>
                  </a:lnTo>
                  <a:lnTo>
                    <a:pt x="2099" y="0"/>
                  </a:lnTo>
                  <a:lnTo>
                    <a:pt x="2086" y="0"/>
                  </a:lnTo>
                  <a:lnTo>
                    <a:pt x="2079" y="0"/>
                  </a:lnTo>
                  <a:lnTo>
                    <a:pt x="2073" y="0"/>
                  </a:lnTo>
                  <a:lnTo>
                    <a:pt x="2066" y="0"/>
                  </a:lnTo>
                  <a:lnTo>
                    <a:pt x="2053" y="0"/>
                  </a:lnTo>
                  <a:lnTo>
                    <a:pt x="2046" y="0"/>
                  </a:lnTo>
                  <a:lnTo>
                    <a:pt x="2040" y="0"/>
                  </a:lnTo>
                  <a:lnTo>
                    <a:pt x="2033" y="0"/>
                  </a:lnTo>
                  <a:lnTo>
                    <a:pt x="2027" y="0"/>
                  </a:lnTo>
                  <a:lnTo>
                    <a:pt x="2014" y="0"/>
                  </a:lnTo>
                  <a:lnTo>
                    <a:pt x="2007" y="0"/>
                  </a:lnTo>
                  <a:lnTo>
                    <a:pt x="2001" y="0"/>
                  </a:lnTo>
                  <a:lnTo>
                    <a:pt x="1994" y="0"/>
                  </a:lnTo>
                  <a:lnTo>
                    <a:pt x="1981" y="0"/>
                  </a:lnTo>
                  <a:lnTo>
                    <a:pt x="1975" y="0"/>
                  </a:lnTo>
                  <a:lnTo>
                    <a:pt x="1968" y="0"/>
                  </a:lnTo>
                  <a:lnTo>
                    <a:pt x="1962" y="0"/>
                  </a:lnTo>
                  <a:lnTo>
                    <a:pt x="1955" y="0"/>
                  </a:lnTo>
                  <a:lnTo>
                    <a:pt x="1942" y="0"/>
                  </a:lnTo>
                  <a:lnTo>
                    <a:pt x="1936" y="0"/>
                  </a:lnTo>
                  <a:lnTo>
                    <a:pt x="1929" y="0"/>
                  </a:lnTo>
                  <a:lnTo>
                    <a:pt x="1923" y="0"/>
                  </a:lnTo>
                  <a:lnTo>
                    <a:pt x="1916" y="0"/>
                  </a:lnTo>
                  <a:lnTo>
                    <a:pt x="1903" y="0"/>
                  </a:lnTo>
                  <a:lnTo>
                    <a:pt x="1897" y="0"/>
                  </a:lnTo>
                  <a:lnTo>
                    <a:pt x="1890" y="0"/>
                  </a:lnTo>
                  <a:lnTo>
                    <a:pt x="1884" y="0"/>
                  </a:lnTo>
                  <a:lnTo>
                    <a:pt x="1871" y="0"/>
                  </a:lnTo>
                  <a:lnTo>
                    <a:pt x="1864" y="0"/>
                  </a:lnTo>
                  <a:lnTo>
                    <a:pt x="1857" y="0"/>
                  </a:lnTo>
                  <a:lnTo>
                    <a:pt x="1851" y="0"/>
                  </a:lnTo>
                  <a:lnTo>
                    <a:pt x="1844" y="0"/>
                  </a:lnTo>
                  <a:lnTo>
                    <a:pt x="1831" y="0"/>
                  </a:lnTo>
                  <a:lnTo>
                    <a:pt x="1825" y="0"/>
                  </a:lnTo>
                  <a:lnTo>
                    <a:pt x="1818" y="0"/>
                  </a:lnTo>
                  <a:lnTo>
                    <a:pt x="1812" y="0"/>
                  </a:lnTo>
                  <a:lnTo>
                    <a:pt x="1799" y="0"/>
                  </a:lnTo>
                  <a:lnTo>
                    <a:pt x="1792" y="0"/>
                  </a:lnTo>
                  <a:lnTo>
                    <a:pt x="1786" y="0"/>
                  </a:lnTo>
                  <a:lnTo>
                    <a:pt x="1779" y="0"/>
                  </a:lnTo>
                  <a:lnTo>
                    <a:pt x="1773" y="0"/>
                  </a:lnTo>
                  <a:lnTo>
                    <a:pt x="1760" y="0"/>
                  </a:lnTo>
                  <a:lnTo>
                    <a:pt x="1753" y="0"/>
                  </a:lnTo>
                  <a:lnTo>
                    <a:pt x="1747" y="0"/>
                  </a:lnTo>
                  <a:lnTo>
                    <a:pt x="1740" y="0"/>
                  </a:lnTo>
                  <a:lnTo>
                    <a:pt x="1734" y="0"/>
                  </a:lnTo>
                  <a:lnTo>
                    <a:pt x="1721" y="0"/>
                  </a:lnTo>
                  <a:lnTo>
                    <a:pt x="1714" y="0"/>
                  </a:lnTo>
                  <a:lnTo>
                    <a:pt x="1708" y="0"/>
                  </a:lnTo>
                  <a:lnTo>
                    <a:pt x="1701" y="0"/>
                  </a:lnTo>
                  <a:lnTo>
                    <a:pt x="1688" y="0"/>
                  </a:lnTo>
                  <a:lnTo>
                    <a:pt x="1682" y="0"/>
                  </a:lnTo>
                  <a:lnTo>
                    <a:pt x="1675" y="0"/>
                  </a:lnTo>
                  <a:lnTo>
                    <a:pt x="1669" y="0"/>
                  </a:lnTo>
                  <a:lnTo>
                    <a:pt x="1662" y="0"/>
                  </a:lnTo>
                  <a:lnTo>
                    <a:pt x="1649" y="0"/>
                  </a:lnTo>
                  <a:lnTo>
                    <a:pt x="1642" y="0"/>
                  </a:lnTo>
                  <a:lnTo>
                    <a:pt x="1636" y="0"/>
                  </a:lnTo>
                  <a:lnTo>
                    <a:pt x="1629" y="0"/>
                  </a:lnTo>
                  <a:lnTo>
                    <a:pt x="1616" y="0"/>
                  </a:lnTo>
                  <a:lnTo>
                    <a:pt x="1610" y="0"/>
                  </a:lnTo>
                  <a:lnTo>
                    <a:pt x="1603" y="0"/>
                  </a:lnTo>
                  <a:lnTo>
                    <a:pt x="1597" y="0"/>
                  </a:lnTo>
                  <a:lnTo>
                    <a:pt x="1590" y="0"/>
                  </a:lnTo>
                  <a:lnTo>
                    <a:pt x="1577" y="0"/>
                  </a:lnTo>
                  <a:lnTo>
                    <a:pt x="1571" y="0"/>
                  </a:lnTo>
                  <a:lnTo>
                    <a:pt x="1564" y="0"/>
                  </a:lnTo>
                  <a:lnTo>
                    <a:pt x="1558" y="0"/>
                  </a:lnTo>
                  <a:lnTo>
                    <a:pt x="1545" y="0"/>
                  </a:lnTo>
                  <a:lnTo>
                    <a:pt x="1538" y="0"/>
                  </a:lnTo>
                  <a:lnTo>
                    <a:pt x="1532" y="0"/>
                  </a:lnTo>
                  <a:lnTo>
                    <a:pt x="1525" y="0"/>
                  </a:lnTo>
                  <a:lnTo>
                    <a:pt x="1519" y="0"/>
                  </a:lnTo>
                  <a:lnTo>
                    <a:pt x="1506" y="0"/>
                  </a:lnTo>
                  <a:lnTo>
                    <a:pt x="1499" y="0"/>
                  </a:lnTo>
                  <a:lnTo>
                    <a:pt x="1493" y="0"/>
                  </a:lnTo>
                  <a:lnTo>
                    <a:pt x="1486" y="0"/>
                  </a:lnTo>
                  <a:lnTo>
                    <a:pt x="1480" y="0"/>
                  </a:lnTo>
                  <a:lnTo>
                    <a:pt x="1467" y="0"/>
                  </a:lnTo>
                  <a:lnTo>
                    <a:pt x="1460" y="0"/>
                  </a:lnTo>
                  <a:lnTo>
                    <a:pt x="1453" y="0"/>
                  </a:lnTo>
                  <a:lnTo>
                    <a:pt x="1447" y="0"/>
                  </a:lnTo>
                  <a:lnTo>
                    <a:pt x="1434" y="0"/>
                  </a:lnTo>
                  <a:lnTo>
                    <a:pt x="1427" y="0"/>
                  </a:lnTo>
                  <a:lnTo>
                    <a:pt x="1421" y="0"/>
                  </a:lnTo>
                  <a:lnTo>
                    <a:pt x="1414" y="0"/>
                  </a:lnTo>
                  <a:lnTo>
                    <a:pt x="1408" y="0"/>
                  </a:lnTo>
                  <a:lnTo>
                    <a:pt x="1395" y="0"/>
                  </a:lnTo>
                  <a:lnTo>
                    <a:pt x="1388" y="0"/>
                  </a:lnTo>
                  <a:lnTo>
                    <a:pt x="1382" y="0"/>
                  </a:lnTo>
                  <a:lnTo>
                    <a:pt x="1375" y="0"/>
                  </a:lnTo>
                  <a:lnTo>
                    <a:pt x="1362" y="0"/>
                  </a:lnTo>
                  <a:lnTo>
                    <a:pt x="1356" y="0"/>
                  </a:lnTo>
                  <a:lnTo>
                    <a:pt x="1349" y="0"/>
                  </a:lnTo>
                  <a:lnTo>
                    <a:pt x="1343" y="0"/>
                  </a:lnTo>
                  <a:lnTo>
                    <a:pt x="1336" y="0"/>
                  </a:lnTo>
                  <a:lnTo>
                    <a:pt x="1323" y="0"/>
                  </a:lnTo>
                  <a:lnTo>
                    <a:pt x="1317" y="0"/>
                  </a:lnTo>
                  <a:lnTo>
                    <a:pt x="1310" y="0"/>
                  </a:lnTo>
                  <a:lnTo>
                    <a:pt x="1304" y="0"/>
                  </a:lnTo>
                  <a:lnTo>
                    <a:pt x="1297" y="0"/>
                  </a:lnTo>
                  <a:lnTo>
                    <a:pt x="1284" y="0"/>
                  </a:lnTo>
                  <a:lnTo>
                    <a:pt x="1278" y="0"/>
                  </a:lnTo>
                  <a:lnTo>
                    <a:pt x="1271" y="0"/>
                  </a:lnTo>
                  <a:lnTo>
                    <a:pt x="1264" y="0"/>
                  </a:lnTo>
                  <a:lnTo>
                    <a:pt x="1251" y="0"/>
                  </a:lnTo>
                  <a:lnTo>
                    <a:pt x="1245" y="0"/>
                  </a:lnTo>
                  <a:lnTo>
                    <a:pt x="1238" y="0"/>
                  </a:lnTo>
                  <a:lnTo>
                    <a:pt x="1232" y="0"/>
                  </a:lnTo>
                  <a:lnTo>
                    <a:pt x="1225" y="0"/>
                  </a:lnTo>
                  <a:lnTo>
                    <a:pt x="1212" y="0"/>
                  </a:lnTo>
                  <a:lnTo>
                    <a:pt x="1206" y="0"/>
                  </a:lnTo>
                  <a:lnTo>
                    <a:pt x="1199" y="0"/>
                  </a:lnTo>
                  <a:lnTo>
                    <a:pt x="1193" y="0"/>
                  </a:lnTo>
                  <a:lnTo>
                    <a:pt x="1180" y="0"/>
                  </a:lnTo>
                  <a:lnTo>
                    <a:pt x="1173" y="0"/>
                  </a:lnTo>
                  <a:lnTo>
                    <a:pt x="1167" y="0"/>
                  </a:lnTo>
                  <a:lnTo>
                    <a:pt x="1160" y="0"/>
                  </a:lnTo>
                  <a:lnTo>
                    <a:pt x="1154" y="0"/>
                  </a:lnTo>
                  <a:lnTo>
                    <a:pt x="1141" y="0"/>
                  </a:lnTo>
                  <a:lnTo>
                    <a:pt x="1134" y="0"/>
                  </a:lnTo>
                  <a:lnTo>
                    <a:pt x="1128" y="0"/>
                  </a:lnTo>
                  <a:lnTo>
                    <a:pt x="1121" y="0"/>
                  </a:lnTo>
                  <a:lnTo>
                    <a:pt x="1115" y="0"/>
                  </a:lnTo>
                  <a:lnTo>
                    <a:pt x="1102" y="0"/>
                  </a:lnTo>
                  <a:lnTo>
                    <a:pt x="1095" y="0"/>
                  </a:lnTo>
                  <a:lnTo>
                    <a:pt x="1089" y="0"/>
                  </a:lnTo>
                  <a:lnTo>
                    <a:pt x="1082" y="0"/>
                  </a:lnTo>
                  <a:lnTo>
                    <a:pt x="1069" y="0"/>
                  </a:lnTo>
                  <a:lnTo>
                    <a:pt x="1062" y="0"/>
                  </a:lnTo>
                  <a:lnTo>
                    <a:pt x="1056" y="0"/>
                  </a:lnTo>
                  <a:lnTo>
                    <a:pt x="1049" y="0"/>
                  </a:lnTo>
                  <a:lnTo>
                    <a:pt x="1043" y="0"/>
                  </a:lnTo>
                  <a:lnTo>
                    <a:pt x="1030" y="0"/>
                  </a:lnTo>
                  <a:lnTo>
                    <a:pt x="1023" y="0"/>
                  </a:lnTo>
                  <a:lnTo>
                    <a:pt x="1017" y="0"/>
                  </a:lnTo>
                  <a:lnTo>
                    <a:pt x="1010" y="0"/>
                  </a:lnTo>
                  <a:lnTo>
                    <a:pt x="997" y="0"/>
                  </a:lnTo>
                  <a:lnTo>
                    <a:pt x="991" y="0"/>
                  </a:lnTo>
                  <a:lnTo>
                    <a:pt x="984" y="0"/>
                  </a:lnTo>
                  <a:lnTo>
                    <a:pt x="978" y="0"/>
                  </a:lnTo>
                  <a:lnTo>
                    <a:pt x="971" y="0"/>
                  </a:lnTo>
                  <a:lnTo>
                    <a:pt x="958" y="0"/>
                  </a:lnTo>
                  <a:lnTo>
                    <a:pt x="952" y="0"/>
                  </a:lnTo>
                  <a:lnTo>
                    <a:pt x="945" y="0"/>
                  </a:lnTo>
                  <a:lnTo>
                    <a:pt x="939" y="0"/>
                  </a:lnTo>
                  <a:lnTo>
                    <a:pt x="926" y="0"/>
                  </a:lnTo>
                  <a:lnTo>
                    <a:pt x="919" y="0"/>
                  </a:lnTo>
                  <a:lnTo>
                    <a:pt x="913" y="0"/>
                  </a:lnTo>
                  <a:lnTo>
                    <a:pt x="906" y="0"/>
                  </a:lnTo>
                  <a:lnTo>
                    <a:pt x="900" y="0"/>
                  </a:lnTo>
                  <a:lnTo>
                    <a:pt x="887" y="0"/>
                  </a:lnTo>
                  <a:lnTo>
                    <a:pt x="880" y="0"/>
                  </a:lnTo>
                  <a:lnTo>
                    <a:pt x="874" y="0"/>
                  </a:lnTo>
                  <a:lnTo>
                    <a:pt x="867" y="0"/>
                  </a:lnTo>
                  <a:lnTo>
                    <a:pt x="860" y="0"/>
                  </a:lnTo>
                  <a:lnTo>
                    <a:pt x="847" y="0"/>
                  </a:lnTo>
                  <a:lnTo>
                    <a:pt x="841" y="0"/>
                  </a:lnTo>
                  <a:lnTo>
                    <a:pt x="834" y="0"/>
                  </a:lnTo>
                  <a:lnTo>
                    <a:pt x="828" y="0"/>
                  </a:lnTo>
                  <a:lnTo>
                    <a:pt x="815" y="0"/>
                  </a:lnTo>
                  <a:lnTo>
                    <a:pt x="808" y="0"/>
                  </a:lnTo>
                  <a:lnTo>
                    <a:pt x="802" y="0"/>
                  </a:lnTo>
                  <a:lnTo>
                    <a:pt x="795" y="0"/>
                  </a:lnTo>
                  <a:lnTo>
                    <a:pt x="789" y="0"/>
                  </a:lnTo>
                  <a:lnTo>
                    <a:pt x="776" y="0"/>
                  </a:lnTo>
                  <a:lnTo>
                    <a:pt x="769" y="0"/>
                  </a:lnTo>
                  <a:lnTo>
                    <a:pt x="763" y="0"/>
                  </a:lnTo>
                  <a:lnTo>
                    <a:pt x="756" y="0"/>
                  </a:lnTo>
                  <a:lnTo>
                    <a:pt x="743" y="0"/>
                  </a:lnTo>
                  <a:lnTo>
                    <a:pt x="737" y="0"/>
                  </a:lnTo>
                  <a:lnTo>
                    <a:pt x="730" y="0"/>
                  </a:lnTo>
                  <a:lnTo>
                    <a:pt x="724" y="0"/>
                  </a:lnTo>
                  <a:lnTo>
                    <a:pt x="717" y="0"/>
                  </a:lnTo>
                  <a:lnTo>
                    <a:pt x="704" y="0"/>
                  </a:lnTo>
                  <a:lnTo>
                    <a:pt x="698" y="0"/>
                  </a:lnTo>
                  <a:lnTo>
                    <a:pt x="691" y="0"/>
                  </a:lnTo>
                  <a:lnTo>
                    <a:pt x="685" y="0"/>
                  </a:lnTo>
                  <a:lnTo>
                    <a:pt x="678" y="0"/>
                  </a:lnTo>
                  <a:lnTo>
                    <a:pt x="665" y="0"/>
                  </a:lnTo>
                  <a:lnTo>
                    <a:pt x="658" y="0"/>
                  </a:lnTo>
                  <a:lnTo>
                    <a:pt x="652" y="0"/>
                  </a:lnTo>
                  <a:lnTo>
                    <a:pt x="645" y="0"/>
                  </a:lnTo>
                  <a:lnTo>
                    <a:pt x="632" y="0"/>
                  </a:lnTo>
                  <a:lnTo>
                    <a:pt x="626" y="0"/>
                  </a:lnTo>
                  <a:lnTo>
                    <a:pt x="619" y="0"/>
                  </a:lnTo>
                  <a:lnTo>
                    <a:pt x="613" y="0"/>
                  </a:lnTo>
                  <a:lnTo>
                    <a:pt x="606" y="0"/>
                  </a:lnTo>
                  <a:lnTo>
                    <a:pt x="593" y="0"/>
                  </a:lnTo>
                  <a:lnTo>
                    <a:pt x="587" y="0"/>
                  </a:lnTo>
                  <a:lnTo>
                    <a:pt x="580" y="0"/>
                  </a:lnTo>
                  <a:lnTo>
                    <a:pt x="574" y="0"/>
                  </a:lnTo>
                  <a:lnTo>
                    <a:pt x="561" y="0"/>
                  </a:lnTo>
                  <a:lnTo>
                    <a:pt x="554" y="0"/>
                  </a:lnTo>
                  <a:lnTo>
                    <a:pt x="548" y="0"/>
                  </a:lnTo>
                  <a:lnTo>
                    <a:pt x="541" y="0"/>
                  </a:lnTo>
                  <a:lnTo>
                    <a:pt x="535" y="0"/>
                  </a:lnTo>
                  <a:lnTo>
                    <a:pt x="522" y="0"/>
                  </a:lnTo>
                  <a:lnTo>
                    <a:pt x="515" y="0"/>
                  </a:lnTo>
                  <a:lnTo>
                    <a:pt x="509" y="0"/>
                  </a:lnTo>
                  <a:lnTo>
                    <a:pt x="502" y="0"/>
                  </a:lnTo>
                  <a:lnTo>
                    <a:pt x="496" y="0"/>
                  </a:lnTo>
                  <a:lnTo>
                    <a:pt x="483" y="0"/>
                  </a:lnTo>
                  <a:lnTo>
                    <a:pt x="476" y="0"/>
                  </a:lnTo>
                  <a:lnTo>
                    <a:pt x="469" y="0"/>
                  </a:lnTo>
                  <a:lnTo>
                    <a:pt x="463" y="0"/>
                  </a:lnTo>
                  <a:lnTo>
                    <a:pt x="450" y="0"/>
                  </a:lnTo>
                  <a:lnTo>
                    <a:pt x="443" y="0"/>
                  </a:lnTo>
                  <a:lnTo>
                    <a:pt x="437" y="0"/>
                  </a:lnTo>
                  <a:lnTo>
                    <a:pt x="430" y="0"/>
                  </a:lnTo>
                  <a:lnTo>
                    <a:pt x="424" y="0"/>
                  </a:lnTo>
                  <a:lnTo>
                    <a:pt x="411" y="0"/>
                  </a:lnTo>
                  <a:lnTo>
                    <a:pt x="404" y="0"/>
                  </a:lnTo>
                  <a:lnTo>
                    <a:pt x="398" y="0"/>
                  </a:lnTo>
                  <a:lnTo>
                    <a:pt x="391" y="0"/>
                  </a:lnTo>
                  <a:lnTo>
                    <a:pt x="378" y="0"/>
                  </a:lnTo>
                  <a:lnTo>
                    <a:pt x="372" y="0"/>
                  </a:lnTo>
                  <a:lnTo>
                    <a:pt x="365" y="0"/>
                  </a:lnTo>
                  <a:lnTo>
                    <a:pt x="359" y="0"/>
                  </a:lnTo>
                  <a:lnTo>
                    <a:pt x="352" y="0"/>
                  </a:lnTo>
                  <a:lnTo>
                    <a:pt x="339" y="0"/>
                  </a:lnTo>
                  <a:lnTo>
                    <a:pt x="333" y="0"/>
                  </a:lnTo>
                  <a:lnTo>
                    <a:pt x="326" y="0"/>
                  </a:lnTo>
                  <a:lnTo>
                    <a:pt x="320" y="0"/>
                  </a:lnTo>
                  <a:lnTo>
                    <a:pt x="307" y="0"/>
                  </a:lnTo>
                  <a:lnTo>
                    <a:pt x="300" y="0"/>
                  </a:lnTo>
                  <a:lnTo>
                    <a:pt x="294" y="0"/>
                  </a:lnTo>
                  <a:lnTo>
                    <a:pt x="287" y="0"/>
                  </a:lnTo>
                  <a:lnTo>
                    <a:pt x="281" y="0"/>
                  </a:lnTo>
                  <a:lnTo>
                    <a:pt x="267" y="0"/>
                  </a:lnTo>
                  <a:lnTo>
                    <a:pt x="261" y="0"/>
                  </a:lnTo>
                  <a:lnTo>
                    <a:pt x="254" y="0"/>
                  </a:lnTo>
                  <a:lnTo>
                    <a:pt x="248" y="0"/>
                  </a:lnTo>
                  <a:lnTo>
                    <a:pt x="241" y="0"/>
                  </a:lnTo>
                  <a:lnTo>
                    <a:pt x="228" y="0"/>
                  </a:lnTo>
                  <a:lnTo>
                    <a:pt x="222" y="0"/>
                  </a:lnTo>
                  <a:lnTo>
                    <a:pt x="215" y="0"/>
                  </a:lnTo>
                  <a:lnTo>
                    <a:pt x="209" y="0"/>
                  </a:lnTo>
                  <a:lnTo>
                    <a:pt x="196" y="0"/>
                  </a:lnTo>
                  <a:lnTo>
                    <a:pt x="189" y="0"/>
                  </a:lnTo>
                  <a:lnTo>
                    <a:pt x="183" y="0"/>
                  </a:lnTo>
                  <a:lnTo>
                    <a:pt x="176" y="0"/>
                  </a:lnTo>
                  <a:lnTo>
                    <a:pt x="170" y="0"/>
                  </a:lnTo>
                  <a:lnTo>
                    <a:pt x="157" y="0"/>
                  </a:lnTo>
                  <a:lnTo>
                    <a:pt x="150" y="0"/>
                  </a:lnTo>
                  <a:lnTo>
                    <a:pt x="144" y="0"/>
                  </a:lnTo>
                  <a:lnTo>
                    <a:pt x="137" y="0"/>
                  </a:lnTo>
                  <a:lnTo>
                    <a:pt x="124" y="0"/>
                  </a:lnTo>
                  <a:lnTo>
                    <a:pt x="118" y="0"/>
                  </a:lnTo>
                  <a:lnTo>
                    <a:pt x="111" y="0"/>
                  </a:lnTo>
                  <a:lnTo>
                    <a:pt x="105" y="0"/>
                  </a:lnTo>
                  <a:lnTo>
                    <a:pt x="98" y="0"/>
                  </a:lnTo>
                  <a:lnTo>
                    <a:pt x="85" y="0"/>
                  </a:lnTo>
                  <a:lnTo>
                    <a:pt x="78" y="0"/>
                  </a:lnTo>
                  <a:lnTo>
                    <a:pt x="72" y="0"/>
                  </a:lnTo>
                  <a:lnTo>
                    <a:pt x="65" y="0"/>
                  </a:lnTo>
                  <a:lnTo>
                    <a:pt x="59" y="0"/>
                  </a:lnTo>
                  <a:lnTo>
                    <a:pt x="46" y="0"/>
                  </a:lnTo>
                  <a:lnTo>
                    <a:pt x="39" y="0"/>
                  </a:lnTo>
                  <a:lnTo>
                    <a:pt x="33" y="0"/>
                  </a:lnTo>
                  <a:lnTo>
                    <a:pt x="26" y="0"/>
                  </a:lnTo>
                  <a:lnTo>
                    <a:pt x="13" y="0"/>
                  </a:lnTo>
                  <a:lnTo>
                    <a:pt x="7" y="0"/>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588" name="Freeform 164">
              <a:extLst>
                <a:ext uri="{FF2B5EF4-FFF2-40B4-BE49-F238E27FC236}">
                  <a16:creationId xmlns:a16="http://schemas.microsoft.com/office/drawing/2014/main" id="{1CF297DE-33BC-4B49-9D74-BB6A941D90EF}"/>
                </a:ext>
              </a:extLst>
            </p:cNvPr>
            <p:cNvSpPr>
              <a:spLocks/>
            </p:cNvSpPr>
            <p:nvPr/>
          </p:nvSpPr>
          <p:spPr bwMode="auto">
            <a:xfrm>
              <a:off x="3459" y="2152"/>
              <a:ext cx="1628" cy="0"/>
            </a:xfrm>
            <a:custGeom>
              <a:avLst/>
              <a:gdLst>
                <a:gd name="T0" fmla="*/ 46 w 3962"/>
                <a:gd name="T1" fmla="*/ 99 w 3962"/>
                <a:gd name="T2" fmla="*/ 150 w 3962"/>
                <a:gd name="T3" fmla="*/ 204 w 3962"/>
                <a:gd name="T4" fmla="*/ 254 w 3962"/>
                <a:gd name="T5" fmla="*/ 305 w 3962"/>
                <a:gd name="T6" fmla="*/ 359 w 3962"/>
                <a:gd name="T7" fmla="*/ 410 w 3962"/>
                <a:gd name="T8" fmla="*/ 463 w 3962"/>
                <a:gd name="T9" fmla="*/ 514 w 3962"/>
                <a:gd name="T10" fmla="*/ 568 w 3962"/>
                <a:gd name="T11" fmla="*/ 619 w 3962"/>
                <a:gd name="T12" fmla="*/ 672 w 3962"/>
                <a:gd name="T13" fmla="*/ 723 w 3962"/>
                <a:gd name="T14" fmla="*/ 777 w 3962"/>
                <a:gd name="T15" fmla="*/ 828 w 3962"/>
                <a:gd name="T16" fmla="*/ 881 w 3962"/>
                <a:gd name="T17" fmla="*/ 932 w 3962"/>
                <a:gd name="T18" fmla="*/ 985 w 3962"/>
                <a:gd name="T19" fmla="*/ 1036 w 3962"/>
                <a:gd name="T20" fmla="*/ 1090 w 3962"/>
                <a:gd name="T21" fmla="*/ 1141 w 3962"/>
                <a:gd name="T22" fmla="*/ 1194 w 3962"/>
                <a:gd name="T23" fmla="*/ 1245 w 3962"/>
                <a:gd name="T24" fmla="*/ 1299 w 3962"/>
                <a:gd name="T25" fmla="*/ 1350 w 3962"/>
                <a:gd name="T26" fmla="*/ 1403 w 3962"/>
                <a:gd name="T27" fmla="*/ 1454 w 3962"/>
                <a:gd name="T28" fmla="*/ 1508 w 3962"/>
                <a:gd name="T29" fmla="*/ 1559 w 3962"/>
                <a:gd name="T30" fmla="*/ 1612 w 3962"/>
                <a:gd name="T31" fmla="*/ 1596 w 3962"/>
                <a:gd name="T32" fmla="*/ 1543 w 3962"/>
                <a:gd name="T33" fmla="*/ 1492 w 3962"/>
                <a:gd name="T34" fmla="*/ 1438 w 3962"/>
                <a:gd name="T35" fmla="*/ 1387 w 3962"/>
                <a:gd name="T36" fmla="*/ 1334 w 3962"/>
                <a:gd name="T37" fmla="*/ 1283 w 3962"/>
                <a:gd name="T38" fmla="*/ 1229 w 3962"/>
                <a:gd name="T39" fmla="*/ 1178 w 3962"/>
                <a:gd name="T40" fmla="*/ 1125 w 3962"/>
                <a:gd name="T41" fmla="*/ 1074 w 3962"/>
                <a:gd name="T42" fmla="*/ 1020 w 3962"/>
                <a:gd name="T43" fmla="*/ 969 w 3962"/>
                <a:gd name="T44" fmla="*/ 916 w 3962"/>
                <a:gd name="T45" fmla="*/ 865 w 3962"/>
                <a:gd name="T46" fmla="*/ 812 w 3962"/>
                <a:gd name="T47" fmla="*/ 761 w 3962"/>
                <a:gd name="T48" fmla="*/ 707 w 3962"/>
                <a:gd name="T49" fmla="*/ 656 w 3962"/>
                <a:gd name="T50" fmla="*/ 603 w 3962"/>
                <a:gd name="T51" fmla="*/ 552 w 3962"/>
                <a:gd name="T52" fmla="*/ 498 w 3962"/>
                <a:gd name="T53" fmla="*/ 447 w 3962"/>
                <a:gd name="T54" fmla="*/ 394 w 3962"/>
                <a:gd name="T55" fmla="*/ 343 w 3962"/>
                <a:gd name="T56" fmla="*/ 289 w 3962"/>
                <a:gd name="T57" fmla="*/ 238 w 3962"/>
                <a:gd name="T58" fmla="*/ 185 w 3962"/>
                <a:gd name="T59" fmla="*/ 134 w 3962"/>
                <a:gd name="T60" fmla="*/ 81 w 3962"/>
                <a:gd name="T61" fmla="*/ 30 w 396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Lst>
              <a:ahLst/>
              <a:cxnLst>
                <a:cxn ang="T62">
                  <a:pos x="T0" y="0"/>
                </a:cxn>
                <a:cxn ang="T63">
                  <a:pos x="T1" y="0"/>
                </a:cxn>
                <a:cxn ang="T64">
                  <a:pos x="T2" y="0"/>
                </a:cxn>
                <a:cxn ang="T65">
                  <a:pos x="T3" y="0"/>
                </a:cxn>
                <a:cxn ang="T66">
                  <a:pos x="T4" y="0"/>
                </a:cxn>
                <a:cxn ang="T67">
                  <a:pos x="T5" y="0"/>
                </a:cxn>
                <a:cxn ang="T68">
                  <a:pos x="T6" y="0"/>
                </a:cxn>
                <a:cxn ang="T69">
                  <a:pos x="T7" y="0"/>
                </a:cxn>
                <a:cxn ang="T70">
                  <a:pos x="T8" y="0"/>
                </a:cxn>
                <a:cxn ang="T71">
                  <a:pos x="T9" y="0"/>
                </a:cxn>
                <a:cxn ang="T72">
                  <a:pos x="T10" y="0"/>
                </a:cxn>
                <a:cxn ang="T73">
                  <a:pos x="T11" y="0"/>
                </a:cxn>
                <a:cxn ang="T74">
                  <a:pos x="T12" y="0"/>
                </a:cxn>
                <a:cxn ang="T75">
                  <a:pos x="T13" y="0"/>
                </a:cxn>
                <a:cxn ang="T76">
                  <a:pos x="T14" y="0"/>
                </a:cxn>
                <a:cxn ang="T77">
                  <a:pos x="T15" y="0"/>
                </a:cxn>
                <a:cxn ang="T78">
                  <a:pos x="T16" y="0"/>
                </a:cxn>
                <a:cxn ang="T79">
                  <a:pos x="T17" y="0"/>
                </a:cxn>
                <a:cxn ang="T80">
                  <a:pos x="T18" y="0"/>
                </a:cxn>
                <a:cxn ang="T81">
                  <a:pos x="T19" y="0"/>
                </a:cxn>
                <a:cxn ang="T82">
                  <a:pos x="T20" y="0"/>
                </a:cxn>
                <a:cxn ang="T83">
                  <a:pos x="T21" y="0"/>
                </a:cxn>
                <a:cxn ang="T84">
                  <a:pos x="T22" y="0"/>
                </a:cxn>
                <a:cxn ang="T85">
                  <a:pos x="T23" y="0"/>
                </a:cxn>
                <a:cxn ang="T86">
                  <a:pos x="T24" y="0"/>
                </a:cxn>
                <a:cxn ang="T87">
                  <a:pos x="T25" y="0"/>
                </a:cxn>
                <a:cxn ang="T88">
                  <a:pos x="T26" y="0"/>
                </a:cxn>
                <a:cxn ang="T89">
                  <a:pos x="T27" y="0"/>
                </a:cxn>
                <a:cxn ang="T90">
                  <a:pos x="T28" y="0"/>
                </a:cxn>
                <a:cxn ang="T91">
                  <a:pos x="T29" y="0"/>
                </a:cxn>
                <a:cxn ang="T92">
                  <a:pos x="T30" y="0"/>
                </a:cxn>
                <a:cxn ang="T93">
                  <a:pos x="T31" y="0"/>
                </a:cxn>
                <a:cxn ang="T94">
                  <a:pos x="T32" y="0"/>
                </a:cxn>
                <a:cxn ang="T95">
                  <a:pos x="T33" y="0"/>
                </a:cxn>
                <a:cxn ang="T96">
                  <a:pos x="T34" y="0"/>
                </a:cxn>
                <a:cxn ang="T97">
                  <a:pos x="T35" y="0"/>
                </a:cxn>
                <a:cxn ang="T98">
                  <a:pos x="T36" y="0"/>
                </a:cxn>
                <a:cxn ang="T99">
                  <a:pos x="T37" y="0"/>
                </a:cxn>
                <a:cxn ang="T100">
                  <a:pos x="T38" y="0"/>
                </a:cxn>
                <a:cxn ang="T101">
                  <a:pos x="T39" y="0"/>
                </a:cxn>
                <a:cxn ang="T102">
                  <a:pos x="T40" y="0"/>
                </a:cxn>
                <a:cxn ang="T103">
                  <a:pos x="T41" y="0"/>
                </a:cxn>
                <a:cxn ang="T104">
                  <a:pos x="T42" y="0"/>
                </a:cxn>
                <a:cxn ang="T105">
                  <a:pos x="T43" y="0"/>
                </a:cxn>
                <a:cxn ang="T106">
                  <a:pos x="T44" y="0"/>
                </a:cxn>
                <a:cxn ang="T107">
                  <a:pos x="T45" y="0"/>
                </a:cxn>
                <a:cxn ang="T108">
                  <a:pos x="T46" y="0"/>
                </a:cxn>
                <a:cxn ang="T109">
                  <a:pos x="T47" y="0"/>
                </a:cxn>
                <a:cxn ang="T110">
                  <a:pos x="T48" y="0"/>
                </a:cxn>
                <a:cxn ang="T111">
                  <a:pos x="T49" y="0"/>
                </a:cxn>
                <a:cxn ang="T112">
                  <a:pos x="T50" y="0"/>
                </a:cxn>
                <a:cxn ang="T113">
                  <a:pos x="T51" y="0"/>
                </a:cxn>
                <a:cxn ang="T114">
                  <a:pos x="T52" y="0"/>
                </a:cxn>
                <a:cxn ang="T115">
                  <a:pos x="T53" y="0"/>
                </a:cxn>
                <a:cxn ang="T116">
                  <a:pos x="T54" y="0"/>
                </a:cxn>
                <a:cxn ang="T117">
                  <a:pos x="T55" y="0"/>
                </a:cxn>
                <a:cxn ang="T118">
                  <a:pos x="T56" y="0"/>
                </a:cxn>
                <a:cxn ang="T119">
                  <a:pos x="T57" y="0"/>
                </a:cxn>
                <a:cxn ang="T120">
                  <a:pos x="T58" y="0"/>
                </a:cxn>
                <a:cxn ang="T121">
                  <a:pos x="T59" y="0"/>
                </a:cxn>
                <a:cxn ang="T122">
                  <a:pos x="T60" y="0"/>
                </a:cxn>
                <a:cxn ang="T123">
                  <a:pos x="T61" y="0"/>
                </a:cxn>
              </a:cxnLst>
              <a:rect l="0" t="0" r="r" b="b"/>
              <a:pathLst>
                <a:path w="3962">
                  <a:moveTo>
                    <a:pt x="0" y="0"/>
                  </a:moveTo>
                  <a:lnTo>
                    <a:pt x="0" y="0"/>
                  </a:lnTo>
                  <a:lnTo>
                    <a:pt x="7" y="0"/>
                  </a:lnTo>
                  <a:lnTo>
                    <a:pt x="13" y="0"/>
                  </a:lnTo>
                  <a:lnTo>
                    <a:pt x="26" y="0"/>
                  </a:lnTo>
                  <a:lnTo>
                    <a:pt x="33" y="0"/>
                  </a:lnTo>
                  <a:lnTo>
                    <a:pt x="39" y="0"/>
                  </a:lnTo>
                  <a:lnTo>
                    <a:pt x="46" y="0"/>
                  </a:lnTo>
                  <a:lnTo>
                    <a:pt x="59" y="0"/>
                  </a:lnTo>
                  <a:lnTo>
                    <a:pt x="65" y="0"/>
                  </a:lnTo>
                  <a:lnTo>
                    <a:pt x="72" y="0"/>
                  </a:lnTo>
                  <a:lnTo>
                    <a:pt x="78" y="0"/>
                  </a:lnTo>
                  <a:lnTo>
                    <a:pt x="85" y="0"/>
                  </a:lnTo>
                  <a:lnTo>
                    <a:pt x="98" y="0"/>
                  </a:lnTo>
                  <a:lnTo>
                    <a:pt x="105" y="0"/>
                  </a:lnTo>
                  <a:lnTo>
                    <a:pt x="111" y="0"/>
                  </a:lnTo>
                  <a:lnTo>
                    <a:pt x="118" y="0"/>
                  </a:lnTo>
                  <a:lnTo>
                    <a:pt x="124" y="0"/>
                  </a:lnTo>
                  <a:lnTo>
                    <a:pt x="137" y="0"/>
                  </a:lnTo>
                  <a:lnTo>
                    <a:pt x="144" y="0"/>
                  </a:lnTo>
                  <a:lnTo>
                    <a:pt x="150" y="0"/>
                  </a:lnTo>
                  <a:lnTo>
                    <a:pt x="157" y="0"/>
                  </a:lnTo>
                  <a:lnTo>
                    <a:pt x="170" y="0"/>
                  </a:lnTo>
                  <a:lnTo>
                    <a:pt x="176" y="0"/>
                  </a:lnTo>
                  <a:lnTo>
                    <a:pt x="183" y="0"/>
                  </a:lnTo>
                  <a:lnTo>
                    <a:pt x="189" y="0"/>
                  </a:lnTo>
                  <a:lnTo>
                    <a:pt x="196" y="0"/>
                  </a:lnTo>
                  <a:lnTo>
                    <a:pt x="209" y="0"/>
                  </a:lnTo>
                  <a:lnTo>
                    <a:pt x="215" y="0"/>
                  </a:lnTo>
                  <a:lnTo>
                    <a:pt x="222" y="0"/>
                  </a:lnTo>
                  <a:lnTo>
                    <a:pt x="228" y="0"/>
                  </a:lnTo>
                  <a:lnTo>
                    <a:pt x="241" y="0"/>
                  </a:lnTo>
                  <a:lnTo>
                    <a:pt x="248" y="0"/>
                  </a:lnTo>
                  <a:lnTo>
                    <a:pt x="254" y="0"/>
                  </a:lnTo>
                  <a:lnTo>
                    <a:pt x="261" y="0"/>
                  </a:lnTo>
                  <a:lnTo>
                    <a:pt x="267" y="0"/>
                  </a:lnTo>
                  <a:lnTo>
                    <a:pt x="281" y="0"/>
                  </a:lnTo>
                  <a:lnTo>
                    <a:pt x="287" y="0"/>
                  </a:lnTo>
                  <a:lnTo>
                    <a:pt x="294" y="0"/>
                  </a:lnTo>
                  <a:lnTo>
                    <a:pt x="300" y="0"/>
                  </a:lnTo>
                  <a:lnTo>
                    <a:pt x="307" y="0"/>
                  </a:lnTo>
                  <a:lnTo>
                    <a:pt x="320" y="0"/>
                  </a:lnTo>
                  <a:lnTo>
                    <a:pt x="326" y="0"/>
                  </a:lnTo>
                  <a:lnTo>
                    <a:pt x="333" y="0"/>
                  </a:lnTo>
                  <a:lnTo>
                    <a:pt x="339" y="0"/>
                  </a:lnTo>
                  <a:lnTo>
                    <a:pt x="352" y="0"/>
                  </a:lnTo>
                  <a:lnTo>
                    <a:pt x="359" y="0"/>
                  </a:lnTo>
                  <a:lnTo>
                    <a:pt x="365" y="0"/>
                  </a:lnTo>
                  <a:lnTo>
                    <a:pt x="372" y="0"/>
                  </a:lnTo>
                  <a:lnTo>
                    <a:pt x="378" y="0"/>
                  </a:lnTo>
                  <a:lnTo>
                    <a:pt x="391" y="0"/>
                  </a:lnTo>
                  <a:lnTo>
                    <a:pt x="398" y="0"/>
                  </a:lnTo>
                  <a:lnTo>
                    <a:pt x="404" y="0"/>
                  </a:lnTo>
                  <a:lnTo>
                    <a:pt x="411" y="0"/>
                  </a:lnTo>
                  <a:lnTo>
                    <a:pt x="424" y="0"/>
                  </a:lnTo>
                  <a:lnTo>
                    <a:pt x="430" y="0"/>
                  </a:lnTo>
                  <a:lnTo>
                    <a:pt x="437" y="0"/>
                  </a:lnTo>
                  <a:lnTo>
                    <a:pt x="443" y="0"/>
                  </a:lnTo>
                  <a:lnTo>
                    <a:pt x="450" y="0"/>
                  </a:lnTo>
                  <a:lnTo>
                    <a:pt x="463" y="0"/>
                  </a:lnTo>
                  <a:lnTo>
                    <a:pt x="469" y="0"/>
                  </a:lnTo>
                  <a:lnTo>
                    <a:pt x="476" y="0"/>
                  </a:lnTo>
                  <a:lnTo>
                    <a:pt x="483" y="0"/>
                  </a:lnTo>
                  <a:lnTo>
                    <a:pt x="496" y="0"/>
                  </a:lnTo>
                  <a:lnTo>
                    <a:pt x="502" y="0"/>
                  </a:lnTo>
                  <a:lnTo>
                    <a:pt x="509" y="0"/>
                  </a:lnTo>
                  <a:lnTo>
                    <a:pt x="515" y="0"/>
                  </a:lnTo>
                  <a:lnTo>
                    <a:pt x="522" y="0"/>
                  </a:lnTo>
                  <a:lnTo>
                    <a:pt x="535" y="0"/>
                  </a:lnTo>
                  <a:lnTo>
                    <a:pt x="541" y="0"/>
                  </a:lnTo>
                  <a:lnTo>
                    <a:pt x="548" y="0"/>
                  </a:lnTo>
                  <a:lnTo>
                    <a:pt x="554" y="0"/>
                  </a:lnTo>
                  <a:lnTo>
                    <a:pt x="561" y="0"/>
                  </a:lnTo>
                  <a:lnTo>
                    <a:pt x="574" y="0"/>
                  </a:lnTo>
                  <a:lnTo>
                    <a:pt x="580" y="0"/>
                  </a:lnTo>
                  <a:lnTo>
                    <a:pt x="587" y="0"/>
                  </a:lnTo>
                  <a:lnTo>
                    <a:pt x="593" y="0"/>
                  </a:lnTo>
                  <a:lnTo>
                    <a:pt x="606" y="0"/>
                  </a:lnTo>
                  <a:lnTo>
                    <a:pt x="613" y="0"/>
                  </a:lnTo>
                  <a:lnTo>
                    <a:pt x="619" y="0"/>
                  </a:lnTo>
                  <a:lnTo>
                    <a:pt x="626" y="0"/>
                  </a:lnTo>
                  <a:lnTo>
                    <a:pt x="632" y="0"/>
                  </a:lnTo>
                  <a:lnTo>
                    <a:pt x="645" y="0"/>
                  </a:lnTo>
                  <a:lnTo>
                    <a:pt x="652" y="0"/>
                  </a:lnTo>
                  <a:lnTo>
                    <a:pt x="658" y="0"/>
                  </a:lnTo>
                  <a:lnTo>
                    <a:pt x="665" y="0"/>
                  </a:lnTo>
                  <a:lnTo>
                    <a:pt x="678" y="0"/>
                  </a:lnTo>
                  <a:lnTo>
                    <a:pt x="685" y="0"/>
                  </a:lnTo>
                  <a:lnTo>
                    <a:pt x="691" y="0"/>
                  </a:lnTo>
                  <a:lnTo>
                    <a:pt x="698" y="0"/>
                  </a:lnTo>
                  <a:lnTo>
                    <a:pt x="704" y="0"/>
                  </a:lnTo>
                  <a:lnTo>
                    <a:pt x="717" y="0"/>
                  </a:lnTo>
                  <a:lnTo>
                    <a:pt x="724" y="0"/>
                  </a:lnTo>
                  <a:lnTo>
                    <a:pt x="730" y="0"/>
                  </a:lnTo>
                  <a:lnTo>
                    <a:pt x="737" y="0"/>
                  </a:lnTo>
                  <a:lnTo>
                    <a:pt x="743" y="0"/>
                  </a:lnTo>
                  <a:lnTo>
                    <a:pt x="756" y="0"/>
                  </a:lnTo>
                  <a:lnTo>
                    <a:pt x="763" y="0"/>
                  </a:lnTo>
                  <a:lnTo>
                    <a:pt x="769" y="0"/>
                  </a:lnTo>
                  <a:lnTo>
                    <a:pt x="776" y="0"/>
                  </a:lnTo>
                  <a:lnTo>
                    <a:pt x="789" y="0"/>
                  </a:lnTo>
                  <a:lnTo>
                    <a:pt x="795" y="0"/>
                  </a:lnTo>
                  <a:lnTo>
                    <a:pt x="802" y="0"/>
                  </a:lnTo>
                  <a:lnTo>
                    <a:pt x="808" y="0"/>
                  </a:lnTo>
                  <a:lnTo>
                    <a:pt x="815" y="0"/>
                  </a:lnTo>
                  <a:lnTo>
                    <a:pt x="828" y="0"/>
                  </a:lnTo>
                  <a:lnTo>
                    <a:pt x="834" y="0"/>
                  </a:lnTo>
                  <a:lnTo>
                    <a:pt x="841" y="0"/>
                  </a:lnTo>
                  <a:lnTo>
                    <a:pt x="847" y="0"/>
                  </a:lnTo>
                  <a:lnTo>
                    <a:pt x="860" y="0"/>
                  </a:lnTo>
                  <a:lnTo>
                    <a:pt x="867" y="0"/>
                  </a:lnTo>
                  <a:lnTo>
                    <a:pt x="874" y="0"/>
                  </a:lnTo>
                  <a:lnTo>
                    <a:pt x="880" y="0"/>
                  </a:lnTo>
                  <a:lnTo>
                    <a:pt x="887" y="0"/>
                  </a:lnTo>
                  <a:lnTo>
                    <a:pt x="900" y="0"/>
                  </a:lnTo>
                  <a:lnTo>
                    <a:pt x="906" y="0"/>
                  </a:lnTo>
                  <a:lnTo>
                    <a:pt x="913" y="0"/>
                  </a:lnTo>
                  <a:lnTo>
                    <a:pt x="919" y="0"/>
                  </a:lnTo>
                  <a:lnTo>
                    <a:pt x="926" y="0"/>
                  </a:lnTo>
                  <a:lnTo>
                    <a:pt x="939" y="0"/>
                  </a:lnTo>
                  <a:lnTo>
                    <a:pt x="945" y="0"/>
                  </a:lnTo>
                  <a:lnTo>
                    <a:pt x="952" y="0"/>
                  </a:lnTo>
                  <a:lnTo>
                    <a:pt x="958" y="0"/>
                  </a:lnTo>
                  <a:lnTo>
                    <a:pt x="971" y="0"/>
                  </a:lnTo>
                  <a:lnTo>
                    <a:pt x="978" y="0"/>
                  </a:lnTo>
                  <a:lnTo>
                    <a:pt x="984" y="0"/>
                  </a:lnTo>
                  <a:lnTo>
                    <a:pt x="991" y="0"/>
                  </a:lnTo>
                  <a:lnTo>
                    <a:pt x="997" y="0"/>
                  </a:lnTo>
                  <a:lnTo>
                    <a:pt x="1010" y="0"/>
                  </a:lnTo>
                  <a:lnTo>
                    <a:pt x="1017" y="0"/>
                  </a:lnTo>
                  <a:lnTo>
                    <a:pt x="1023" y="0"/>
                  </a:lnTo>
                  <a:lnTo>
                    <a:pt x="1030" y="0"/>
                  </a:lnTo>
                  <a:lnTo>
                    <a:pt x="1043" y="0"/>
                  </a:lnTo>
                  <a:lnTo>
                    <a:pt x="1049" y="0"/>
                  </a:lnTo>
                  <a:lnTo>
                    <a:pt x="1056" y="0"/>
                  </a:lnTo>
                  <a:lnTo>
                    <a:pt x="1062" y="0"/>
                  </a:lnTo>
                  <a:lnTo>
                    <a:pt x="1069" y="0"/>
                  </a:lnTo>
                  <a:lnTo>
                    <a:pt x="1082" y="0"/>
                  </a:lnTo>
                  <a:lnTo>
                    <a:pt x="1089" y="0"/>
                  </a:lnTo>
                  <a:lnTo>
                    <a:pt x="1095" y="0"/>
                  </a:lnTo>
                  <a:lnTo>
                    <a:pt x="1102" y="0"/>
                  </a:lnTo>
                  <a:lnTo>
                    <a:pt x="1115" y="0"/>
                  </a:lnTo>
                  <a:lnTo>
                    <a:pt x="1121" y="0"/>
                  </a:lnTo>
                  <a:lnTo>
                    <a:pt x="1128" y="0"/>
                  </a:lnTo>
                  <a:lnTo>
                    <a:pt x="1134" y="0"/>
                  </a:lnTo>
                  <a:lnTo>
                    <a:pt x="1141" y="0"/>
                  </a:lnTo>
                  <a:lnTo>
                    <a:pt x="1154" y="0"/>
                  </a:lnTo>
                  <a:lnTo>
                    <a:pt x="1160" y="0"/>
                  </a:lnTo>
                  <a:lnTo>
                    <a:pt x="1167" y="0"/>
                  </a:lnTo>
                  <a:lnTo>
                    <a:pt x="1173" y="0"/>
                  </a:lnTo>
                  <a:lnTo>
                    <a:pt x="1180" y="0"/>
                  </a:lnTo>
                  <a:lnTo>
                    <a:pt x="1193" y="0"/>
                  </a:lnTo>
                  <a:lnTo>
                    <a:pt x="1199" y="0"/>
                  </a:lnTo>
                  <a:lnTo>
                    <a:pt x="1206" y="0"/>
                  </a:lnTo>
                  <a:lnTo>
                    <a:pt x="1212" y="0"/>
                  </a:lnTo>
                  <a:lnTo>
                    <a:pt x="1225" y="0"/>
                  </a:lnTo>
                  <a:lnTo>
                    <a:pt x="1232" y="0"/>
                  </a:lnTo>
                  <a:lnTo>
                    <a:pt x="1238" y="0"/>
                  </a:lnTo>
                  <a:lnTo>
                    <a:pt x="1245" y="0"/>
                  </a:lnTo>
                  <a:lnTo>
                    <a:pt x="1251" y="0"/>
                  </a:lnTo>
                  <a:lnTo>
                    <a:pt x="1264" y="0"/>
                  </a:lnTo>
                  <a:lnTo>
                    <a:pt x="1271" y="0"/>
                  </a:lnTo>
                  <a:lnTo>
                    <a:pt x="1278" y="0"/>
                  </a:lnTo>
                  <a:lnTo>
                    <a:pt x="1284" y="0"/>
                  </a:lnTo>
                  <a:lnTo>
                    <a:pt x="1297" y="0"/>
                  </a:lnTo>
                  <a:lnTo>
                    <a:pt x="1304" y="0"/>
                  </a:lnTo>
                  <a:lnTo>
                    <a:pt x="1310" y="0"/>
                  </a:lnTo>
                  <a:lnTo>
                    <a:pt x="1317" y="0"/>
                  </a:lnTo>
                  <a:lnTo>
                    <a:pt x="1323" y="0"/>
                  </a:lnTo>
                  <a:lnTo>
                    <a:pt x="1336" y="0"/>
                  </a:lnTo>
                  <a:lnTo>
                    <a:pt x="1343" y="0"/>
                  </a:lnTo>
                  <a:lnTo>
                    <a:pt x="1349" y="0"/>
                  </a:lnTo>
                  <a:lnTo>
                    <a:pt x="1356" y="0"/>
                  </a:lnTo>
                  <a:lnTo>
                    <a:pt x="1362" y="0"/>
                  </a:lnTo>
                  <a:lnTo>
                    <a:pt x="1375" y="0"/>
                  </a:lnTo>
                  <a:lnTo>
                    <a:pt x="1382" y="0"/>
                  </a:lnTo>
                  <a:lnTo>
                    <a:pt x="1388" y="0"/>
                  </a:lnTo>
                  <a:lnTo>
                    <a:pt x="1395" y="0"/>
                  </a:lnTo>
                  <a:lnTo>
                    <a:pt x="1408" y="0"/>
                  </a:lnTo>
                  <a:lnTo>
                    <a:pt x="1414" y="0"/>
                  </a:lnTo>
                  <a:lnTo>
                    <a:pt x="1421" y="0"/>
                  </a:lnTo>
                  <a:lnTo>
                    <a:pt x="1427" y="0"/>
                  </a:lnTo>
                  <a:lnTo>
                    <a:pt x="1434" y="0"/>
                  </a:lnTo>
                  <a:lnTo>
                    <a:pt x="1447" y="0"/>
                  </a:lnTo>
                  <a:lnTo>
                    <a:pt x="1453" y="0"/>
                  </a:lnTo>
                  <a:lnTo>
                    <a:pt x="1460" y="0"/>
                  </a:lnTo>
                  <a:lnTo>
                    <a:pt x="1467" y="0"/>
                  </a:lnTo>
                  <a:lnTo>
                    <a:pt x="1480" y="0"/>
                  </a:lnTo>
                  <a:lnTo>
                    <a:pt x="1486" y="0"/>
                  </a:lnTo>
                  <a:lnTo>
                    <a:pt x="1493" y="0"/>
                  </a:lnTo>
                  <a:lnTo>
                    <a:pt x="1499" y="0"/>
                  </a:lnTo>
                  <a:lnTo>
                    <a:pt x="1506" y="0"/>
                  </a:lnTo>
                  <a:lnTo>
                    <a:pt x="1519" y="0"/>
                  </a:lnTo>
                  <a:lnTo>
                    <a:pt x="1525" y="0"/>
                  </a:lnTo>
                  <a:lnTo>
                    <a:pt x="1532" y="0"/>
                  </a:lnTo>
                  <a:lnTo>
                    <a:pt x="1538" y="0"/>
                  </a:lnTo>
                  <a:lnTo>
                    <a:pt x="1545" y="0"/>
                  </a:lnTo>
                  <a:lnTo>
                    <a:pt x="1558" y="0"/>
                  </a:lnTo>
                  <a:lnTo>
                    <a:pt x="1564" y="0"/>
                  </a:lnTo>
                  <a:lnTo>
                    <a:pt x="1571" y="0"/>
                  </a:lnTo>
                  <a:lnTo>
                    <a:pt x="1577" y="0"/>
                  </a:lnTo>
                  <a:lnTo>
                    <a:pt x="1590" y="0"/>
                  </a:lnTo>
                  <a:lnTo>
                    <a:pt x="1597" y="0"/>
                  </a:lnTo>
                  <a:lnTo>
                    <a:pt x="1603" y="0"/>
                  </a:lnTo>
                  <a:lnTo>
                    <a:pt x="1610" y="0"/>
                  </a:lnTo>
                  <a:lnTo>
                    <a:pt x="1616" y="0"/>
                  </a:lnTo>
                  <a:lnTo>
                    <a:pt x="1629" y="0"/>
                  </a:lnTo>
                  <a:lnTo>
                    <a:pt x="1636" y="0"/>
                  </a:lnTo>
                  <a:lnTo>
                    <a:pt x="1642" y="0"/>
                  </a:lnTo>
                  <a:lnTo>
                    <a:pt x="1649" y="0"/>
                  </a:lnTo>
                  <a:lnTo>
                    <a:pt x="1662" y="0"/>
                  </a:lnTo>
                  <a:lnTo>
                    <a:pt x="1669" y="0"/>
                  </a:lnTo>
                  <a:lnTo>
                    <a:pt x="1675" y="0"/>
                  </a:lnTo>
                  <a:lnTo>
                    <a:pt x="1682" y="0"/>
                  </a:lnTo>
                  <a:lnTo>
                    <a:pt x="1688" y="0"/>
                  </a:lnTo>
                  <a:lnTo>
                    <a:pt x="1701" y="0"/>
                  </a:lnTo>
                  <a:lnTo>
                    <a:pt x="1708" y="0"/>
                  </a:lnTo>
                  <a:lnTo>
                    <a:pt x="1714" y="0"/>
                  </a:lnTo>
                  <a:lnTo>
                    <a:pt x="1721" y="0"/>
                  </a:lnTo>
                  <a:lnTo>
                    <a:pt x="1734" y="0"/>
                  </a:lnTo>
                  <a:lnTo>
                    <a:pt x="1740" y="0"/>
                  </a:lnTo>
                  <a:lnTo>
                    <a:pt x="1747" y="0"/>
                  </a:lnTo>
                  <a:lnTo>
                    <a:pt x="1753" y="0"/>
                  </a:lnTo>
                  <a:lnTo>
                    <a:pt x="1760" y="0"/>
                  </a:lnTo>
                  <a:lnTo>
                    <a:pt x="1773" y="0"/>
                  </a:lnTo>
                  <a:lnTo>
                    <a:pt x="1779" y="0"/>
                  </a:lnTo>
                  <a:lnTo>
                    <a:pt x="1786" y="0"/>
                  </a:lnTo>
                  <a:lnTo>
                    <a:pt x="1792" y="0"/>
                  </a:lnTo>
                  <a:lnTo>
                    <a:pt x="1799" y="0"/>
                  </a:lnTo>
                  <a:lnTo>
                    <a:pt x="1812" y="0"/>
                  </a:lnTo>
                  <a:lnTo>
                    <a:pt x="1818" y="0"/>
                  </a:lnTo>
                  <a:lnTo>
                    <a:pt x="1825" y="0"/>
                  </a:lnTo>
                  <a:lnTo>
                    <a:pt x="1831" y="0"/>
                  </a:lnTo>
                  <a:lnTo>
                    <a:pt x="1844" y="0"/>
                  </a:lnTo>
                  <a:lnTo>
                    <a:pt x="1851" y="0"/>
                  </a:lnTo>
                  <a:lnTo>
                    <a:pt x="1857" y="0"/>
                  </a:lnTo>
                  <a:lnTo>
                    <a:pt x="1864" y="0"/>
                  </a:lnTo>
                  <a:lnTo>
                    <a:pt x="1871" y="0"/>
                  </a:lnTo>
                  <a:lnTo>
                    <a:pt x="1884" y="0"/>
                  </a:lnTo>
                  <a:lnTo>
                    <a:pt x="1890" y="0"/>
                  </a:lnTo>
                  <a:lnTo>
                    <a:pt x="1897" y="0"/>
                  </a:lnTo>
                  <a:lnTo>
                    <a:pt x="1903" y="0"/>
                  </a:lnTo>
                  <a:lnTo>
                    <a:pt x="1916" y="0"/>
                  </a:lnTo>
                  <a:lnTo>
                    <a:pt x="1923" y="0"/>
                  </a:lnTo>
                  <a:lnTo>
                    <a:pt x="1929" y="0"/>
                  </a:lnTo>
                  <a:lnTo>
                    <a:pt x="1936" y="0"/>
                  </a:lnTo>
                  <a:lnTo>
                    <a:pt x="1942" y="0"/>
                  </a:lnTo>
                  <a:lnTo>
                    <a:pt x="1955" y="0"/>
                  </a:lnTo>
                  <a:lnTo>
                    <a:pt x="1962" y="0"/>
                  </a:lnTo>
                  <a:lnTo>
                    <a:pt x="1968" y="0"/>
                  </a:lnTo>
                  <a:lnTo>
                    <a:pt x="1975" y="0"/>
                  </a:lnTo>
                  <a:lnTo>
                    <a:pt x="1981" y="0"/>
                  </a:lnTo>
                  <a:lnTo>
                    <a:pt x="1994" y="0"/>
                  </a:lnTo>
                  <a:lnTo>
                    <a:pt x="2001" y="0"/>
                  </a:lnTo>
                  <a:lnTo>
                    <a:pt x="2007" y="0"/>
                  </a:lnTo>
                  <a:lnTo>
                    <a:pt x="2014" y="0"/>
                  </a:lnTo>
                  <a:lnTo>
                    <a:pt x="2027" y="0"/>
                  </a:lnTo>
                  <a:lnTo>
                    <a:pt x="2033" y="0"/>
                  </a:lnTo>
                  <a:lnTo>
                    <a:pt x="2040" y="0"/>
                  </a:lnTo>
                  <a:lnTo>
                    <a:pt x="2046" y="0"/>
                  </a:lnTo>
                  <a:lnTo>
                    <a:pt x="2053" y="0"/>
                  </a:lnTo>
                  <a:lnTo>
                    <a:pt x="2066" y="0"/>
                  </a:lnTo>
                  <a:lnTo>
                    <a:pt x="2073" y="0"/>
                  </a:lnTo>
                  <a:lnTo>
                    <a:pt x="2079" y="0"/>
                  </a:lnTo>
                  <a:lnTo>
                    <a:pt x="2086" y="0"/>
                  </a:lnTo>
                  <a:lnTo>
                    <a:pt x="2099" y="0"/>
                  </a:lnTo>
                  <a:lnTo>
                    <a:pt x="2105" y="0"/>
                  </a:lnTo>
                  <a:lnTo>
                    <a:pt x="2112" y="0"/>
                  </a:lnTo>
                  <a:lnTo>
                    <a:pt x="2118" y="0"/>
                  </a:lnTo>
                  <a:lnTo>
                    <a:pt x="2125" y="0"/>
                  </a:lnTo>
                  <a:lnTo>
                    <a:pt x="2138" y="0"/>
                  </a:lnTo>
                  <a:lnTo>
                    <a:pt x="2144" y="0"/>
                  </a:lnTo>
                  <a:lnTo>
                    <a:pt x="2151" y="0"/>
                  </a:lnTo>
                  <a:lnTo>
                    <a:pt x="2157" y="0"/>
                  </a:lnTo>
                  <a:lnTo>
                    <a:pt x="2164" y="0"/>
                  </a:lnTo>
                  <a:lnTo>
                    <a:pt x="2177" y="0"/>
                  </a:lnTo>
                  <a:lnTo>
                    <a:pt x="2183" y="0"/>
                  </a:lnTo>
                  <a:lnTo>
                    <a:pt x="2190" y="0"/>
                  </a:lnTo>
                  <a:lnTo>
                    <a:pt x="2196" y="0"/>
                  </a:lnTo>
                  <a:lnTo>
                    <a:pt x="2209" y="0"/>
                  </a:lnTo>
                  <a:lnTo>
                    <a:pt x="2216" y="0"/>
                  </a:lnTo>
                  <a:lnTo>
                    <a:pt x="2222" y="0"/>
                  </a:lnTo>
                  <a:lnTo>
                    <a:pt x="2229" y="0"/>
                  </a:lnTo>
                  <a:lnTo>
                    <a:pt x="2235" y="0"/>
                  </a:lnTo>
                  <a:lnTo>
                    <a:pt x="2248" y="0"/>
                  </a:lnTo>
                  <a:lnTo>
                    <a:pt x="2255" y="0"/>
                  </a:lnTo>
                  <a:lnTo>
                    <a:pt x="2262" y="0"/>
                  </a:lnTo>
                  <a:lnTo>
                    <a:pt x="2268" y="0"/>
                  </a:lnTo>
                  <a:lnTo>
                    <a:pt x="2281" y="0"/>
                  </a:lnTo>
                  <a:lnTo>
                    <a:pt x="2288" y="0"/>
                  </a:lnTo>
                  <a:lnTo>
                    <a:pt x="2294" y="0"/>
                  </a:lnTo>
                  <a:lnTo>
                    <a:pt x="2301" y="0"/>
                  </a:lnTo>
                  <a:lnTo>
                    <a:pt x="2307" y="0"/>
                  </a:lnTo>
                  <a:lnTo>
                    <a:pt x="2320" y="0"/>
                  </a:lnTo>
                  <a:lnTo>
                    <a:pt x="2327" y="0"/>
                  </a:lnTo>
                  <a:lnTo>
                    <a:pt x="2333" y="0"/>
                  </a:lnTo>
                  <a:lnTo>
                    <a:pt x="2340" y="0"/>
                  </a:lnTo>
                  <a:lnTo>
                    <a:pt x="2353" y="0"/>
                  </a:lnTo>
                  <a:lnTo>
                    <a:pt x="2359" y="0"/>
                  </a:lnTo>
                  <a:lnTo>
                    <a:pt x="2366" y="0"/>
                  </a:lnTo>
                  <a:lnTo>
                    <a:pt x="2372" y="0"/>
                  </a:lnTo>
                  <a:lnTo>
                    <a:pt x="2379" y="0"/>
                  </a:lnTo>
                  <a:lnTo>
                    <a:pt x="2392" y="0"/>
                  </a:lnTo>
                  <a:lnTo>
                    <a:pt x="2398" y="0"/>
                  </a:lnTo>
                  <a:lnTo>
                    <a:pt x="2405" y="0"/>
                  </a:lnTo>
                  <a:lnTo>
                    <a:pt x="2411" y="0"/>
                  </a:lnTo>
                  <a:lnTo>
                    <a:pt x="2418" y="0"/>
                  </a:lnTo>
                  <a:lnTo>
                    <a:pt x="2431" y="0"/>
                  </a:lnTo>
                  <a:lnTo>
                    <a:pt x="2437" y="0"/>
                  </a:lnTo>
                  <a:lnTo>
                    <a:pt x="2444" y="0"/>
                  </a:lnTo>
                  <a:lnTo>
                    <a:pt x="2450" y="0"/>
                  </a:lnTo>
                  <a:lnTo>
                    <a:pt x="2464" y="0"/>
                  </a:lnTo>
                  <a:lnTo>
                    <a:pt x="2470" y="0"/>
                  </a:lnTo>
                  <a:lnTo>
                    <a:pt x="2477" y="0"/>
                  </a:lnTo>
                  <a:lnTo>
                    <a:pt x="2483" y="0"/>
                  </a:lnTo>
                  <a:lnTo>
                    <a:pt x="2490" y="0"/>
                  </a:lnTo>
                  <a:lnTo>
                    <a:pt x="2503" y="0"/>
                  </a:lnTo>
                  <a:lnTo>
                    <a:pt x="2509" y="0"/>
                  </a:lnTo>
                  <a:lnTo>
                    <a:pt x="2516" y="0"/>
                  </a:lnTo>
                  <a:lnTo>
                    <a:pt x="2522" y="0"/>
                  </a:lnTo>
                  <a:lnTo>
                    <a:pt x="2535" y="0"/>
                  </a:lnTo>
                  <a:lnTo>
                    <a:pt x="2542" y="0"/>
                  </a:lnTo>
                  <a:lnTo>
                    <a:pt x="2548" y="0"/>
                  </a:lnTo>
                  <a:lnTo>
                    <a:pt x="2555" y="0"/>
                  </a:lnTo>
                  <a:lnTo>
                    <a:pt x="2561" y="0"/>
                  </a:lnTo>
                  <a:lnTo>
                    <a:pt x="2574" y="0"/>
                  </a:lnTo>
                  <a:lnTo>
                    <a:pt x="2581" y="0"/>
                  </a:lnTo>
                  <a:lnTo>
                    <a:pt x="2587" y="0"/>
                  </a:lnTo>
                  <a:lnTo>
                    <a:pt x="2594" y="0"/>
                  </a:lnTo>
                  <a:lnTo>
                    <a:pt x="2600" y="0"/>
                  </a:lnTo>
                  <a:lnTo>
                    <a:pt x="2613" y="0"/>
                  </a:lnTo>
                  <a:lnTo>
                    <a:pt x="2620" y="0"/>
                  </a:lnTo>
                  <a:lnTo>
                    <a:pt x="2626" y="0"/>
                  </a:lnTo>
                  <a:lnTo>
                    <a:pt x="2633" y="0"/>
                  </a:lnTo>
                  <a:lnTo>
                    <a:pt x="2646" y="0"/>
                  </a:lnTo>
                  <a:lnTo>
                    <a:pt x="2653" y="0"/>
                  </a:lnTo>
                  <a:lnTo>
                    <a:pt x="2659" y="0"/>
                  </a:lnTo>
                  <a:lnTo>
                    <a:pt x="2666" y="0"/>
                  </a:lnTo>
                  <a:lnTo>
                    <a:pt x="2672" y="0"/>
                  </a:lnTo>
                  <a:lnTo>
                    <a:pt x="2685" y="0"/>
                  </a:lnTo>
                  <a:lnTo>
                    <a:pt x="2692" y="0"/>
                  </a:lnTo>
                  <a:lnTo>
                    <a:pt x="2698" y="0"/>
                  </a:lnTo>
                  <a:lnTo>
                    <a:pt x="2705" y="0"/>
                  </a:lnTo>
                  <a:lnTo>
                    <a:pt x="2718" y="0"/>
                  </a:lnTo>
                  <a:lnTo>
                    <a:pt x="2724" y="0"/>
                  </a:lnTo>
                  <a:lnTo>
                    <a:pt x="2731" y="0"/>
                  </a:lnTo>
                  <a:lnTo>
                    <a:pt x="2737" y="0"/>
                  </a:lnTo>
                  <a:lnTo>
                    <a:pt x="2744" y="0"/>
                  </a:lnTo>
                  <a:lnTo>
                    <a:pt x="2757" y="0"/>
                  </a:lnTo>
                  <a:lnTo>
                    <a:pt x="2763" y="0"/>
                  </a:lnTo>
                  <a:lnTo>
                    <a:pt x="2770" y="0"/>
                  </a:lnTo>
                  <a:lnTo>
                    <a:pt x="2776" y="0"/>
                  </a:lnTo>
                  <a:lnTo>
                    <a:pt x="2783" y="0"/>
                  </a:lnTo>
                  <a:lnTo>
                    <a:pt x="2796" y="0"/>
                  </a:lnTo>
                  <a:lnTo>
                    <a:pt x="2802" y="0"/>
                  </a:lnTo>
                  <a:lnTo>
                    <a:pt x="2809" y="0"/>
                  </a:lnTo>
                  <a:lnTo>
                    <a:pt x="2815" y="0"/>
                  </a:lnTo>
                  <a:lnTo>
                    <a:pt x="2828" y="0"/>
                  </a:lnTo>
                  <a:lnTo>
                    <a:pt x="2835" y="0"/>
                  </a:lnTo>
                  <a:lnTo>
                    <a:pt x="2841" y="0"/>
                  </a:lnTo>
                  <a:lnTo>
                    <a:pt x="2848" y="0"/>
                  </a:lnTo>
                  <a:lnTo>
                    <a:pt x="2855" y="0"/>
                  </a:lnTo>
                  <a:lnTo>
                    <a:pt x="2868" y="0"/>
                  </a:lnTo>
                  <a:lnTo>
                    <a:pt x="2874" y="0"/>
                  </a:lnTo>
                  <a:lnTo>
                    <a:pt x="2881" y="0"/>
                  </a:lnTo>
                  <a:lnTo>
                    <a:pt x="2887" y="0"/>
                  </a:lnTo>
                  <a:lnTo>
                    <a:pt x="2900" y="0"/>
                  </a:lnTo>
                  <a:lnTo>
                    <a:pt x="2907" y="0"/>
                  </a:lnTo>
                  <a:lnTo>
                    <a:pt x="2913" y="0"/>
                  </a:lnTo>
                  <a:lnTo>
                    <a:pt x="2920" y="0"/>
                  </a:lnTo>
                  <a:lnTo>
                    <a:pt x="2926" y="0"/>
                  </a:lnTo>
                  <a:lnTo>
                    <a:pt x="2939" y="0"/>
                  </a:lnTo>
                  <a:lnTo>
                    <a:pt x="2946" y="0"/>
                  </a:lnTo>
                  <a:lnTo>
                    <a:pt x="2952" y="0"/>
                  </a:lnTo>
                  <a:lnTo>
                    <a:pt x="2959" y="0"/>
                  </a:lnTo>
                  <a:lnTo>
                    <a:pt x="2972" y="0"/>
                  </a:lnTo>
                  <a:lnTo>
                    <a:pt x="2978" y="0"/>
                  </a:lnTo>
                  <a:lnTo>
                    <a:pt x="2985" y="0"/>
                  </a:lnTo>
                  <a:lnTo>
                    <a:pt x="2991" y="0"/>
                  </a:lnTo>
                  <a:lnTo>
                    <a:pt x="2998" y="0"/>
                  </a:lnTo>
                  <a:lnTo>
                    <a:pt x="3011" y="0"/>
                  </a:lnTo>
                  <a:lnTo>
                    <a:pt x="3017" y="0"/>
                  </a:lnTo>
                  <a:lnTo>
                    <a:pt x="3024" y="0"/>
                  </a:lnTo>
                  <a:lnTo>
                    <a:pt x="3030" y="0"/>
                  </a:lnTo>
                  <a:lnTo>
                    <a:pt x="3037" y="0"/>
                  </a:lnTo>
                  <a:lnTo>
                    <a:pt x="3050" y="0"/>
                  </a:lnTo>
                  <a:lnTo>
                    <a:pt x="3057" y="0"/>
                  </a:lnTo>
                  <a:lnTo>
                    <a:pt x="3063" y="0"/>
                  </a:lnTo>
                  <a:lnTo>
                    <a:pt x="3070" y="0"/>
                  </a:lnTo>
                  <a:lnTo>
                    <a:pt x="3083" y="0"/>
                  </a:lnTo>
                  <a:lnTo>
                    <a:pt x="3089" y="0"/>
                  </a:lnTo>
                  <a:lnTo>
                    <a:pt x="3096" y="0"/>
                  </a:lnTo>
                  <a:lnTo>
                    <a:pt x="3102" y="0"/>
                  </a:lnTo>
                  <a:lnTo>
                    <a:pt x="3109" y="0"/>
                  </a:lnTo>
                  <a:lnTo>
                    <a:pt x="3122" y="0"/>
                  </a:lnTo>
                  <a:lnTo>
                    <a:pt x="3128" y="0"/>
                  </a:lnTo>
                  <a:lnTo>
                    <a:pt x="3135" y="0"/>
                  </a:lnTo>
                  <a:lnTo>
                    <a:pt x="3141" y="0"/>
                  </a:lnTo>
                  <a:lnTo>
                    <a:pt x="3154" y="0"/>
                  </a:lnTo>
                  <a:lnTo>
                    <a:pt x="3161" y="0"/>
                  </a:lnTo>
                  <a:lnTo>
                    <a:pt x="3167" y="0"/>
                  </a:lnTo>
                  <a:lnTo>
                    <a:pt x="3174" y="0"/>
                  </a:lnTo>
                  <a:lnTo>
                    <a:pt x="3180" y="0"/>
                  </a:lnTo>
                  <a:lnTo>
                    <a:pt x="3193" y="0"/>
                  </a:lnTo>
                  <a:lnTo>
                    <a:pt x="3200" y="0"/>
                  </a:lnTo>
                  <a:lnTo>
                    <a:pt x="3206" y="0"/>
                  </a:lnTo>
                  <a:lnTo>
                    <a:pt x="3213" y="0"/>
                  </a:lnTo>
                  <a:lnTo>
                    <a:pt x="3219" y="0"/>
                  </a:lnTo>
                  <a:lnTo>
                    <a:pt x="3232" y="0"/>
                  </a:lnTo>
                  <a:lnTo>
                    <a:pt x="3239" y="0"/>
                  </a:lnTo>
                  <a:lnTo>
                    <a:pt x="3246" y="0"/>
                  </a:lnTo>
                  <a:lnTo>
                    <a:pt x="3252" y="0"/>
                  </a:lnTo>
                  <a:lnTo>
                    <a:pt x="3265" y="0"/>
                  </a:lnTo>
                  <a:lnTo>
                    <a:pt x="3272" y="0"/>
                  </a:lnTo>
                  <a:lnTo>
                    <a:pt x="3278" y="0"/>
                  </a:lnTo>
                  <a:lnTo>
                    <a:pt x="3285" y="0"/>
                  </a:lnTo>
                  <a:lnTo>
                    <a:pt x="3291" y="0"/>
                  </a:lnTo>
                  <a:lnTo>
                    <a:pt x="3304" y="0"/>
                  </a:lnTo>
                  <a:lnTo>
                    <a:pt x="3311" y="0"/>
                  </a:lnTo>
                  <a:lnTo>
                    <a:pt x="3317" y="0"/>
                  </a:lnTo>
                  <a:lnTo>
                    <a:pt x="3324" y="0"/>
                  </a:lnTo>
                  <a:lnTo>
                    <a:pt x="3337" y="0"/>
                  </a:lnTo>
                  <a:lnTo>
                    <a:pt x="3343" y="0"/>
                  </a:lnTo>
                  <a:lnTo>
                    <a:pt x="3350" y="0"/>
                  </a:lnTo>
                  <a:lnTo>
                    <a:pt x="3356" y="0"/>
                  </a:lnTo>
                  <a:lnTo>
                    <a:pt x="3363" y="0"/>
                  </a:lnTo>
                  <a:lnTo>
                    <a:pt x="3376" y="0"/>
                  </a:lnTo>
                  <a:lnTo>
                    <a:pt x="3382" y="0"/>
                  </a:lnTo>
                  <a:lnTo>
                    <a:pt x="3389" y="0"/>
                  </a:lnTo>
                  <a:lnTo>
                    <a:pt x="3395" y="0"/>
                  </a:lnTo>
                  <a:lnTo>
                    <a:pt x="3402" y="0"/>
                  </a:lnTo>
                  <a:lnTo>
                    <a:pt x="3415" y="0"/>
                  </a:lnTo>
                  <a:lnTo>
                    <a:pt x="3421" y="0"/>
                  </a:lnTo>
                  <a:lnTo>
                    <a:pt x="3428" y="0"/>
                  </a:lnTo>
                  <a:lnTo>
                    <a:pt x="3434" y="0"/>
                  </a:lnTo>
                  <a:lnTo>
                    <a:pt x="3448" y="0"/>
                  </a:lnTo>
                  <a:lnTo>
                    <a:pt x="3454" y="0"/>
                  </a:lnTo>
                  <a:lnTo>
                    <a:pt x="3461" y="0"/>
                  </a:lnTo>
                  <a:lnTo>
                    <a:pt x="3467" y="0"/>
                  </a:lnTo>
                  <a:lnTo>
                    <a:pt x="3474" y="0"/>
                  </a:lnTo>
                  <a:lnTo>
                    <a:pt x="3487" y="0"/>
                  </a:lnTo>
                  <a:lnTo>
                    <a:pt x="3493" y="0"/>
                  </a:lnTo>
                  <a:lnTo>
                    <a:pt x="3500" y="0"/>
                  </a:lnTo>
                  <a:lnTo>
                    <a:pt x="3506" y="0"/>
                  </a:lnTo>
                  <a:lnTo>
                    <a:pt x="3519" y="0"/>
                  </a:lnTo>
                  <a:lnTo>
                    <a:pt x="3526" y="0"/>
                  </a:lnTo>
                  <a:lnTo>
                    <a:pt x="3532" y="0"/>
                  </a:lnTo>
                  <a:lnTo>
                    <a:pt x="3539" y="0"/>
                  </a:lnTo>
                  <a:lnTo>
                    <a:pt x="3545" y="0"/>
                  </a:lnTo>
                  <a:lnTo>
                    <a:pt x="3558" y="0"/>
                  </a:lnTo>
                  <a:lnTo>
                    <a:pt x="3565" y="0"/>
                  </a:lnTo>
                  <a:lnTo>
                    <a:pt x="3571" y="0"/>
                  </a:lnTo>
                  <a:lnTo>
                    <a:pt x="3578" y="0"/>
                  </a:lnTo>
                  <a:lnTo>
                    <a:pt x="3591" y="0"/>
                  </a:lnTo>
                  <a:lnTo>
                    <a:pt x="3597" y="0"/>
                  </a:lnTo>
                  <a:lnTo>
                    <a:pt x="3604" y="0"/>
                  </a:lnTo>
                  <a:lnTo>
                    <a:pt x="3610" y="0"/>
                  </a:lnTo>
                  <a:lnTo>
                    <a:pt x="3617" y="0"/>
                  </a:lnTo>
                  <a:lnTo>
                    <a:pt x="3630" y="0"/>
                  </a:lnTo>
                  <a:lnTo>
                    <a:pt x="3636" y="0"/>
                  </a:lnTo>
                  <a:lnTo>
                    <a:pt x="3643" y="0"/>
                  </a:lnTo>
                  <a:lnTo>
                    <a:pt x="3650" y="0"/>
                  </a:lnTo>
                  <a:lnTo>
                    <a:pt x="3656" y="0"/>
                  </a:lnTo>
                  <a:lnTo>
                    <a:pt x="3669" y="0"/>
                  </a:lnTo>
                  <a:lnTo>
                    <a:pt x="3676" y="0"/>
                  </a:lnTo>
                  <a:lnTo>
                    <a:pt x="3682" y="0"/>
                  </a:lnTo>
                  <a:lnTo>
                    <a:pt x="3689" y="0"/>
                  </a:lnTo>
                  <a:lnTo>
                    <a:pt x="3702" y="0"/>
                  </a:lnTo>
                  <a:lnTo>
                    <a:pt x="3708" y="0"/>
                  </a:lnTo>
                  <a:lnTo>
                    <a:pt x="3715" y="0"/>
                  </a:lnTo>
                  <a:lnTo>
                    <a:pt x="3721" y="0"/>
                  </a:lnTo>
                  <a:lnTo>
                    <a:pt x="3728" y="0"/>
                  </a:lnTo>
                  <a:lnTo>
                    <a:pt x="3741" y="0"/>
                  </a:lnTo>
                  <a:lnTo>
                    <a:pt x="3747" y="0"/>
                  </a:lnTo>
                  <a:lnTo>
                    <a:pt x="3754" y="0"/>
                  </a:lnTo>
                  <a:lnTo>
                    <a:pt x="3760" y="0"/>
                  </a:lnTo>
                  <a:lnTo>
                    <a:pt x="3773" y="0"/>
                  </a:lnTo>
                  <a:lnTo>
                    <a:pt x="3780" y="0"/>
                  </a:lnTo>
                  <a:lnTo>
                    <a:pt x="3786" y="0"/>
                  </a:lnTo>
                  <a:lnTo>
                    <a:pt x="3793" y="0"/>
                  </a:lnTo>
                  <a:lnTo>
                    <a:pt x="3799" y="0"/>
                  </a:lnTo>
                  <a:lnTo>
                    <a:pt x="3812" y="0"/>
                  </a:lnTo>
                  <a:lnTo>
                    <a:pt x="3819" y="0"/>
                  </a:lnTo>
                  <a:lnTo>
                    <a:pt x="3825" y="0"/>
                  </a:lnTo>
                  <a:lnTo>
                    <a:pt x="3832" y="0"/>
                  </a:lnTo>
                  <a:lnTo>
                    <a:pt x="3839" y="0"/>
                  </a:lnTo>
                  <a:lnTo>
                    <a:pt x="3852" y="0"/>
                  </a:lnTo>
                  <a:lnTo>
                    <a:pt x="3858" y="0"/>
                  </a:lnTo>
                  <a:lnTo>
                    <a:pt x="3865" y="0"/>
                  </a:lnTo>
                  <a:lnTo>
                    <a:pt x="3871" y="0"/>
                  </a:lnTo>
                  <a:lnTo>
                    <a:pt x="3884" y="0"/>
                  </a:lnTo>
                  <a:lnTo>
                    <a:pt x="3891" y="0"/>
                  </a:lnTo>
                  <a:lnTo>
                    <a:pt x="3897" y="0"/>
                  </a:lnTo>
                  <a:lnTo>
                    <a:pt x="3904" y="0"/>
                  </a:lnTo>
                  <a:lnTo>
                    <a:pt x="3910" y="0"/>
                  </a:lnTo>
                  <a:lnTo>
                    <a:pt x="3923" y="0"/>
                  </a:lnTo>
                  <a:lnTo>
                    <a:pt x="3930" y="0"/>
                  </a:lnTo>
                  <a:lnTo>
                    <a:pt x="3936" y="0"/>
                  </a:lnTo>
                  <a:lnTo>
                    <a:pt x="3943" y="0"/>
                  </a:lnTo>
                  <a:lnTo>
                    <a:pt x="3956" y="0"/>
                  </a:lnTo>
                  <a:lnTo>
                    <a:pt x="3962" y="0"/>
                  </a:lnTo>
                  <a:lnTo>
                    <a:pt x="3956" y="0"/>
                  </a:lnTo>
                  <a:lnTo>
                    <a:pt x="3943" y="0"/>
                  </a:lnTo>
                  <a:lnTo>
                    <a:pt x="3936" y="0"/>
                  </a:lnTo>
                  <a:lnTo>
                    <a:pt x="3930" y="0"/>
                  </a:lnTo>
                  <a:lnTo>
                    <a:pt x="3923" y="0"/>
                  </a:lnTo>
                  <a:lnTo>
                    <a:pt x="3910" y="0"/>
                  </a:lnTo>
                  <a:lnTo>
                    <a:pt x="3904" y="0"/>
                  </a:lnTo>
                  <a:lnTo>
                    <a:pt x="3897" y="0"/>
                  </a:lnTo>
                  <a:lnTo>
                    <a:pt x="3891" y="0"/>
                  </a:lnTo>
                  <a:lnTo>
                    <a:pt x="3884" y="0"/>
                  </a:lnTo>
                  <a:lnTo>
                    <a:pt x="3871" y="0"/>
                  </a:lnTo>
                  <a:lnTo>
                    <a:pt x="3865" y="0"/>
                  </a:lnTo>
                  <a:lnTo>
                    <a:pt x="3858" y="0"/>
                  </a:lnTo>
                  <a:lnTo>
                    <a:pt x="3852" y="0"/>
                  </a:lnTo>
                  <a:lnTo>
                    <a:pt x="3839" y="0"/>
                  </a:lnTo>
                  <a:lnTo>
                    <a:pt x="3832" y="0"/>
                  </a:lnTo>
                  <a:lnTo>
                    <a:pt x="3825" y="0"/>
                  </a:lnTo>
                  <a:lnTo>
                    <a:pt x="3819" y="0"/>
                  </a:lnTo>
                  <a:lnTo>
                    <a:pt x="3812" y="0"/>
                  </a:lnTo>
                  <a:lnTo>
                    <a:pt x="3799" y="0"/>
                  </a:lnTo>
                  <a:lnTo>
                    <a:pt x="3793" y="0"/>
                  </a:lnTo>
                  <a:lnTo>
                    <a:pt x="3786" y="0"/>
                  </a:lnTo>
                  <a:lnTo>
                    <a:pt x="3780" y="0"/>
                  </a:lnTo>
                  <a:lnTo>
                    <a:pt x="3773" y="0"/>
                  </a:lnTo>
                  <a:lnTo>
                    <a:pt x="3760" y="0"/>
                  </a:lnTo>
                  <a:lnTo>
                    <a:pt x="3754" y="0"/>
                  </a:lnTo>
                  <a:lnTo>
                    <a:pt x="3747" y="0"/>
                  </a:lnTo>
                  <a:lnTo>
                    <a:pt x="3741" y="0"/>
                  </a:lnTo>
                  <a:lnTo>
                    <a:pt x="3728" y="0"/>
                  </a:lnTo>
                  <a:lnTo>
                    <a:pt x="3721" y="0"/>
                  </a:lnTo>
                  <a:lnTo>
                    <a:pt x="3715" y="0"/>
                  </a:lnTo>
                  <a:lnTo>
                    <a:pt x="3708" y="0"/>
                  </a:lnTo>
                  <a:lnTo>
                    <a:pt x="3702" y="0"/>
                  </a:lnTo>
                  <a:lnTo>
                    <a:pt x="3689" y="0"/>
                  </a:lnTo>
                  <a:lnTo>
                    <a:pt x="3682" y="0"/>
                  </a:lnTo>
                  <a:lnTo>
                    <a:pt x="3676" y="0"/>
                  </a:lnTo>
                  <a:lnTo>
                    <a:pt x="3669" y="0"/>
                  </a:lnTo>
                  <a:lnTo>
                    <a:pt x="3656" y="0"/>
                  </a:lnTo>
                  <a:lnTo>
                    <a:pt x="3650" y="0"/>
                  </a:lnTo>
                  <a:lnTo>
                    <a:pt x="3643" y="0"/>
                  </a:lnTo>
                  <a:lnTo>
                    <a:pt x="3636" y="0"/>
                  </a:lnTo>
                  <a:lnTo>
                    <a:pt x="3630" y="0"/>
                  </a:lnTo>
                  <a:lnTo>
                    <a:pt x="3617" y="0"/>
                  </a:lnTo>
                  <a:lnTo>
                    <a:pt x="3610" y="0"/>
                  </a:lnTo>
                  <a:lnTo>
                    <a:pt x="3604" y="0"/>
                  </a:lnTo>
                  <a:lnTo>
                    <a:pt x="3597" y="0"/>
                  </a:lnTo>
                  <a:lnTo>
                    <a:pt x="3591" y="0"/>
                  </a:lnTo>
                  <a:lnTo>
                    <a:pt x="3578" y="0"/>
                  </a:lnTo>
                  <a:lnTo>
                    <a:pt x="3571" y="0"/>
                  </a:lnTo>
                  <a:lnTo>
                    <a:pt x="3565" y="0"/>
                  </a:lnTo>
                  <a:lnTo>
                    <a:pt x="3558" y="0"/>
                  </a:lnTo>
                  <a:lnTo>
                    <a:pt x="3545" y="0"/>
                  </a:lnTo>
                  <a:lnTo>
                    <a:pt x="3539" y="0"/>
                  </a:lnTo>
                  <a:lnTo>
                    <a:pt x="3532" y="0"/>
                  </a:lnTo>
                  <a:lnTo>
                    <a:pt x="3526" y="0"/>
                  </a:lnTo>
                  <a:lnTo>
                    <a:pt x="3519" y="0"/>
                  </a:lnTo>
                  <a:lnTo>
                    <a:pt x="3506" y="0"/>
                  </a:lnTo>
                  <a:lnTo>
                    <a:pt x="3500" y="0"/>
                  </a:lnTo>
                  <a:lnTo>
                    <a:pt x="3493" y="0"/>
                  </a:lnTo>
                  <a:lnTo>
                    <a:pt x="3487" y="0"/>
                  </a:lnTo>
                  <a:lnTo>
                    <a:pt x="3474" y="0"/>
                  </a:lnTo>
                  <a:lnTo>
                    <a:pt x="3467" y="0"/>
                  </a:lnTo>
                  <a:lnTo>
                    <a:pt x="3461" y="0"/>
                  </a:lnTo>
                  <a:lnTo>
                    <a:pt x="3454" y="0"/>
                  </a:lnTo>
                  <a:lnTo>
                    <a:pt x="3448" y="0"/>
                  </a:lnTo>
                  <a:lnTo>
                    <a:pt x="3434" y="0"/>
                  </a:lnTo>
                  <a:lnTo>
                    <a:pt x="3428" y="0"/>
                  </a:lnTo>
                  <a:lnTo>
                    <a:pt x="3421" y="0"/>
                  </a:lnTo>
                  <a:lnTo>
                    <a:pt x="3415" y="0"/>
                  </a:lnTo>
                  <a:lnTo>
                    <a:pt x="3402" y="0"/>
                  </a:lnTo>
                  <a:lnTo>
                    <a:pt x="3395" y="0"/>
                  </a:lnTo>
                  <a:lnTo>
                    <a:pt x="3389" y="0"/>
                  </a:lnTo>
                  <a:lnTo>
                    <a:pt x="3382" y="0"/>
                  </a:lnTo>
                  <a:lnTo>
                    <a:pt x="3376" y="0"/>
                  </a:lnTo>
                  <a:lnTo>
                    <a:pt x="3363" y="0"/>
                  </a:lnTo>
                  <a:lnTo>
                    <a:pt x="3356" y="0"/>
                  </a:lnTo>
                  <a:lnTo>
                    <a:pt x="3350" y="0"/>
                  </a:lnTo>
                  <a:lnTo>
                    <a:pt x="3343" y="0"/>
                  </a:lnTo>
                  <a:lnTo>
                    <a:pt x="3337" y="0"/>
                  </a:lnTo>
                  <a:lnTo>
                    <a:pt x="3324" y="0"/>
                  </a:lnTo>
                  <a:lnTo>
                    <a:pt x="3317" y="0"/>
                  </a:lnTo>
                  <a:lnTo>
                    <a:pt x="3311" y="0"/>
                  </a:lnTo>
                  <a:lnTo>
                    <a:pt x="3304" y="0"/>
                  </a:lnTo>
                  <a:lnTo>
                    <a:pt x="3291" y="0"/>
                  </a:lnTo>
                  <a:lnTo>
                    <a:pt x="3285" y="0"/>
                  </a:lnTo>
                  <a:lnTo>
                    <a:pt x="3278" y="0"/>
                  </a:lnTo>
                  <a:lnTo>
                    <a:pt x="3272" y="0"/>
                  </a:lnTo>
                  <a:lnTo>
                    <a:pt x="3265" y="0"/>
                  </a:lnTo>
                  <a:lnTo>
                    <a:pt x="3252" y="0"/>
                  </a:lnTo>
                  <a:lnTo>
                    <a:pt x="3246" y="0"/>
                  </a:lnTo>
                  <a:lnTo>
                    <a:pt x="3239" y="0"/>
                  </a:lnTo>
                  <a:lnTo>
                    <a:pt x="3232" y="0"/>
                  </a:lnTo>
                  <a:lnTo>
                    <a:pt x="3219" y="0"/>
                  </a:lnTo>
                  <a:lnTo>
                    <a:pt x="3213" y="0"/>
                  </a:lnTo>
                  <a:lnTo>
                    <a:pt x="3206" y="0"/>
                  </a:lnTo>
                  <a:lnTo>
                    <a:pt x="3200" y="0"/>
                  </a:lnTo>
                  <a:lnTo>
                    <a:pt x="3193" y="0"/>
                  </a:lnTo>
                  <a:lnTo>
                    <a:pt x="3180" y="0"/>
                  </a:lnTo>
                  <a:lnTo>
                    <a:pt x="3174" y="0"/>
                  </a:lnTo>
                  <a:lnTo>
                    <a:pt x="3167" y="0"/>
                  </a:lnTo>
                  <a:lnTo>
                    <a:pt x="3161" y="0"/>
                  </a:lnTo>
                  <a:lnTo>
                    <a:pt x="3154" y="0"/>
                  </a:lnTo>
                  <a:lnTo>
                    <a:pt x="3141" y="0"/>
                  </a:lnTo>
                  <a:lnTo>
                    <a:pt x="3135" y="0"/>
                  </a:lnTo>
                  <a:lnTo>
                    <a:pt x="3128" y="0"/>
                  </a:lnTo>
                  <a:lnTo>
                    <a:pt x="3122" y="0"/>
                  </a:lnTo>
                  <a:lnTo>
                    <a:pt x="3109" y="0"/>
                  </a:lnTo>
                  <a:lnTo>
                    <a:pt x="3102" y="0"/>
                  </a:lnTo>
                  <a:lnTo>
                    <a:pt x="3096" y="0"/>
                  </a:lnTo>
                  <a:lnTo>
                    <a:pt x="3089" y="0"/>
                  </a:lnTo>
                  <a:lnTo>
                    <a:pt x="3083" y="0"/>
                  </a:lnTo>
                  <a:lnTo>
                    <a:pt x="3070" y="0"/>
                  </a:lnTo>
                  <a:lnTo>
                    <a:pt x="3063" y="0"/>
                  </a:lnTo>
                  <a:lnTo>
                    <a:pt x="3057" y="0"/>
                  </a:lnTo>
                  <a:lnTo>
                    <a:pt x="3050" y="0"/>
                  </a:lnTo>
                  <a:lnTo>
                    <a:pt x="3037" y="0"/>
                  </a:lnTo>
                  <a:lnTo>
                    <a:pt x="3030" y="0"/>
                  </a:lnTo>
                  <a:lnTo>
                    <a:pt x="3024" y="0"/>
                  </a:lnTo>
                  <a:lnTo>
                    <a:pt x="3017" y="0"/>
                  </a:lnTo>
                  <a:lnTo>
                    <a:pt x="3011" y="0"/>
                  </a:lnTo>
                  <a:lnTo>
                    <a:pt x="2998" y="0"/>
                  </a:lnTo>
                  <a:lnTo>
                    <a:pt x="2991" y="0"/>
                  </a:lnTo>
                  <a:lnTo>
                    <a:pt x="2985" y="0"/>
                  </a:lnTo>
                  <a:lnTo>
                    <a:pt x="2978" y="0"/>
                  </a:lnTo>
                  <a:lnTo>
                    <a:pt x="2972" y="0"/>
                  </a:lnTo>
                  <a:lnTo>
                    <a:pt x="2959" y="0"/>
                  </a:lnTo>
                  <a:lnTo>
                    <a:pt x="2952" y="0"/>
                  </a:lnTo>
                  <a:lnTo>
                    <a:pt x="2946" y="0"/>
                  </a:lnTo>
                  <a:lnTo>
                    <a:pt x="2939" y="0"/>
                  </a:lnTo>
                  <a:lnTo>
                    <a:pt x="2926" y="0"/>
                  </a:lnTo>
                  <a:lnTo>
                    <a:pt x="2920" y="0"/>
                  </a:lnTo>
                  <a:lnTo>
                    <a:pt x="2913" y="0"/>
                  </a:lnTo>
                  <a:lnTo>
                    <a:pt x="2907" y="0"/>
                  </a:lnTo>
                  <a:lnTo>
                    <a:pt x="2900" y="0"/>
                  </a:lnTo>
                  <a:lnTo>
                    <a:pt x="2887" y="0"/>
                  </a:lnTo>
                  <a:lnTo>
                    <a:pt x="2881" y="0"/>
                  </a:lnTo>
                  <a:lnTo>
                    <a:pt x="2874" y="0"/>
                  </a:lnTo>
                  <a:lnTo>
                    <a:pt x="2868" y="0"/>
                  </a:lnTo>
                  <a:lnTo>
                    <a:pt x="2855" y="0"/>
                  </a:lnTo>
                  <a:lnTo>
                    <a:pt x="2848" y="0"/>
                  </a:lnTo>
                  <a:lnTo>
                    <a:pt x="2841" y="0"/>
                  </a:lnTo>
                  <a:lnTo>
                    <a:pt x="2835" y="0"/>
                  </a:lnTo>
                  <a:lnTo>
                    <a:pt x="2828" y="0"/>
                  </a:lnTo>
                  <a:lnTo>
                    <a:pt x="2815" y="0"/>
                  </a:lnTo>
                  <a:lnTo>
                    <a:pt x="2809" y="0"/>
                  </a:lnTo>
                  <a:lnTo>
                    <a:pt x="2802" y="0"/>
                  </a:lnTo>
                  <a:lnTo>
                    <a:pt x="2796" y="0"/>
                  </a:lnTo>
                  <a:lnTo>
                    <a:pt x="2783" y="0"/>
                  </a:lnTo>
                  <a:lnTo>
                    <a:pt x="2776" y="0"/>
                  </a:lnTo>
                  <a:lnTo>
                    <a:pt x="2770" y="0"/>
                  </a:lnTo>
                  <a:lnTo>
                    <a:pt x="2763" y="0"/>
                  </a:lnTo>
                  <a:lnTo>
                    <a:pt x="2757" y="0"/>
                  </a:lnTo>
                  <a:lnTo>
                    <a:pt x="2744" y="0"/>
                  </a:lnTo>
                  <a:lnTo>
                    <a:pt x="2737" y="0"/>
                  </a:lnTo>
                  <a:lnTo>
                    <a:pt x="2731" y="0"/>
                  </a:lnTo>
                  <a:lnTo>
                    <a:pt x="2724" y="0"/>
                  </a:lnTo>
                  <a:lnTo>
                    <a:pt x="2718" y="0"/>
                  </a:lnTo>
                  <a:lnTo>
                    <a:pt x="2705" y="0"/>
                  </a:lnTo>
                  <a:lnTo>
                    <a:pt x="2698" y="0"/>
                  </a:lnTo>
                  <a:lnTo>
                    <a:pt x="2692" y="0"/>
                  </a:lnTo>
                  <a:lnTo>
                    <a:pt x="2685" y="0"/>
                  </a:lnTo>
                  <a:lnTo>
                    <a:pt x="2672" y="0"/>
                  </a:lnTo>
                  <a:lnTo>
                    <a:pt x="2666" y="0"/>
                  </a:lnTo>
                  <a:lnTo>
                    <a:pt x="2659" y="0"/>
                  </a:lnTo>
                  <a:lnTo>
                    <a:pt x="2653" y="0"/>
                  </a:lnTo>
                  <a:lnTo>
                    <a:pt x="2646" y="0"/>
                  </a:lnTo>
                  <a:lnTo>
                    <a:pt x="2633" y="0"/>
                  </a:lnTo>
                  <a:lnTo>
                    <a:pt x="2626" y="0"/>
                  </a:lnTo>
                  <a:lnTo>
                    <a:pt x="2620" y="0"/>
                  </a:lnTo>
                  <a:lnTo>
                    <a:pt x="2613" y="0"/>
                  </a:lnTo>
                  <a:lnTo>
                    <a:pt x="2600" y="0"/>
                  </a:lnTo>
                  <a:lnTo>
                    <a:pt x="2594" y="0"/>
                  </a:lnTo>
                  <a:lnTo>
                    <a:pt x="2587" y="0"/>
                  </a:lnTo>
                  <a:lnTo>
                    <a:pt x="2581" y="0"/>
                  </a:lnTo>
                  <a:lnTo>
                    <a:pt x="2574" y="0"/>
                  </a:lnTo>
                  <a:lnTo>
                    <a:pt x="2561" y="0"/>
                  </a:lnTo>
                  <a:lnTo>
                    <a:pt x="2555" y="0"/>
                  </a:lnTo>
                  <a:lnTo>
                    <a:pt x="2548" y="0"/>
                  </a:lnTo>
                  <a:lnTo>
                    <a:pt x="2542" y="0"/>
                  </a:lnTo>
                  <a:lnTo>
                    <a:pt x="2535" y="0"/>
                  </a:lnTo>
                  <a:lnTo>
                    <a:pt x="2522" y="0"/>
                  </a:lnTo>
                  <a:lnTo>
                    <a:pt x="2516" y="0"/>
                  </a:lnTo>
                  <a:lnTo>
                    <a:pt x="2509" y="0"/>
                  </a:lnTo>
                  <a:lnTo>
                    <a:pt x="2503" y="0"/>
                  </a:lnTo>
                  <a:lnTo>
                    <a:pt x="2490" y="0"/>
                  </a:lnTo>
                  <a:lnTo>
                    <a:pt x="2483" y="0"/>
                  </a:lnTo>
                  <a:lnTo>
                    <a:pt x="2477" y="0"/>
                  </a:lnTo>
                  <a:lnTo>
                    <a:pt x="2470" y="0"/>
                  </a:lnTo>
                  <a:lnTo>
                    <a:pt x="2464" y="0"/>
                  </a:lnTo>
                  <a:lnTo>
                    <a:pt x="2450" y="0"/>
                  </a:lnTo>
                  <a:lnTo>
                    <a:pt x="2444" y="0"/>
                  </a:lnTo>
                  <a:lnTo>
                    <a:pt x="2437" y="0"/>
                  </a:lnTo>
                  <a:lnTo>
                    <a:pt x="2431" y="0"/>
                  </a:lnTo>
                  <a:lnTo>
                    <a:pt x="2418" y="0"/>
                  </a:lnTo>
                  <a:lnTo>
                    <a:pt x="2411" y="0"/>
                  </a:lnTo>
                  <a:lnTo>
                    <a:pt x="2405" y="0"/>
                  </a:lnTo>
                  <a:lnTo>
                    <a:pt x="2398" y="0"/>
                  </a:lnTo>
                  <a:lnTo>
                    <a:pt x="2392" y="0"/>
                  </a:lnTo>
                  <a:lnTo>
                    <a:pt x="2379" y="0"/>
                  </a:lnTo>
                  <a:lnTo>
                    <a:pt x="2372" y="0"/>
                  </a:lnTo>
                  <a:lnTo>
                    <a:pt x="2366" y="0"/>
                  </a:lnTo>
                  <a:lnTo>
                    <a:pt x="2359" y="0"/>
                  </a:lnTo>
                  <a:lnTo>
                    <a:pt x="2353" y="0"/>
                  </a:lnTo>
                  <a:lnTo>
                    <a:pt x="2340" y="0"/>
                  </a:lnTo>
                  <a:lnTo>
                    <a:pt x="2333" y="0"/>
                  </a:lnTo>
                  <a:lnTo>
                    <a:pt x="2327" y="0"/>
                  </a:lnTo>
                  <a:lnTo>
                    <a:pt x="2320" y="0"/>
                  </a:lnTo>
                  <a:lnTo>
                    <a:pt x="2307" y="0"/>
                  </a:lnTo>
                  <a:lnTo>
                    <a:pt x="2301" y="0"/>
                  </a:lnTo>
                  <a:lnTo>
                    <a:pt x="2294" y="0"/>
                  </a:lnTo>
                  <a:lnTo>
                    <a:pt x="2288" y="0"/>
                  </a:lnTo>
                  <a:lnTo>
                    <a:pt x="2281" y="0"/>
                  </a:lnTo>
                  <a:lnTo>
                    <a:pt x="2268" y="0"/>
                  </a:lnTo>
                  <a:lnTo>
                    <a:pt x="2262" y="0"/>
                  </a:lnTo>
                  <a:lnTo>
                    <a:pt x="2255" y="0"/>
                  </a:lnTo>
                  <a:lnTo>
                    <a:pt x="2248" y="0"/>
                  </a:lnTo>
                  <a:lnTo>
                    <a:pt x="2235" y="0"/>
                  </a:lnTo>
                  <a:lnTo>
                    <a:pt x="2229" y="0"/>
                  </a:lnTo>
                  <a:lnTo>
                    <a:pt x="2222" y="0"/>
                  </a:lnTo>
                  <a:lnTo>
                    <a:pt x="2216" y="0"/>
                  </a:lnTo>
                  <a:lnTo>
                    <a:pt x="2209" y="0"/>
                  </a:lnTo>
                  <a:lnTo>
                    <a:pt x="2196" y="0"/>
                  </a:lnTo>
                  <a:lnTo>
                    <a:pt x="2190" y="0"/>
                  </a:lnTo>
                  <a:lnTo>
                    <a:pt x="2183" y="0"/>
                  </a:lnTo>
                  <a:lnTo>
                    <a:pt x="2177" y="0"/>
                  </a:lnTo>
                  <a:lnTo>
                    <a:pt x="2164" y="0"/>
                  </a:lnTo>
                  <a:lnTo>
                    <a:pt x="2157" y="0"/>
                  </a:lnTo>
                  <a:lnTo>
                    <a:pt x="2151" y="0"/>
                  </a:lnTo>
                  <a:lnTo>
                    <a:pt x="2144" y="0"/>
                  </a:lnTo>
                  <a:lnTo>
                    <a:pt x="2138" y="0"/>
                  </a:lnTo>
                  <a:lnTo>
                    <a:pt x="2125" y="0"/>
                  </a:lnTo>
                  <a:lnTo>
                    <a:pt x="2118" y="0"/>
                  </a:lnTo>
                  <a:lnTo>
                    <a:pt x="2112" y="0"/>
                  </a:lnTo>
                  <a:lnTo>
                    <a:pt x="2105" y="0"/>
                  </a:lnTo>
                  <a:lnTo>
                    <a:pt x="2099" y="0"/>
                  </a:lnTo>
                  <a:lnTo>
                    <a:pt x="2086" y="0"/>
                  </a:lnTo>
                  <a:lnTo>
                    <a:pt x="2079" y="0"/>
                  </a:lnTo>
                  <a:lnTo>
                    <a:pt x="2073" y="0"/>
                  </a:lnTo>
                  <a:lnTo>
                    <a:pt x="2066" y="0"/>
                  </a:lnTo>
                  <a:lnTo>
                    <a:pt x="2053" y="0"/>
                  </a:lnTo>
                  <a:lnTo>
                    <a:pt x="2046" y="0"/>
                  </a:lnTo>
                  <a:lnTo>
                    <a:pt x="2040" y="0"/>
                  </a:lnTo>
                  <a:lnTo>
                    <a:pt x="2033" y="0"/>
                  </a:lnTo>
                  <a:lnTo>
                    <a:pt x="2027" y="0"/>
                  </a:lnTo>
                  <a:lnTo>
                    <a:pt x="2014" y="0"/>
                  </a:lnTo>
                  <a:lnTo>
                    <a:pt x="2007" y="0"/>
                  </a:lnTo>
                  <a:lnTo>
                    <a:pt x="2001" y="0"/>
                  </a:lnTo>
                  <a:lnTo>
                    <a:pt x="1994" y="0"/>
                  </a:lnTo>
                  <a:lnTo>
                    <a:pt x="1981" y="0"/>
                  </a:lnTo>
                  <a:lnTo>
                    <a:pt x="1975" y="0"/>
                  </a:lnTo>
                  <a:lnTo>
                    <a:pt x="1968" y="0"/>
                  </a:lnTo>
                  <a:lnTo>
                    <a:pt x="1962" y="0"/>
                  </a:lnTo>
                  <a:lnTo>
                    <a:pt x="1955" y="0"/>
                  </a:lnTo>
                  <a:lnTo>
                    <a:pt x="1942" y="0"/>
                  </a:lnTo>
                  <a:lnTo>
                    <a:pt x="1936" y="0"/>
                  </a:lnTo>
                  <a:lnTo>
                    <a:pt x="1929" y="0"/>
                  </a:lnTo>
                  <a:lnTo>
                    <a:pt x="1923" y="0"/>
                  </a:lnTo>
                  <a:lnTo>
                    <a:pt x="1916" y="0"/>
                  </a:lnTo>
                  <a:lnTo>
                    <a:pt x="1903" y="0"/>
                  </a:lnTo>
                  <a:lnTo>
                    <a:pt x="1897" y="0"/>
                  </a:lnTo>
                  <a:lnTo>
                    <a:pt x="1890" y="0"/>
                  </a:lnTo>
                  <a:lnTo>
                    <a:pt x="1884" y="0"/>
                  </a:lnTo>
                  <a:lnTo>
                    <a:pt x="1871" y="0"/>
                  </a:lnTo>
                  <a:lnTo>
                    <a:pt x="1864" y="0"/>
                  </a:lnTo>
                  <a:lnTo>
                    <a:pt x="1857" y="0"/>
                  </a:lnTo>
                  <a:lnTo>
                    <a:pt x="1851" y="0"/>
                  </a:lnTo>
                  <a:lnTo>
                    <a:pt x="1844" y="0"/>
                  </a:lnTo>
                  <a:lnTo>
                    <a:pt x="1831" y="0"/>
                  </a:lnTo>
                  <a:lnTo>
                    <a:pt x="1825" y="0"/>
                  </a:lnTo>
                  <a:lnTo>
                    <a:pt x="1818" y="0"/>
                  </a:lnTo>
                  <a:lnTo>
                    <a:pt x="1812" y="0"/>
                  </a:lnTo>
                  <a:lnTo>
                    <a:pt x="1799" y="0"/>
                  </a:lnTo>
                  <a:lnTo>
                    <a:pt x="1792" y="0"/>
                  </a:lnTo>
                  <a:lnTo>
                    <a:pt x="1786" y="0"/>
                  </a:lnTo>
                  <a:lnTo>
                    <a:pt x="1779" y="0"/>
                  </a:lnTo>
                  <a:lnTo>
                    <a:pt x="1773" y="0"/>
                  </a:lnTo>
                  <a:lnTo>
                    <a:pt x="1760" y="0"/>
                  </a:lnTo>
                  <a:lnTo>
                    <a:pt x="1753" y="0"/>
                  </a:lnTo>
                  <a:lnTo>
                    <a:pt x="1747" y="0"/>
                  </a:lnTo>
                  <a:lnTo>
                    <a:pt x="1740" y="0"/>
                  </a:lnTo>
                  <a:lnTo>
                    <a:pt x="1734" y="0"/>
                  </a:lnTo>
                  <a:lnTo>
                    <a:pt x="1721" y="0"/>
                  </a:lnTo>
                  <a:lnTo>
                    <a:pt x="1714" y="0"/>
                  </a:lnTo>
                  <a:lnTo>
                    <a:pt x="1708" y="0"/>
                  </a:lnTo>
                  <a:lnTo>
                    <a:pt x="1701" y="0"/>
                  </a:lnTo>
                  <a:lnTo>
                    <a:pt x="1688" y="0"/>
                  </a:lnTo>
                  <a:lnTo>
                    <a:pt x="1682" y="0"/>
                  </a:lnTo>
                  <a:lnTo>
                    <a:pt x="1675" y="0"/>
                  </a:lnTo>
                  <a:lnTo>
                    <a:pt x="1669" y="0"/>
                  </a:lnTo>
                  <a:lnTo>
                    <a:pt x="1662" y="0"/>
                  </a:lnTo>
                  <a:lnTo>
                    <a:pt x="1649" y="0"/>
                  </a:lnTo>
                  <a:lnTo>
                    <a:pt x="1642" y="0"/>
                  </a:lnTo>
                  <a:lnTo>
                    <a:pt x="1636" y="0"/>
                  </a:lnTo>
                  <a:lnTo>
                    <a:pt x="1629" y="0"/>
                  </a:lnTo>
                  <a:lnTo>
                    <a:pt x="1616" y="0"/>
                  </a:lnTo>
                  <a:lnTo>
                    <a:pt x="1610" y="0"/>
                  </a:lnTo>
                  <a:lnTo>
                    <a:pt x="1603" y="0"/>
                  </a:lnTo>
                  <a:lnTo>
                    <a:pt x="1597" y="0"/>
                  </a:lnTo>
                  <a:lnTo>
                    <a:pt x="1590" y="0"/>
                  </a:lnTo>
                  <a:lnTo>
                    <a:pt x="1577" y="0"/>
                  </a:lnTo>
                  <a:lnTo>
                    <a:pt x="1571" y="0"/>
                  </a:lnTo>
                  <a:lnTo>
                    <a:pt x="1564" y="0"/>
                  </a:lnTo>
                  <a:lnTo>
                    <a:pt x="1558" y="0"/>
                  </a:lnTo>
                  <a:lnTo>
                    <a:pt x="1545" y="0"/>
                  </a:lnTo>
                  <a:lnTo>
                    <a:pt x="1538" y="0"/>
                  </a:lnTo>
                  <a:lnTo>
                    <a:pt x="1532" y="0"/>
                  </a:lnTo>
                  <a:lnTo>
                    <a:pt x="1525" y="0"/>
                  </a:lnTo>
                  <a:lnTo>
                    <a:pt x="1519" y="0"/>
                  </a:lnTo>
                  <a:lnTo>
                    <a:pt x="1506" y="0"/>
                  </a:lnTo>
                  <a:lnTo>
                    <a:pt x="1499" y="0"/>
                  </a:lnTo>
                  <a:lnTo>
                    <a:pt x="1493" y="0"/>
                  </a:lnTo>
                  <a:lnTo>
                    <a:pt x="1486" y="0"/>
                  </a:lnTo>
                  <a:lnTo>
                    <a:pt x="1480" y="0"/>
                  </a:lnTo>
                  <a:lnTo>
                    <a:pt x="1467" y="0"/>
                  </a:lnTo>
                  <a:lnTo>
                    <a:pt x="1460" y="0"/>
                  </a:lnTo>
                  <a:lnTo>
                    <a:pt x="1453" y="0"/>
                  </a:lnTo>
                  <a:lnTo>
                    <a:pt x="1447" y="0"/>
                  </a:lnTo>
                  <a:lnTo>
                    <a:pt x="1434" y="0"/>
                  </a:lnTo>
                  <a:lnTo>
                    <a:pt x="1427" y="0"/>
                  </a:lnTo>
                  <a:lnTo>
                    <a:pt x="1421" y="0"/>
                  </a:lnTo>
                  <a:lnTo>
                    <a:pt x="1414" y="0"/>
                  </a:lnTo>
                  <a:lnTo>
                    <a:pt x="1408" y="0"/>
                  </a:lnTo>
                  <a:lnTo>
                    <a:pt x="1395" y="0"/>
                  </a:lnTo>
                  <a:lnTo>
                    <a:pt x="1388" y="0"/>
                  </a:lnTo>
                  <a:lnTo>
                    <a:pt x="1382" y="0"/>
                  </a:lnTo>
                  <a:lnTo>
                    <a:pt x="1375" y="0"/>
                  </a:lnTo>
                  <a:lnTo>
                    <a:pt x="1362" y="0"/>
                  </a:lnTo>
                  <a:lnTo>
                    <a:pt x="1356" y="0"/>
                  </a:lnTo>
                  <a:lnTo>
                    <a:pt x="1349" y="0"/>
                  </a:lnTo>
                  <a:lnTo>
                    <a:pt x="1343" y="0"/>
                  </a:lnTo>
                  <a:lnTo>
                    <a:pt x="1336" y="0"/>
                  </a:lnTo>
                  <a:lnTo>
                    <a:pt x="1323" y="0"/>
                  </a:lnTo>
                  <a:lnTo>
                    <a:pt x="1317" y="0"/>
                  </a:lnTo>
                  <a:lnTo>
                    <a:pt x="1310" y="0"/>
                  </a:lnTo>
                  <a:lnTo>
                    <a:pt x="1304" y="0"/>
                  </a:lnTo>
                  <a:lnTo>
                    <a:pt x="1297" y="0"/>
                  </a:lnTo>
                  <a:lnTo>
                    <a:pt x="1284" y="0"/>
                  </a:lnTo>
                  <a:lnTo>
                    <a:pt x="1278" y="0"/>
                  </a:lnTo>
                  <a:lnTo>
                    <a:pt x="1271" y="0"/>
                  </a:lnTo>
                  <a:lnTo>
                    <a:pt x="1264" y="0"/>
                  </a:lnTo>
                  <a:lnTo>
                    <a:pt x="1251" y="0"/>
                  </a:lnTo>
                  <a:lnTo>
                    <a:pt x="1245" y="0"/>
                  </a:lnTo>
                  <a:lnTo>
                    <a:pt x="1238" y="0"/>
                  </a:lnTo>
                  <a:lnTo>
                    <a:pt x="1232" y="0"/>
                  </a:lnTo>
                  <a:lnTo>
                    <a:pt x="1225" y="0"/>
                  </a:lnTo>
                  <a:lnTo>
                    <a:pt x="1212" y="0"/>
                  </a:lnTo>
                  <a:lnTo>
                    <a:pt x="1206" y="0"/>
                  </a:lnTo>
                  <a:lnTo>
                    <a:pt x="1199" y="0"/>
                  </a:lnTo>
                  <a:lnTo>
                    <a:pt x="1193" y="0"/>
                  </a:lnTo>
                  <a:lnTo>
                    <a:pt x="1180" y="0"/>
                  </a:lnTo>
                  <a:lnTo>
                    <a:pt x="1173" y="0"/>
                  </a:lnTo>
                  <a:lnTo>
                    <a:pt x="1167" y="0"/>
                  </a:lnTo>
                  <a:lnTo>
                    <a:pt x="1160" y="0"/>
                  </a:lnTo>
                  <a:lnTo>
                    <a:pt x="1154" y="0"/>
                  </a:lnTo>
                  <a:lnTo>
                    <a:pt x="1141" y="0"/>
                  </a:lnTo>
                  <a:lnTo>
                    <a:pt x="1134" y="0"/>
                  </a:lnTo>
                  <a:lnTo>
                    <a:pt x="1128" y="0"/>
                  </a:lnTo>
                  <a:lnTo>
                    <a:pt x="1121" y="0"/>
                  </a:lnTo>
                  <a:lnTo>
                    <a:pt x="1115" y="0"/>
                  </a:lnTo>
                  <a:lnTo>
                    <a:pt x="1102" y="0"/>
                  </a:lnTo>
                  <a:lnTo>
                    <a:pt x="1095" y="0"/>
                  </a:lnTo>
                  <a:lnTo>
                    <a:pt x="1089" y="0"/>
                  </a:lnTo>
                  <a:lnTo>
                    <a:pt x="1082" y="0"/>
                  </a:lnTo>
                  <a:lnTo>
                    <a:pt x="1069" y="0"/>
                  </a:lnTo>
                  <a:lnTo>
                    <a:pt x="1062" y="0"/>
                  </a:lnTo>
                  <a:lnTo>
                    <a:pt x="1056" y="0"/>
                  </a:lnTo>
                  <a:lnTo>
                    <a:pt x="1049" y="0"/>
                  </a:lnTo>
                  <a:lnTo>
                    <a:pt x="1043" y="0"/>
                  </a:lnTo>
                  <a:lnTo>
                    <a:pt x="1030" y="0"/>
                  </a:lnTo>
                  <a:lnTo>
                    <a:pt x="1023" y="0"/>
                  </a:lnTo>
                  <a:lnTo>
                    <a:pt x="1017" y="0"/>
                  </a:lnTo>
                  <a:lnTo>
                    <a:pt x="1010" y="0"/>
                  </a:lnTo>
                  <a:lnTo>
                    <a:pt x="997" y="0"/>
                  </a:lnTo>
                  <a:lnTo>
                    <a:pt x="991" y="0"/>
                  </a:lnTo>
                  <a:lnTo>
                    <a:pt x="984" y="0"/>
                  </a:lnTo>
                  <a:lnTo>
                    <a:pt x="978" y="0"/>
                  </a:lnTo>
                  <a:lnTo>
                    <a:pt x="971" y="0"/>
                  </a:lnTo>
                  <a:lnTo>
                    <a:pt x="958" y="0"/>
                  </a:lnTo>
                  <a:lnTo>
                    <a:pt x="952" y="0"/>
                  </a:lnTo>
                  <a:lnTo>
                    <a:pt x="945" y="0"/>
                  </a:lnTo>
                  <a:lnTo>
                    <a:pt x="939" y="0"/>
                  </a:lnTo>
                  <a:lnTo>
                    <a:pt x="926" y="0"/>
                  </a:lnTo>
                  <a:lnTo>
                    <a:pt x="919" y="0"/>
                  </a:lnTo>
                  <a:lnTo>
                    <a:pt x="913" y="0"/>
                  </a:lnTo>
                  <a:lnTo>
                    <a:pt x="906" y="0"/>
                  </a:lnTo>
                  <a:lnTo>
                    <a:pt x="900" y="0"/>
                  </a:lnTo>
                  <a:lnTo>
                    <a:pt x="887" y="0"/>
                  </a:lnTo>
                  <a:lnTo>
                    <a:pt x="880" y="0"/>
                  </a:lnTo>
                  <a:lnTo>
                    <a:pt x="874" y="0"/>
                  </a:lnTo>
                  <a:lnTo>
                    <a:pt x="867" y="0"/>
                  </a:lnTo>
                  <a:lnTo>
                    <a:pt x="860" y="0"/>
                  </a:lnTo>
                  <a:lnTo>
                    <a:pt x="847" y="0"/>
                  </a:lnTo>
                  <a:lnTo>
                    <a:pt x="841" y="0"/>
                  </a:lnTo>
                  <a:lnTo>
                    <a:pt x="834" y="0"/>
                  </a:lnTo>
                  <a:lnTo>
                    <a:pt x="828" y="0"/>
                  </a:lnTo>
                  <a:lnTo>
                    <a:pt x="815" y="0"/>
                  </a:lnTo>
                  <a:lnTo>
                    <a:pt x="808" y="0"/>
                  </a:lnTo>
                  <a:lnTo>
                    <a:pt x="802" y="0"/>
                  </a:lnTo>
                  <a:lnTo>
                    <a:pt x="795" y="0"/>
                  </a:lnTo>
                  <a:lnTo>
                    <a:pt x="789" y="0"/>
                  </a:lnTo>
                  <a:lnTo>
                    <a:pt x="776" y="0"/>
                  </a:lnTo>
                  <a:lnTo>
                    <a:pt x="769" y="0"/>
                  </a:lnTo>
                  <a:lnTo>
                    <a:pt x="763" y="0"/>
                  </a:lnTo>
                  <a:lnTo>
                    <a:pt x="756" y="0"/>
                  </a:lnTo>
                  <a:lnTo>
                    <a:pt x="743" y="0"/>
                  </a:lnTo>
                  <a:lnTo>
                    <a:pt x="737" y="0"/>
                  </a:lnTo>
                  <a:lnTo>
                    <a:pt x="730" y="0"/>
                  </a:lnTo>
                  <a:lnTo>
                    <a:pt x="724" y="0"/>
                  </a:lnTo>
                  <a:lnTo>
                    <a:pt x="717" y="0"/>
                  </a:lnTo>
                  <a:lnTo>
                    <a:pt x="704" y="0"/>
                  </a:lnTo>
                  <a:lnTo>
                    <a:pt x="698" y="0"/>
                  </a:lnTo>
                  <a:lnTo>
                    <a:pt x="691" y="0"/>
                  </a:lnTo>
                  <a:lnTo>
                    <a:pt x="685" y="0"/>
                  </a:lnTo>
                  <a:lnTo>
                    <a:pt x="678" y="0"/>
                  </a:lnTo>
                  <a:lnTo>
                    <a:pt x="665" y="0"/>
                  </a:lnTo>
                  <a:lnTo>
                    <a:pt x="658" y="0"/>
                  </a:lnTo>
                  <a:lnTo>
                    <a:pt x="652" y="0"/>
                  </a:lnTo>
                  <a:lnTo>
                    <a:pt x="645" y="0"/>
                  </a:lnTo>
                  <a:lnTo>
                    <a:pt x="632" y="0"/>
                  </a:lnTo>
                  <a:lnTo>
                    <a:pt x="626" y="0"/>
                  </a:lnTo>
                  <a:lnTo>
                    <a:pt x="619" y="0"/>
                  </a:lnTo>
                  <a:lnTo>
                    <a:pt x="613" y="0"/>
                  </a:lnTo>
                  <a:lnTo>
                    <a:pt x="606" y="0"/>
                  </a:lnTo>
                  <a:lnTo>
                    <a:pt x="593" y="0"/>
                  </a:lnTo>
                  <a:lnTo>
                    <a:pt x="587" y="0"/>
                  </a:lnTo>
                  <a:lnTo>
                    <a:pt x="580" y="0"/>
                  </a:lnTo>
                  <a:lnTo>
                    <a:pt x="574" y="0"/>
                  </a:lnTo>
                  <a:lnTo>
                    <a:pt x="561" y="0"/>
                  </a:lnTo>
                  <a:lnTo>
                    <a:pt x="554" y="0"/>
                  </a:lnTo>
                  <a:lnTo>
                    <a:pt x="548" y="0"/>
                  </a:lnTo>
                  <a:lnTo>
                    <a:pt x="541" y="0"/>
                  </a:lnTo>
                  <a:lnTo>
                    <a:pt x="535" y="0"/>
                  </a:lnTo>
                  <a:lnTo>
                    <a:pt x="522" y="0"/>
                  </a:lnTo>
                  <a:lnTo>
                    <a:pt x="515" y="0"/>
                  </a:lnTo>
                  <a:lnTo>
                    <a:pt x="509" y="0"/>
                  </a:lnTo>
                  <a:lnTo>
                    <a:pt x="502" y="0"/>
                  </a:lnTo>
                  <a:lnTo>
                    <a:pt x="496" y="0"/>
                  </a:lnTo>
                  <a:lnTo>
                    <a:pt x="483" y="0"/>
                  </a:lnTo>
                  <a:lnTo>
                    <a:pt x="476" y="0"/>
                  </a:lnTo>
                  <a:lnTo>
                    <a:pt x="469" y="0"/>
                  </a:lnTo>
                  <a:lnTo>
                    <a:pt x="463" y="0"/>
                  </a:lnTo>
                  <a:lnTo>
                    <a:pt x="450" y="0"/>
                  </a:lnTo>
                  <a:lnTo>
                    <a:pt x="443" y="0"/>
                  </a:lnTo>
                  <a:lnTo>
                    <a:pt x="437" y="0"/>
                  </a:lnTo>
                  <a:lnTo>
                    <a:pt x="430" y="0"/>
                  </a:lnTo>
                  <a:lnTo>
                    <a:pt x="424" y="0"/>
                  </a:lnTo>
                  <a:lnTo>
                    <a:pt x="411" y="0"/>
                  </a:lnTo>
                  <a:lnTo>
                    <a:pt x="404" y="0"/>
                  </a:lnTo>
                  <a:lnTo>
                    <a:pt x="398" y="0"/>
                  </a:lnTo>
                  <a:lnTo>
                    <a:pt x="391" y="0"/>
                  </a:lnTo>
                  <a:lnTo>
                    <a:pt x="378" y="0"/>
                  </a:lnTo>
                  <a:lnTo>
                    <a:pt x="372" y="0"/>
                  </a:lnTo>
                  <a:lnTo>
                    <a:pt x="365" y="0"/>
                  </a:lnTo>
                  <a:lnTo>
                    <a:pt x="359" y="0"/>
                  </a:lnTo>
                  <a:lnTo>
                    <a:pt x="352" y="0"/>
                  </a:lnTo>
                  <a:lnTo>
                    <a:pt x="339" y="0"/>
                  </a:lnTo>
                  <a:lnTo>
                    <a:pt x="333" y="0"/>
                  </a:lnTo>
                  <a:lnTo>
                    <a:pt x="326" y="0"/>
                  </a:lnTo>
                  <a:lnTo>
                    <a:pt x="320" y="0"/>
                  </a:lnTo>
                  <a:lnTo>
                    <a:pt x="307" y="0"/>
                  </a:lnTo>
                  <a:lnTo>
                    <a:pt x="300" y="0"/>
                  </a:lnTo>
                  <a:lnTo>
                    <a:pt x="294" y="0"/>
                  </a:lnTo>
                  <a:lnTo>
                    <a:pt x="287" y="0"/>
                  </a:lnTo>
                  <a:lnTo>
                    <a:pt x="281" y="0"/>
                  </a:lnTo>
                  <a:lnTo>
                    <a:pt x="267" y="0"/>
                  </a:lnTo>
                  <a:lnTo>
                    <a:pt x="261" y="0"/>
                  </a:lnTo>
                  <a:lnTo>
                    <a:pt x="254" y="0"/>
                  </a:lnTo>
                  <a:lnTo>
                    <a:pt x="248" y="0"/>
                  </a:lnTo>
                  <a:lnTo>
                    <a:pt x="241" y="0"/>
                  </a:lnTo>
                  <a:lnTo>
                    <a:pt x="228" y="0"/>
                  </a:lnTo>
                  <a:lnTo>
                    <a:pt x="222" y="0"/>
                  </a:lnTo>
                  <a:lnTo>
                    <a:pt x="215" y="0"/>
                  </a:lnTo>
                  <a:lnTo>
                    <a:pt x="209" y="0"/>
                  </a:lnTo>
                  <a:lnTo>
                    <a:pt x="196" y="0"/>
                  </a:lnTo>
                  <a:lnTo>
                    <a:pt x="189" y="0"/>
                  </a:lnTo>
                  <a:lnTo>
                    <a:pt x="183" y="0"/>
                  </a:lnTo>
                  <a:lnTo>
                    <a:pt x="176" y="0"/>
                  </a:lnTo>
                  <a:lnTo>
                    <a:pt x="170" y="0"/>
                  </a:lnTo>
                  <a:lnTo>
                    <a:pt x="157" y="0"/>
                  </a:lnTo>
                  <a:lnTo>
                    <a:pt x="150" y="0"/>
                  </a:lnTo>
                  <a:lnTo>
                    <a:pt x="144" y="0"/>
                  </a:lnTo>
                  <a:lnTo>
                    <a:pt x="137" y="0"/>
                  </a:lnTo>
                  <a:lnTo>
                    <a:pt x="124" y="0"/>
                  </a:lnTo>
                  <a:lnTo>
                    <a:pt x="118" y="0"/>
                  </a:lnTo>
                  <a:lnTo>
                    <a:pt x="111" y="0"/>
                  </a:lnTo>
                  <a:lnTo>
                    <a:pt x="105" y="0"/>
                  </a:lnTo>
                  <a:lnTo>
                    <a:pt x="98" y="0"/>
                  </a:lnTo>
                  <a:lnTo>
                    <a:pt x="85" y="0"/>
                  </a:lnTo>
                  <a:lnTo>
                    <a:pt x="78" y="0"/>
                  </a:lnTo>
                  <a:lnTo>
                    <a:pt x="72" y="0"/>
                  </a:lnTo>
                  <a:lnTo>
                    <a:pt x="65" y="0"/>
                  </a:lnTo>
                  <a:lnTo>
                    <a:pt x="59" y="0"/>
                  </a:lnTo>
                  <a:lnTo>
                    <a:pt x="46" y="0"/>
                  </a:lnTo>
                  <a:lnTo>
                    <a:pt x="39" y="0"/>
                  </a:lnTo>
                  <a:lnTo>
                    <a:pt x="33" y="0"/>
                  </a:lnTo>
                  <a:lnTo>
                    <a:pt x="26" y="0"/>
                  </a:lnTo>
                  <a:lnTo>
                    <a:pt x="13" y="0"/>
                  </a:lnTo>
                  <a:lnTo>
                    <a:pt x="7" y="0"/>
                  </a:lnTo>
                  <a:lnTo>
                    <a:pt x="0" y="0"/>
                  </a:lnTo>
                  <a:close/>
                </a:path>
              </a:pathLst>
            </a:cu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589" name="Freeform 165">
              <a:extLst>
                <a:ext uri="{FF2B5EF4-FFF2-40B4-BE49-F238E27FC236}">
                  <a16:creationId xmlns:a16="http://schemas.microsoft.com/office/drawing/2014/main" id="{8E7137A6-CFD2-4FB7-8E5E-A67062D1CFDE}"/>
                </a:ext>
              </a:extLst>
            </p:cNvPr>
            <p:cNvSpPr>
              <a:spLocks/>
            </p:cNvSpPr>
            <p:nvPr/>
          </p:nvSpPr>
          <p:spPr bwMode="auto">
            <a:xfrm>
              <a:off x="3459" y="2152"/>
              <a:ext cx="1628" cy="0"/>
            </a:xfrm>
            <a:custGeom>
              <a:avLst/>
              <a:gdLst>
                <a:gd name="T0" fmla="*/ 19 w 3962"/>
                <a:gd name="T1" fmla="*/ 46 w 3962"/>
                <a:gd name="T2" fmla="*/ 72 w 3962"/>
                <a:gd name="T3" fmla="*/ 99 w 3962"/>
                <a:gd name="T4" fmla="*/ 123 w 3962"/>
                <a:gd name="T5" fmla="*/ 150 w 3962"/>
                <a:gd name="T6" fmla="*/ 177 w 3962"/>
                <a:gd name="T7" fmla="*/ 204 w 3962"/>
                <a:gd name="T8" fmla="*/ 228 w 3962"/>
                <a:gd name="T9" fmla="*/ 254 w 3962"/>
                <a:gd name="T10" fmla="*/ 281 w 3962"/>
                <a:gd name="T11" fmla="*/ 305 w 3962"/>
                <a:gd name="T12" fmla="*/ 332 w 3962"/>
                <a:gd name="T13" fmla="*/ 359 w 3962"/>
                <a:gd name="T14" fmla="*/ 386 w 3962"/>
                <a:gd name="T15" fmla="*/ 410 w 3962"/>
                <a:gd name="T16" fmla="*/ 436 w 3962"/>
                <a:gd name="T17" fmla="*/ 463 w 3962"/>
                <a:gd name="T18" fmla="*/ 490 w 3962"/>
                <a:gd name="T19" fmla="*/ 514 w 3962"/>
                <a:gd name="T20" fmla="*/ 541 w 3962"/>
                <a:gd name="T21" fmla="*/ 568 w 3962"/>
                <a:gd name="T22" fmla="*/ 595 w 3962"/>
                <a:gd name="T23" fmla="*/ 619 w 3962"/>
                <a:gd name="T24" fmla="*/ 646 w 3962"/>
                <a:gd name="T25" fmla="*/ 672 w 3962"/>
                <a:gd name="T26" fmla="*/ 699 w 3962"/>
                <a:gd name="T27" fmla="*/ 723 w 3962"/>
                <a:gd name="T28" fmla="*/ 750 w 3962"/>
                <a:gd name="T29" fmla="*/ 777 w 3962"/>
                <a:gd name="T30" fmla="*/ 803 w 3962"/>
                <a:gd name="T31" fmla="*/ 828 w 3962"/>
                <a:gd name="T32" fmla="*/ 854 w 3962"/>
                <a:gd name="T33" fmla="*/ 881 w 3962"/>
                <a:gd name="T34" fmla="*/ 908 w 3962"/>
                <a:gd name="T35" fmla="*/ 932 w 3962"/>
                <a:gd name="T36" fmla="*/ 959 w 3962"/>
                <a:gd name="T37" fmla="*/ 985 w 3962"/>
                <a:gd name="T38" fmla="*/ 1012 w 3962"/>
                <a:gd name="T39" fmla="*/ 1036 w 3962"/>
                <a:gd name="T40" fmla="*/ 1063 w 3962"/>
                <a:gd name="T41" fmla="*/ 1090 w 3962"/>
                <a:gd name="T42" fmla="*/ 1117 w 3962"/>
                <a:gd name="T43" fmla="*/ 1141 w 3962"/>
                <a:gd name="T44" fmla="*/ 1167 w 3962"/>
                <a:gd name="T45" fmla="*/ 1194 w 3962"/>
                <a:gd name="T46" fmla="*/ 1221 w 3962"/>
                <a:gd name="T47" fmla="*/ 1245 w 3962"/>
                <a:gd name="T48" fmla="*/ 1272 w 3962"/>
                <a:gd name="T49" fmla="*/ 1299 w 3962"/>
                <a:gd name="T50" fmla="*/ 1323 w 3962"/>
                <a:gd name="T51" fmla="*/ 1350 w 3962"/>
                <a:gd name="T52" fmla="*/ 1377 w 3962"/>
                <a:gd name="T53" fmla="*/ 1403 w 3962"/>
                <a:gd name="T54" fmla="*/ 1427 w 3962"/>
                <a:gd name="T55" fmla="*/ 1454 w 3962"/>
                <a:gd name="T56" fmla="*/ 1481 w 3962"/>
                <a:gd name="T57" fmla="*/ 1508 w 3962"/>
                <a:gd name="T58" fmla="*/ 1532 w 3962"/>
                <a:gd name="T59" fmla="*/ 1559 w 3962"/>
                <a:gd name="T60" fmla="*/ 1585 w 3962"/>
                <a:gd name="T61" fmla="*/ 1612 w 396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Lst>
              <a:ahLst/>
              <a:cxnLst>
                <a:cxn ang="T62">
                  <a:pos x="T0" y="0"/>
                </a:cxn>
                <a:cxn ang="T63">
                  <a:pos x="T1" y="0"/>
                </a:cxn>
                <a:cxn ang="T64">
                  <a:pos x="T2" y="0"/>
                </a:cxn>
                <a:cxn ang="T65">
                  <a:pos x="T3" y="0"/>
                </a:cxn>
                <a:cxn ang="T66">
                  <a:pos x="T4" y="0"/>
                </a:cxn>
                <a:cxn ang="T67">
                  <a:pos x="T5" y="0"/>
                </a:cxn>
                <a:cxn ang="T68">
                  <a:pos x="T6" y="0"/>
                </a:cxn>
                <a:cxn ang="T69">
                  <a:pos x="T7" y="0"/>
                </a:cxn>
                <a:cxn ang="T70">
                  <a:pos x="T8" y="0"/>
                </a:cxn>
                <a:cxn ang="T71">
                  <a:pos x="T9" y="0"/>
                </a:cxn>
                <a:cxn ang="T72">
                  <a:pos x="T10" y="0"/>
                </a:cxn>
                <a:cxn ang="T73">
                  <a:pos x="T11" y="0"/>
                </a:cxn>
                <a:cxn ang="T74">
                  <a:pos x="T12" y="0"/>
                </a:cxn>
                <a:cxn ang="T75">
                  <a:pos x="T13" y="0"/>
                </a:cxn>
                <a:cxn ang="T76">
                  <a:pos x="T14" y="0"/>
                </a:cxn>
                <a:cxn ang="T77">
                  <a:pos x="T15" y="0"/>
                </a:cxn>
                <a:cxn ang="T78">
                  <a:pos x="T16" y="0"/>
                </a:cxn>
                <a:cxn ang="T79">
                  <a:pos x="T17" y="0"/>
                </a:cxn>
                <a:cxn ang="T80">
                  <a:pos x="T18" y="0"/>
                </a:cxn>
                <a:cxn ang="T81">
                  <a:pos x="T19" y="0"/>
                </a:cxn>
                <a:cxn ang="T82">
                  <a:pos x="T20" y="0"/>
                </a:cxn>
                <a:cxn ang="T83">
                  <a:pos x="T21" y="0"/>
                </a:cxn>
                <a:cxn ang="T84">
                  <a:pos x="T22" y="0"/>
                </a:cxn>
                <a:cxn ang="T85">
                  <a:pos x="T23" y="0"/>
                </a:cxn>
                <a:cxn ang="T86">
                  <a:pos x="T24" y="0"/>
                </a:cxn>
                <a:cxn ang="T87">
                  <a:pos x="T25" y="0"/>
                </a:cxn>
                <a:cxn ang="T88">
                  <a:pos x="T26" y="0"/>
                </a:cxn>
                <a:cxn ang="T89">
                  <a:pos x="T27" y="0"/>
                </a:cxn>
                <a:cxn ang="T90">
                  <a:pos x="T28" y="0"/>
                </a:cxn>
                <a:cxn ang="T91">
                  <a:pos x="T29" y="0"/>
                </a:cxn>
                <a:cxn ang="T92">
                  <a:pos x="T30" y="0"/>
                </a:cxn>
                <a:cxn ang="T93">
                  <a:pos x="T31" y="0"/>
                </a:cxn>
                <a:cxn ang="T94">
                  <a:pos x="T32" y="0"/>
                </a:cxn>
                <a:cxn ang="T95">
                  <a:pos x="T33" y="0"/>
                </a:cxn>
                <a:cxn ang="T96">
                  <a:pos x="T34" y="0"/>
                </a:cxn>
                <a:cxn ang="T97">
                  <a:pos x="T35" y="0"/>
                </a:cxn>
                <a:cxn ang="T98">
                  <a:pos x="T36" y="0"/>
                </a:cxn>
                <a:cxn ang="T99">
                  <a:pos x="T37" y="0"/>
                </a:cxn>
                <a:cxn ang="T100">
                  <a:pos x="T38" y="0"/>
                </a:cxn>
                <a:cxn ang="T101">
                  <a:pos x="T39" y="0"/>
                </a:cxn>
                <a:cxn ang="T102">
                  <a:pos x="T40" y="0"/>
                </a:cxn>
                <a:cxn ang="T103">
                  <a:pos x="T41" y="0"/>
                </a:cxn>
                <a:cxn ang="T104">
                  <a:pos x="T42" y="0"/>
                </a:cxn>
                <a:cxn ang="T105">
                  <a:pos x="T43" y="0"/>
                </a:cxn>
                <a:cxn ang="T106">
                  <a:pos x="T44" y="0"/>
                </a:cxn>
                <a:cxn ang="T107">
                  <a:pos x="T45" y="0"/>
                </a:cxn>
                <a:cxn ang="T108">
                  <a:pos x="T46" y="0"/>
                </a:cxn>
                <a:cxn ang="T109">
                  <a:pos x="T47" y="0"/>
                </a:cxn>
                <a:cxn ang="T110">
                  <a:pos x="T48" y="0"/>
                </a:cxn>
                <a:cxn ang="T111">
                  <a:pos x="T49" y="0"/>
                </a:cxn>
                <a:cxn ang="T112">
                  <a:pos x="T50" y="0"/>
                </a:cxn>
                <a:cxn ang="T113">
                  <a:pos x="T51" y="0"/>
                </a:cxn>
                <a:cxn ang="T114">
                  <a:pos x="T52" y="0"/>
                </a:cxn>
                <a:cxn ang="T115">
                  <a:pos x="T53" y="0"/>
                </a:cxn>
                <a:cxn ang="T116">
                  <a:pos x="T54" y="0"/>
                </a:cxn>
                <a:cxn ang="T117">
                  <a:pos x="T55" y="0"/>
                </a:cxn>
                <a:cxn ang="T118">
                  <a:pos x="T56" y="0"/>
                </a:cxn>
                <a:cxn ang="T119">
                  <a:pos x="T57" y="0"/>
                </a:cxn>
                <a:cxn ang="T120">
                  <a:pos x="T58" y="0"/>
                </a:cxn>
                <a:cxn ang="T121">
                  <a:pos x="T59" y="0"/>
                </a:cxn>
                <a:cxn ang="T122">
                  <a:pos x="T60" y="0"/>
                </a:cxn>
                <a:cxn ang="T123">
                  <a:pos x="T61" y="0"/>
                </a:cxn>
              </a:cxnLst>
              <a:rect l="0" t="0" r="r" b="b"/>
              <a:pathLst>
                <a:path w="3962">
                  <a:moveTo>
                    <a:pt x="0" y="0"/>
                  </a:moveTo>
                  <a:lnTo>
                    <a:pt x="0" y="0"/>
                  </a:lnTo>
                  <a:lnTo>
                    <a:pt x="7" y="0"/>
                  </a:lnTo>
                  <a:lnTo>
                    <a:pt x="13" y="0"/>
                  </a:lnTo>
                  <a:lnTo>
                    <a:pt x="26" y="0"/>
                  </a:lnTo>
                  <a:lnTo>
                    <a:pt x="33" y="0"/>
                  </a:lnTo>
                  <a:lnTo>
                    <a:pt x="39" y="0"/>
                  </a:lnTo>
                  <a:lnTo>
                    <a:pt x="46" y="0"/>
                  </a:lnTo>
                  <a:lnTo>
                    <a:pt x="59" y="0"/>
                  </a:lnTo>
                  <a:lnTo>
                    <a:pt x="65" y="0"/>
                  </a:lnTo>
                  <a:lnTo>
                    <a:pt x="72" y="0"/>
                  </a:lnTo>
                  <a:lnTo>
                    <a:pt x="78" y="0"/>
                  </a:lnTo>
                  <a:lnTo>
                    <a:pt x="85" y="0"/>
                  </a:lnTo>
                  <a:lnTo>
                    <a:pt x="98" y="0"/>
                  </a:lnTo>
                  <a:lnTo>
                    <a:pt x="105" y="0"/>
                  </a:lnTo>
                  <a:lnTo>
                    <a:pt x="111" y="0"/>
                  </a:lnTo>
                  <a:lnTo>
                    <a:pt x="118" y="0"/>
                  </a:lnTo>
                  <a:lnTo>
                    <a:pt x="124" y="0"/>
                  </a:lnTo>
                  <a:lnTo>
                    <a:pt x="137" y="0"/>
                  </a:lnTo>
                  <a:lnTo>
                    <a:pt x="144" y="0"/>
                  </a:lnTo>
                  <a:lnTo>
                    <a:pt x="150" y="0"/>
                  </a:lnTo>
                  <a:lnTo>
                    <a:pt x="157" y="0"/>
                  </a:lnTo>
                  <a:lnTo>
                    <a:pt x="170" y="0"/>
                  </a:lnTo>
                  <a:lnTo>
                    <a:pt x="176" y="0"/>
                  </a:lnTo>
                  <a:lnTo>
                    <a:pt x="183" y="0"/>
                  </a:lnTo>
                  <a:lnTo>
                    <a:pt x="189" y="0"/>
                  </a:lnTo>
                  <a:lnTo>
                    <a:pt x="196" y="0"/>
                  </a:lnTo>
                  <a:lnTo>
                    <a:pt x="209" y="0"/>
                  </a:lnTo>
                  <a:lnTo>
                    <a:pt x="215" y="0"/>
                  </a:lnTo>
                  <a:lnTo>
                    <a:pt x="222" y="0"/>
                  </a:lnTo>
                  <a:lnTo>
                    <a:pt x="228" y="0"/>
                  </a:lnTo>
                  <a:lnTo>
                    <a:pt x="241" y="0"/>
                  </a:lnTo>
                  <a:lnTo>
                    <a:pt x="248" y="0"/>
                  </a:lnTo>
                  <a:lnTo>
                    <a:pt x="254" y="0"/>
                  </a:lnTo>
                  <a:lnTo>
                    <a:pt x="261" y="0"/>
                  </a:lnTo>
                  <a:lnTo>
                    <a:pt x="267" y="0"/>
                  </a:lnTo>
                  <a:lnTo>
                    <a:pt x="281" y="0"/>
                  </a:lnTo>
                  <a:lnTo>
                    <a:pt x="287" y="0"/>
                  </a:lnTo>
                  <a:lnTo>
                    <a:pt x="294" y="0"/>
                  </a:lnTo>
                  <a:lnTo>
                    <a:pt x="300" y="0"/>
                  </a:lnTo>
                  <a:lnTo>
                    <a:pt x="307" y="0"/>
                  </a:lnTo>
                  <a:lnTo>
                    <a:pt x="320" y="0"/>
                  </a:lnTo>
                  <a:lnTo>
                    <a:pt x="326" y="0"/>
                  </a:lnTo>
                  <a:lnTo>
                    <a:pt x="333" y="0"/>
                  </a:lnTo>
                  <a:lnTo>
                    <a:pt x="339" y="0"/>
                  </a:lnTo>
                  <a:lnTo>
                    <a:pt x="352" y="0"/>
                  </a:lnTo>
                  <a:lnTo>
                    <a:pt x="359" y="0"/>
                  </a:lnTo>
                  <a:lnTo>
                    <a:pt x="365" y="0"/>
                  </a:lnTo>
                  <a:lnTo>
                    <a:pt x="372" y="0"/>
                  </a:lnTo>
                  <a:lnTo>
                    <a:pt x="378" y="0"/>
                  </a:lnTo>
                  <a:lnTo>
                    <a:pt x="391" y="0"/>
                  </a:lnTo>
                  <a:lnTo>
                    <a:pt x="398" y="0"/>
                  </a:lnTo>
                  <a:lnTo>
                    <a:pt x="404" y="0"/>
                  </a:lnTo>
                  <a:lnTo>
                    <a:pt x="411" y="0"/>
                  </a:lnTo>
                  <a:lnTo>
                    <a:pt x="424" y="0"/>
                  </a:lnTo>
                  <a:lnTo>
                    <a:pt x="430" y="0"/>
                  </a:lnTo>
                  <a:lnTo>
                    <a:pt x="437" y="0"/>
                  </a:lnTo>
                  <a:lnTo>
                    <a:pt x="443" y="0"/>
                  </a:lnTo>
                  <a:lnTo>
                    <a:pt x="450" y="0"/>
                  </a:lnTo>
                  <a:lnTo>
                    <a:pt x="463" y="0"/>
                  </a:lnTo>
                  <a:lnTo>
                    <a:pt x="469" y="0"/>
                  </a:lnTo>
                  <a:lnTo>
                    <a:pt x="476" y="0"/>
                  </a:lnTo>
                  <a:lnTo>
                    <a:pt x="483" y="0"/>
                  </a:lnTo>
                  <a:lnTo>
                    <a:pt x="496" y="0"/>
                  </a:lnTo>
                  <a:lnTo>
                    <a:pt x="502" y="0"/>
                  </a:lnTo>
                  <a:lnTo>
                    <a:pt x="509" y="0"/>
                  </a:lnTo>
                  <a:lnTo>
                    <a:pt x="515" y="0"/>
                  </a:lnTo>
                  <a:lnTo>
                    <a:pt x="522" y="0"/>
                  </a:lnTo>
                  <a:lnTo>
                    <a:pt x="535" y="0"/>
                  </a:lnTo>
                  <a:lnTo>
                    <a:pt x="541" y="0"/>
                  </a:lnTo>
                  <a:lnTo>
                    <a:pt x="548" y="0"/>
                  </a:lnTo>
                  <a:lnTo>
                    <a:pt x="554" y="0"/>
                  </a:lnTo>
                  <a:lnTo>
                    <a:pt x="561" y="0"/>
                  </a:lnTo>
                  <a:lnTo>
                    <a:pt x="574" y="0"/>
                  </a:lnTo>
                  <a:lnTo>
                    <a:pt x="580" y="0"/>
                  </a:lnTo>
                  <a:lnTo>
                    <a:pt x="587" y="0"/>
                  </a:lnTo>
                  <a:lnTo>
                    <a:pt x="593" y="0"/>
                  </a:lnTo>
                  <a:lnTo>
                    <a:pt x="606" y="0"/>
                  </a:lnTo>
                  <a:lnTo>
                    <a:pt x="613" y="0"/>
                  </a:lnTo>
                  <a:lnTo>
                    <a:pt x="619" y="0"/>
                  </a:lnTo>
                  <a:lnTo>
                    <a:pt x="626" y="0"/>
                  </a:lnTo>
                  <a:lnTo>
                    <a:pt x="632" y="0"/>
                  </a:lnTo>
                  <a:lnTo>
                    <a:pt x="645" y="0"/>
                  </a:lnTo>
                  <a:lnTo>
                    <a:pt x="652" y="0"/>
                  </a:lnTo>
                  <a:lnTo>
                    <a:pt x="658" y="0"/>
                  </a:lnTo>
                  <a:lnTo>
                    <a:pt x="665" y="0"/>
                  </a:lnTo>
                  <a:lnTo>
                    <a:pt x="678" y="0"/>
                  </a:lnTo>
                  <a:lnTo>
                    <a:pt x="685" y="0"/>
                  </a:lnTo>
                  <a:lnTo>
                    <a:pt x="691" y="0"/>
                  </a:lnTo>
                  <a:lnTo>
                    <a:pt x="698" y="0"/>
                  </a:lnTo>
                  <a:lnTo>
                    <a:pt x="704" y="0"/>
                  </a:lnTo>
                  <a:lnTo>
                    <a:pt x="717" y="0"/>
                  </a:lnTo>
                  <a:lnTo>
                    <a:pt x="724" y="0"/>
                  </a:lnTo>
                  <a:lnTo>
                    <a:pt x="730" y="0"/>
                  </a:lnTo>
                  <a:lnTo>
                    <a:pt x="737" y="0"/>
                  </a:lnTo>
                  <a:lnTo>
                    <a:pt x="743" y="0"/>
                  </a:lnTo>
                  <a:lnTo>
                    <a:pt x="756" y="0"/>
                  </a:lnTo>
                  <a:lnTo>
                    <a:pt x="763" y="0"/>
                  </a:lnTo>
                  <a:lnTo>
                    <a:pt x="769" y="0"/>
                  </a:lnTo>
                  <a:lnTo>
                    <a:pt x="776" y="0"/>
                  </a:lnTo>
                  <a:lnTo>
                    <a:pt x="789" y="0"/>
                  </a:lnTo>
                  <a:lnTo>
                    <a:pt x="795" y="0"/>
                  </a:lnTo>
                  <a:lnTo>
                    <a:pt x="802" y="0"/>
                  </a:lnTo>
                  <a:lnTo>
                    <a:pt x="808" y="0"/>
                  </a:lnTo>
                  <a:lnTo>
                    <a:pt x="815" y="0"/>
                  </a:lnTo>
                  <a:lnTo>
                    <a:pt x="828" y="0"/>
                  </a:lnTo>
                  <a:lnTo>
                    <a:pt x="834" y="0"/>
                  </a:lnTo>
                  <a:lnTo>
                    <a:pt x="841" y="0"/>
                  </a:lnTo>
                  <a:lnTo>
                    <a:pt x="847" y="0"/>
                  </a:lnTo>
                  <a:lnTo>
                    <a:pt x="860" y="0"/>
                  </a:lnTo>
                  <a:lnTo>
                    <a:pt x="867" y="0"/>
                  </a:lnTo>
                  <a:lnTo>
                    <a:pt x="874" y="0"/>
                  </a:lnTo>
                  <a:lnTo>
                    <a:pt x="880" y="0"/>
                  </a:lnTo>
                  <a:lnTo>
                    <a:pt x="887" y="0"/>
                  </a:lnTo>
                  <a:lnTo>
                    <a:pt x="900" y="0"/>
                  </a:lnTo>
                  <a:lnTo>
                    <a:pt x="906" y="0"/>
                  </a:lnTo>
                  <a:lnTo>
                    <a:pt x="913" y="0"/>
                  </a:lnTo>
                  <a:lnTo>
                    <a:pt x="919" y="0"/>
                  </a:lnTo>
                  <a:lnTo>
                    <a:pt x="926" y="0"/>
                  </a:lnTo>
                  <a:lnTo>
                    <a:pt x="939" y="0"/>
                  </a:lnTo>
                  <a:lnTo>
                    <a:pt x="945" y="0"/>
                  </a:lnTo>
                  <a:lnTo>
                    <a:pt x="952" y="0"/>
                  </a:lnTo>
                  <a:lnTo>
                    <a:pt x="958" y="0"/>
                  </a:lnTo>
                  <a:lnTo>
                    <a:pt x="971" y="0"/>
                  </a:lnTo>
                  <a:lnTo>
                    <a:pt x="978" y="0"/>
                  </a:lnTo>
                  <a:lnTo>
                    <a:pt x="984" y="0"/>
                  </a:lnTo>
                  <a:lnTo>
                    <a:pt x="991" y="0"/>
                  </a:lnTo>
                  <a:lnTo>
                    <a:pt x="997" y="0"/>
                  </a:lnTo>
                  <a:lnTo>
                    <a:pt x="1010" y="0"/>
                  </a:lnTo>
                  <a:lnTo>
                    <a:pt x="1017" y="0"/>
                  </a:lnTo>
                  <a:lnTo>
                    <a:pt x="1023" y="0"/>
                  </a:lnTo>
                  <a:lnTo>
                    <a:pt x="1030" y="0"/>
                  </a:lnTo>
                  <a:lnTo>
                    <a:pt x="1043" y="0"/>
                  </a:lnTo>
                  <a:lnTo>
                    <a:pt x="1049" y="0"/>
                  </a:lnTo>
                  <a:lnTo>
                    <a:pt x="1056" y="0"/>
                  </a:lnTo>
                  <a:lnTo>
                    <a:pt x="1062" y="0"/>
                  </a:lnTo>
                  <a:lnTo>
                    <a:pt x="1069" y="0"/>
                  </a:lnTo>
                  <a:lnTo>
                    <a:pt x="1082" y="0"/>
                  </a:lnTo>
                  <a:lnTo>
                    <a:pt x="1089" y="0"/>
                  </a:lnTo>
                  <a:lnTo>
                    <a:pt x="1095" y="0"/>
                  </a:lnTo>
                  <a:lnTo>
                    <a:pt x="1102" y="0"/>
                  </a:lnTo>
                  <a:lnTo>
                    <a:pt x="1115" y="0"/>
                  </a:lnTo>
                  <a:lnTo>
                    <a:pt x="1121" y="0"/>
                  </a:lnTo>
                  <a:lnTo>
                    <a:pt x="1128" y="0"/>
                  </a:lnTo>
                  <a:lnTo>
                    <a:pt x="1134" y="0"/>
                  </a:lnTo>
                  <a:lnTo>
                    <a:pt x="1141" y="0"/>
                  </a:lnTo>
                  <a:lnTo>
                    <a:pt x="1154" y="0"/>
                  </a:lnTo>
                  <a:lnTo>
                    <a:pt x="1160" y="0"/>
                  </a:lnTo>
                  <a:lnTo>
                    <a:pt x="1167" y="0"/>
                  </a:lnTo>
                  <a:lnTo>
                    <a:pt x="1173" y="0"/>
                  </a:lnTo>
                  <a:lnTo>
                    <a:pt x="1180" y="0"/>
                  </a:lnTo>
                  <a:lnTo>
                    <a:pt x="1193" y="0"/>
                  </a:lnTo>
                  <a:lnTo>
                    <a:pt x="1199" y="0"/>
                  </a:lnTo>
                  <a:lnTo>
                    <a:pt x="1206" y="0"/>
                  </a:lnTo>
                  <a:lnTo>
                    <a:pt x="1212" y="0"/>
                  </a:lnTo>
                  <a:lnTo>
                    <a:pt x="1225" y="0"/>
                  </a:lnTo>
                  <a:lnTo>
                    <a:pt x="1232" y="0"/>
                  </a:lnTo>
                  <a:lnTo>
                    <a:pt x="1238" y="0"/>
                  </a:lnTo>
                  <a:lnTo>
                    <a:pt x="1245" y="0"/>
                  </a:lnTo>
                  <a:lnTo>
                    <a:pt x="1251" y="0"/>
                  </a:lnTo>
                  <a:lnTo>
                    <a:pt x="1264" y="0"/>
                  </a:lnTo>
                  <a:lnTo>
                    <a:pt x="1271" y="0"/>
                  </a:lnTo>
                  <a:lnTo>
                    <a:pt x="1278" y="0"/>
                  </a:lnTo>
                  <a:lnTo>
                    <a:pt x="1284" y="0"/>
                  </a:lnTo>
                  <a:lnTo>
                    <a:pt x="1297" y="0"/>
                  </a:lnTo>
                  <a:lnTo>
                    <a:pt x="1304" y="0"/>
                  </a:lnTo>
                  <a:lnTo>
                    <a:pt x="1310" y="0"/>
                  </a:lnTo>
                  <a:lnTo>
                    <a:pt x="1317" y="0"/>
                  </a:lnTo>
                  <a:lnTo>
                    <a:pt x="1323" y="0"/>
                  </a:lnTo>
                  <a:lnTo>
                    <a:pt x="1336" y="0"/>
                  </a:lnTo>
                  <a:lnTo>
                    <a:pt x="1343" y="0"/>
                  </a:lnTo>
                  <a:lnTo>
                    <a:pt x="1349" y="0"/>
                  </a:lnTo>
                  <a:lnTo>
                    <a:pt x="1356" y="0"/>
                  </a:lnTo>
                  <a:lnTo>
                    <a:pt x="1362" y="0"/>
                  </a:lnTo>
                  <a:lnTo>
                    <a:pt x="1375" y="0"/>
                  </a:lnTo>
                  <a:lnTo>
                    <a:pt x="1382" y="0"/>
                  </a:lnTo>
                  <a:lnTo>
                    <a:pt x="1388" y="0"/>
                  </a:lnTo>
                  <a:lnTo>
                    <a:pt x="1395" y="0"/>
                  </a:lnTo>
                  <a:lnTo>
                    <a:pt x="1408" y="0"/>
                  </a:lnTo>
                  <a:lnTo>
                    <a:pt x="1414" y="0"/>
                  </a:lnTo>
                  <a:lnTo>
                    <a:pt x="1421" y="0"/>
                  </a:lnTo>
                  <a:lnTo>
                    <a:pt x="1427" y="0"/>
                  </a:lnTo>
                  <a:lnTo>
                    <a:pt x="1434" y="0"/>
                  </a:lnTo>
                  <a:lnTo>
                    <a:pt x="1447" y="0"/>
                  </a:lnTo>
                  <a:lnTo>
                    <a:pt x="1453" y="0"/>
                  </a:lnTo>
                  <a:lnTo>
                    <a:pt x="1460" y="0"/>
                  </a:lnTo>
                  <a:lnTo>
                    <a:pt x="1467" y="0"/>
                  </a:lnTo>
                  <a:lnTo>
                    <a:pt x="1480" y="0"/>
                  </a:lnTo>
                  <a:lnTo>
                    <a:pt x="1486" y="0"/>
                  </a:lnTo>
                  <a:lnTo>
                    <a:pt x="1493" y="0"/>
                  </a:lnTo>
                  <a:lnTo>
                    <a:pt x="1499" y="0"/>
                  </a:lnTo>
                  <a:lnTo>
                    <a:pt x="1506" y="0"/>
                  </a:lnTo>
                  <a:lnTo>
                    <a:pt x="1519" y="0"/>
                  </a:lnTo>
                  <a:lnTo>
                    <a:pt x="1525" y="0"/>
                  </a:lnTo>
                  <a:lnTo>
                    <a:pt x="1532" y="0"/>
                  </a:lnTo>
                  <a:lnTo>
                    <a:pt x="1538" y="0"/>
                  </a:lnTo>
                  <a:lnTo>
                    <a:pt x="1545" y="0"/>
                  </a:lnTo>
                  <a:lnTo>
                    <a:pt x="1558" y="0"/>
                  </a:lnTo>
                  <a:lnTo>
                    <a:pt x="1564" y="0"/>
                  </a:lnTo>
                  <a:lnTo>
                    <a:pt x="1571" y="0"/>
                  </a:lnTo>
                  <a:lnTo>
                    <a:pt x="1577" y="0"/>
                  </a:lnTo>
                  <a:lnTo>
                    <a:pt x="1590" y="0"/>
                  </a:lnTo>
                  <a:lnTo>
                    <a:pt x="1597" y="0"/>
                  </a:lnTo>
                  <a:lnTo>
                    <a:pt x="1603" y="0"/>
                  </a:lnTo>
                  <a:lnTo>
                    <a:pt x="1610" y="0"/>
                  </a:lnTo>
                  <a:lnTo>
                    <a:pt x="1616" y="0"/>
                  </a:lnTo>
                  <a:lnTo>
                    <a:pt x="1629" y="0"/>
                  </a:lnTo>
                  <a:lnTo>
                    <a:pt x="1636" y="0"/>
                  </a:lnTo>
                  <a:lnTo>
                    <a:pt x="1642" y="0"/>
                  </a:lnTo>
                  <a:lnTo>
                    <a:pt x="1649" y="0"/>
                  </a:lnTo>
                  <a:lnTo>
                    <a:pt x="1662" y="0"/>
                  </a:lnTo>
                  <a:lnTo>
                    <a:pt x="1669" y="0"/>
                  </a:lnTo>
                  <a:lnTo>
                    <a:pt x="1675" y="0"/>
                  </a:lnTo>
                  <a:lnTo>
                    <a:pt x="1682" y="0"/>
                  </a:lnTo>
                  <a:lnTo>
                    <a:pt x="1688" y="0"/>
                  </a:lnTo>
                  <a:lnTo>
                    <a:pt x="1701" y="0"/>
                  </a:lnTo>
                  <a:lnTo>
                    <a:pt x="1708" y="0"/>
                  </a:lnTo>
                  <a:lnTo>
                    <a:pt x="1714" y="0"/>
                  </a:lnTo>
                  <a:lnTo>
                    <a:pt x="1721" y="0"/>
                  </a:lnTo>
                  <a:lnTo>
                    <a:pt x="1734" y="0"/>
                  </a:lnTo>
                  <a:lnTo>
                    <a:pt x="1740" y="0"/>
                  </a:lnTo>
                  <a:lnTo>
                    <a:pt x="1747" y="0"/>
                  </a:lnTo>
                  <a:lnTo>
                    <a:pt x="1753" y="0"/>
                  </a:lnTo>
                  <a:lnTo>
                    <a:pt x="1760" y="0"/>
                  </a:lnTo>
                  <a:lnTo>
                    <a:pt x="1773" y="0"/>
                  </a:lnTo>
                  <a:lnTo>
                    <a:pt x="1779" y="0"/>
                  </a:lnTo>
                  <a:lnTo>
                    <a:pt x="1786" y="0"/>
                  </a:lnTo>
                  <a:lnTo>
                    <a:pt x="1792" y="0"/>
                  </a:lnTo>
                  <a:lnTo>
                    <a:pt x="1799" y="0"/>
                  </a:lnTo>
                  <a:lnTo>
                    <a:pt x="1812" y="0"/>
                  </a:lnTo>
                  <a:lnTo>
                    <a:pt x="1818" y="0"/>
                  </a:lnTo>
                  <a:lnTo>
                    <a:pt x="1825" y="0"/>
                  </a:lnTo>
                  <a:lnTo>
                    <a:pt x="1831" y="0"/>
                  </a:lnTo>
                  <a:lnTo>
                    <a:pt x="1844" y="0"/>
                  </a:lnTo>
                  <a:lnTo>
                    <a:pt x="1851" y="0"/>
                  </a:lnTo>
                  <a:lnTo>
                    <a:pt x="1857" y="0"/>
                  </a:lnTo>
                  <a:lnTo>
                    <a:pt x="1864" y="0"/>
                  </a:lnTo>
                  <a:lnTo>
                    <a:pt x="1871" y="0"/>
                  </a:lnTo>
                  <a:lnTo>
                    <a:pt x="1884" y="0"/>
                  </a:lnTo>
                  <a:lnTo>
                    <a:pt x="1890" y="0"/>
                  </a:lnTo>
                  <a:lnTo>
                    <a:pt x="1897" y="0"/>
                  </a:lnTo>
                  <a:lnTo>
                    <a:pt x="1903" y="0"/>
                  </a:lnTo>
                  <a:lnTo>
                    <a:pt x="1916" y="0"/>
                  </a:lnTo>
                  <a:lnTo>
                    <a:pt x="1923" y="0"/>
                  </a:lnTo>
                  <a:lnTo>
                    <a:pt x="1929" y="0"/>
                  </a:lnTo>
                  <a:lnTo>
                    <a:pt x="1936" y="0"/>
                  </a:lnTo>
                  <a:lnTo>
                    <a:pt x="1942" y="0"/>
                  </a:lnTo>
                  <a:lnTo>
                    <a:pt x="1955" y="0"/>
                  </a:lnTo>
                  <a:lnTo>
                    <a:pt x="1962" y="0"/>
                  </a:lnTo>
                  <a:lnTo>
                    <a:pt x="1968" y="0"/>
                  </a:lnTo>
                  <a:lnTo>
                    <a:pt x="1975" y="0"/>
                  </a:lnTo>
                  <a:lnTo>
                    <a:pt x="1981" y="0"/>
                  </a:lnTo>
                  <a:lnTo>
                    <a:pt x="1994" y="0"/>
                  </a:lnTo>
                  <a:lnTo>
                    <a:pt x="2001" y="0"/>
                  </a:lnTo>
                  <a:lnTo>
                    <a:pt x="2007" y="0"/>
                  </a:lnTo>
                  <a:lnTo>
                    <a:pt x="2014" y="0"/>
                  </a:lnTo>
                  <a:lnTo>
                    <a:pt x="2027" y="0"/>
                  </a:lnTo>
                  <a:lnTo>
                    <a:pt x="2033" y="0"/>
                  </a:lnTo>
                  <a:lnTo>
                    <a:pt x="2040" y="0"/>
                  </a:lnTo>
                  <a:lnTo>
                    <a:pt x="2046" y="0"/>
                  </a:lnTo>
                  <a:lnTo>
                    <a:pt x="2053" y="0"/>
                  </a:lnTo>
                  <a:lnTo>
                    <a:pt x="2066" y="0"/>
                  </a:lnTo>
                  <a:lnTo>
                    <a:pt x="2073" y="0"/>
                  </a:lnTo>
                  <a:lnTo>
                    <a:pt x="2079" y="0"/>
                  </a:lnTo>
                  <a:lnTo>
                    <a:pt x="2086" y="0"/>
                  </a:lnTo>
                  <a:lnTo>
                    <a:pt x="2099" y="0"/>
                  </a:lnTo>
                  <a:lnTo>
                    <a:pt x="2105" y="0"/>
                  </a:lnTo>
                  <a:lnTo>
                    <a:pt x="2112" y="0"/>
                  </a:lnTo>
                  <a:lnTo>
                    <a:pt x="2118" y="0"/>
                  </a:lnTo>
                  <a:lnTo>
                    <a:pt x="2125" y="0"/>
                  </a:lnTo>
                  <a:lnTo>
                    <a:pt x="2138" y="0"/>
                  </a:lnTo>
                  <a:lnTo>
                    <a:pt x="2144" y="0"/>
                  </a:lnTo>
                  <a:lnTo>
                    <a:pt x="2151" y="0"/>
                  </a:lnTo>
                  <a:lnTo>
                    <a:pt x="2157" y="0"/>
                  </a:lnTo>
                  <a:lnTo>
                    <a:pt x="2164" y="0"/>
                  </a:lnTo>
                  <a:lnTo>
                    <a:pt x="2177" y="0"/>
                  </a:lnTo>
                  <a:lnTo>
                    <a:pt x="2183" y="0"/>
                  </a:lnTo>
                  <a:lnTo>
                    <a:pt x="2190" y="0"/>
                  </a:lnTo>
                  <a:lnTo>
                    <a:pt x="2196" y="0"/>
                  </a:lnTo>
                  <a:lnTo>
                    <a:pt x="2209" y="0"/>
                  </a:lnTo>
                  <a:lnTo>
                    <a:pt x="2216" y="0"/>
                  </a:lnTo>
                  <a:lnTo>
                    <a:pt x="2222" y="0"/>
                  </a:lnTo>
                  <a:lnTo>
                    <a:pt x="2229" y="0"/>
                  </a:lnTo>
                  <a:lnTo>
                    <a:pt x="2235" y="0"/>
                  </a:lnTo>
                  <a:lnTo>
                    <a:pt x="2248" y="0"/>
                  </a:lnTo>
                  <a:lnTo>
                    <a:pt x="2255" y="0"/>
                  </a:lnTo>
                  <a:lnTo>
                    <a:pt x="2262" y="0"/>
                  </a:lnTo>
                  <a:lnTo>
                    <a:pt x="2268" y="0"/>
                  </a:lnTo>
                  <a:lnTo>
                    <a:pt x="2281" y="0"/>
                  </a:lnTo>
                  <a:lnTo>
                    <a:pt x="2288" y="0"/>
                  </a:lnTo>
                  <a:lnTo>
                    <a:pt x="2294" y="0"/>
                  </a:lnTo>
                  <a:lnTo>
                    <a:pt x="2301" y="0"/>
                  </a:lnTo>
                  <a:lnTo>
                    <a:pt x="2307" y="0"/>
                  </a:lnTo>
                  <a:lnTo>
                    <a:pt x="2320" y="0"/>
                  </a:lnTo>
                  <a:lnTo>
                    <a:pt x="2327" y="0"/>
                  </a:lnTo>
                  <a:lnTo>
                    <a:pt x="2333" y="0"/>
                  </a:lnTo>
                  <a:lnTo>
                    <a:pt x="2340" y="0"/>
                  </a:lnTo>
                  <a:lnTo>
                    <a:pt x="2353" y="0"/>
                  </a:lnTo>
                  <a:lnTo>
                    <a:pt x="2359" y="0"/>
                  </a:lnTo>
                  <a:lnTo>
                    <a:pt x="2366" y="0"/>
                  </a:lnTo>
                  <a:lnTo>
                    <a:pt x="2372" y="0"/>
                  </a:lnTo>
                  <a:lnTo>
                    <a:pt x="2379" y="0"/>
                  </a:lnTo>
                  <a:lnTo>
                    <a:pt x="2392" y="0"/>
                  </a:lnTo>
                  <a:lnTo>
                    <a:pt x="2398" y="0"/>
                  </a:lnTo>
                  <a:lnTo>
                    <a:pt x="2405" y="0"/>
                  </a:lnTo>
                  <a:lnTo>
                    <a:pt x="2411" y="0"/>
                  </a:lnTo>
                  <a:lnTo>
                    <a:pt x="2418" y="0"/>
                  </a:lnTo>
                  <a:lnTo>
                    <a:pt x="2431" y="0"/>
                  </a:lnTo>
                  <a:lnTo>
                    <a:pt x="2437" y="0"/>
                  </a:lnTo>
                  <a:lnTo>
                    <a:pt x="2444" y="0"/>
                  </a:lnTo>
                  <a:lnTo>
                    <a:pt x="2450" y="0"/>
                  </a:lnTo>
                  <a:lnTo>
                    <a:pt x="2464" y="0"/>
                  </a:lnTo>
                  <a:lnTo>
                    <a:pt x="2470" y="0"/>
                  </a:lnTo>
                  <a:lnTo>
                    <a:pt x="2477" y="0"/>
                  </a:lnTo>
                  <a:lnTo>
                    <a:pt x="2483" y="0"/>
                  </a:lnTo>
                  <a:lnTo>
                    <a:pt x="2490" y="0"/>
                  </a:lnTo>
                  <a:lnTo>
                    <a:pt x="2503" y="0"/>
                  </a:lnTo>
                  <a:lnTo>
                    <a:pt x="2509" y="0"/>
                  </a:lnTo>
                  <a:lnTo>
                    <a:pt x="2516" y="0"/>
                  </a:lnTo>
                  <a:lnTo>
                    <a:pt x="2522" y="0"/>
                  </a:lnTo>
                  <a:lnTo>
                    <a:pt x="2535" y="0"/>
                  </a:lnTo>
                  <a:lnTo>
                    <a:pt x="2542" y="0"/>
                  </a:lnTo>
                  <a:lnTo>
                    <a:pt x="2548" y="0"/>
                  </a:lnTo>
                  <a:lnTo>
                    <a:pt x="2555" y="0"/>
                  </a:lnTo>
                  <a:lnTo>
                    <a:pt x="2561" y="0"/>
                  </a:lnTo>
                  <a:lnTo>
                    <a:pt x="2574" y="0"/>
                  </a:lnTo>
                  <a:lnTo>
                    <a:pt x="2581" y="0"/>
                  </a:lnTo>
                  <a:lnTo>
                    <a:pt x="2587" y="0"/>
                  </a:lnTo>
                  <a:lnTo>
                    <a:pt x="2594" y="0"/>
                  </a:lnTo>
                  <a:lnTo>
                    <a:pt x="2600" y="0"/>
                  </a:lnTo>
                  <a:lnTo>
                    <a:pt x="2613" y="0"/>
                  </a:lnTo>
                  <a:lnTo>
                    <a:pt x="2620" y="0"/>
                  </a:lnTo>
                  <a:lnTo>
                    <a:pt x="2626" y="0"/>
                  </a:lnTo>
                  <a:lnTo>
                    <a:pt x="2633" y="0"/>
                  </a:lnTo>
                  <a:lnTo>
                    <a:pt x="2646" y="0"/>
                  </a:lnTo>
                  <a:lnTo>
                    <a:pt x="2653" y="0"/>
                  </a:lnTo>
                  <a:lnTo>
                    <a:pt x="2659" y="0"/>
                  </a:lnTo>
                  <a:lnTo>
                    <a:pt x="2666" y="0"/>
                  </a:lnTo>
                  <a:lnTo>
                    <a:pt x="2672" y="0"/>
                  </a:lnTo>
                  <a:lnTo>
                    <a:pt x="2685" y="0"/>
                  </a:lnTo>
                  <a:lnTo>
                    <a:pt x="2692" y="0"/>
                  </a:lnTo>
                  <a:lnTo>
                    <a:pt x="2698" y="0"/>
                  </a:lnTo>
                  <a:lnTo>
                    <a:pt x="2705" y="0"/>
                  </a:lnTo>
                  <a:lnTo>
                    <a:pt x="2718" y="0"/>
                  </a:lnTo>
                  <a:lnTo>
                    <a:pt x="2724" y="0"/>
                  </a:lnTo>
                  <a:lnTo>
                    <a:pt x="2731" y="0"/>
                  </a:lnTo>
                  <a:lnTo>
                    <a:pt x="2737" y="0"/>
                  </a:lnTo>
                  <a:lnTo>
                    <a:pt x="2744" y="0"/>
                  </a:lnTo>
                  <a:lnTo>
                    <a:pt x="2757" y="0"/>
                  </a:lnTo>
                  <a:lnTo>
                    <a:pt x="2763" y="0"/>
                  </a:lnTo>
                  <a:lnTo>
                    <a:pt x="2770" y="0"/>
                  </a:lnTo>
                  <a:lnTo>
                    <a:pt x="2776" y="0"/>
                  </a:lnTo>
                  <a:lnTo>
                    <a:pt x="2783" y="0"/>
                  </a:lnTo>
                  <a:lnTo>
                    <a:pt x="2796" y="0"/>
                  </a:lnTo>
                  <a:lnTo>
                    <a:pt x="2802" y="0"/>
                  </a:lnTo>
                  <a:lnTo>
                    <a:pt x="2809" y="0"/>
                  </a:lnTo>
                  <a:lnTo>
                    <a:pt x="2815" y="0"/>
                  </a:lnTo>
                  <a:lnTo>
                    <a:pt x="2828" y="0"/>
                  </a:lnTo>
                  <a:lnTo>
                    <a:pt x="2835" y="0"/>
                  </a:lnTo>
                  <a:lnTo>
                    <a:pt x="2841" y="0"/>
                  </a:lnTo>
                  <a:lnTo>
                    <a:pt x="2848" y="0"/>
                  </a:lnTo>
                  <a:lnTo>
                    <a:pt x="2855" y="0"/>
                  </a:lnTo>
                  <a:lnTo>
                    <a:pt x="2868" y="0"/>
                  </a:lnTo>
                  <a:lnTo>
                    <a:pt x="2874" y="0"/>
                  </a:lnTo>
                  <a:lnTo>
                    <a:pt x="2881" y="0"/>
                  </a:lnTo>
                  <a:lnTo>
                    <a:pt x="2887" y="0"/>
                  </a:lnTo>
                  <a:lnTo>
                    <a:pt x="2900" y="0"/>
                  </a:lnTo>
                  <a:lnTo>
                    <a:pt x="2907" y="0"/>
                  </a:lnTo>
                  <a:lnTo>
                    <a:pt x="2913" y="0"/>
                  </a:lnTo>
                  <a:lnTo>
                    <a:pt x="2920" y="0"/>
                  </a:lnTo>
                  <a:lnTo>
                    <a:pt x="2926" y="0"/>
                  </a:lnTo>
                  <a:lnTo>
                    <a:pt x="2939" y="0"/>
                  </a:lnTo>
                  <a:lnTo>
                    <a:pt x="2946" y="0"/>
                  </a:lnTo>
                  <a:lnTo>
                    <a:pt x="2952" y="0"/>
                  </a:lnTo>
                  <a:lnTo>
                    <a:pt x="2959" y="0"/>
                  </a:lnTo>
                  <a:lnTo>
                    <a:pt x="2972" y="0"/>
                  </a:lnTo>
                  <a:lnTo>
                    <a:pt x="2978" y="0"/>
                  </a:lnTo>
                  <a:lnTo>
                    <a:pt x="2985" y="0"/>
                  </a:lnTo>
                  <a:lnTo>
                    <a:pt x="2991" y="0"/>
                  </a:lnTo>
                  <a:lnTo>
                    <a:pt x="2998" y="0"/>
                  </a:lnTo>
                  <a:lnTo>
                    <a:pt x="3011" y="0"/>
                  </a:lnTo>
                  <a:lnTo>
                    <a:pt x="3017" y="0"/>
                  </a:lnTo>
                  <a:lnTo>
                    <a:pt x="3024" y="0"/>
                  </a:lnTo>
                  <a:lnTo>
                    <a:pt x="3030" y="0"/>
                  </a:lnTo>
                  <a:lnTo>
                    <a:pt x="3037" y="0"/>
                  </a:lnTo>
                  <a:lnTo>
                    <a:pt x="3050" y="0"/>
                  </a:lnTo>
                  <a:lnTo>
                    <a:pt x="3057" y="0"/>
                  </a:lnTo>
                  <a:lnTo>
                    <a:pt x="3063" y="0"/>
                  </a:lnTo>
                  <a:lnTo>
                    <a:pt x="3070" y="0"/>
                  </a:lnTo>
                  <a:lnTo>
                    <a:pt x="3083" y="0"/>
                  </a:lnTo>
                  <a:lnTo>
                    <a:pt x="3089" y="0"/>
                  </a:lnTo>
                  <a:lnTo>
                    <a:pt x="3096" y="0"/>
                  </a:lnTo>
                  <a:lnTo>
                    <a:pt x="3102" y="0"/>
                  </a:lnTo>
                  <a:lnTo>
                    <a:pt x="3109" y="0"/>
                  </a:lnTo>
                  <a:lnTo>
                    <a:pt x="3122" y="0"/>
                  </a:lnTo>
                  <a:lnTo>
                    <a:pt x="3128" y="0"/>
                  </a:lnTo>
                  <a:lnTo>
                    <a:pt x="3135" y="0"/>
                  </a:lnTo>
                  <a:lnTo>
                    <a:pt x="3141" y="0"/>
                  </a:lnTo>
                  <a:lnTo>
                    <a:pt x="3154" y="0"/>
                  </a:lnTo>
                  <a:lnTo>
                    <a:pt x="3161" y="0"/>
                  </a:lnTo>
                  <a:lnTo>
                    <a:pt x="3167" y="0"/>
                  </a:lnTo>
                  <a:lnTo>
                    <a:pt x="3174" y="0"/>
                  </a:lnTo>
                  <a:lnTo>
                    <a:pt x="3180" y="0"/>
                  </a:lnTo>
                  <a:lnTo>
                    <a:pt x="3193" y="0"/>
                  </a:lnTo>
                  <a:lnTo>
                    <a:pt x="3200" y="0"/>
                  </a:lnTo>
                  <a:lnTo>
                    <a:pt x="3206" y="0"/>
                  </a:lnTo>
                  <a:lnTo>
                    <a:pt x="3213" y="0"/>
                  </a:lnTo>
                  <a:lnTo>
                    <a:pt x="3219" y="0"/>
                  </a:lnTo>
                  <a:lnTo>
                    <a:pt x="3232" y="0"/>
                  </a:lnTo>
                  <a:lnTo>
                    <a:pt x="3239" y="0"/>
                  </a:lnTo>
                  <a:lnTo>
                    <a:pt x="3246" y="0"/>
                  </a:lnTo>
                  <a:lnTo>
                    <a:pt x="3252" y="0"/>
                  </a:lnTo>
                  <a:lnTo>
                    <a:pt x="3265" y="0"/>
                  </a:lnTo>
                  <a:lnTo>
                    <a:pt x="3272" y="0"/>
                  </a:lnTo>
                  <a:lnTo>
                    <a:pt x="3278" y="0"/>
                  </a:lnTo>
                  <a:lnTo>
                    <a:pt x="3285" y="0"/>
                  </a:lnTo>
                  <a:lnTo>
                    <a:pt x="3291" y="0"/>
                  </a:lnTo>
                  <a:lnTo>
                    <a:pt x="3304" y="0"/>
                  </a:lnTo>
                  <a:lnTo>
                    <a:pt x="3311" y="0"/>
                  </a:lnTo>
                  <a:lnTo>
                    <a:pt x="3317" y="0"/>
                  </a:lnTo>
                  <a:lnTo>
                    <a:pt x="3324" y="0"/>
                  </a:lnTo>
                  <a:lnTo>
                    <a:pt x="3337" y="0"/>
                  </a:lnTo>
                  <a:lnTo>
                    <a:pt x="3343" y="0"/>
                  </a:lnTo>
                  <a:lnTo>
                    <a:pt x="3350" y="0"/>
                  </a:lnTo>
                  <a:lnTo>
                    <a:pt x="3356" y="0"/>
                  </a:lnTo>
                  <a:lnTo>
                    <a:pt x="3363" y="0"/>
                  </a:lnTo>
                  <a:lnTo>
                    <a:pt x="3376" y="0"/>
                  </a:lnTo>
                  <a:lnTo>
                    <a:pt x="3382" y="0"/>
                  </a:lnTo>
                  <a:lnTo>
                    <a:pt x="3389" y="0"/>
                  </a:lnTo>
                  <a:lnTo>
                    <a:pt x="3395" y="0"/>
                  </a:lnTo>
                  <a:lnTo>
                    <a:pt x="3402" y="0"/>
                  </a:lnTo>
                  <a:lnTo>
                    <a:pt x="3415" y="0"/>
                  </a:lnTo>
                  <a:lnTo>
                    <a:pt x="3421" y="0"/>
                  </a:lnTo>
                  <a:lnTo>
                    <a:pt x="3428" y="0"/>
                  </a:lnTo>
                  <a:lnTo>
                    <a:pt x="3434" y="0"/>
                  </a:lnTo>
                  <a:lnTo>
                    <a:pt x="3448" y="0"/>
                  </a:lnTo>
                  <a:lnTo>
                    <a:pt x="3454" y="0"/>
                  </a:lnTo>
                  <a:lnTo>
                    <a:pt x="3461" y="0"/>
                  </a:lnTo>
                  <a:lnTo>
                    <a:pt x="3467" y="0"/>
                  </a:lnTo>
                  <a:lnTo>
                    <a:pt x="3474" y="0"/>
                  </a:lnTo>
                  <a:lnTo>
                    <a:pt x="3487" y="0"/>
                  </a:lnTo>
                  <a:lnTo>
                    <a:pt x="3493" y="0"/>
                  </a:lnTo>
                  <a:lnTo>
                    <a:pt x="3500" y="0"/>
                  </a:lnTo>
                  <a:lnTo>
                    <a:pt x="3506" y="0"/>
                  </a:lnTo>
                  <a:lnTo>
                    <a:pt x="3519" y="0"/>
                  </a:lnTo>
                  <a:lnTo>
                    <a:pt x="3526" y="0"/>
                  </a:lnTo>
                  <a:lnTo>
                    <a:pt x="3532" y="0"/>
                  </a:lnTo>
                  <a:lnTo>
                    <a:pt x="3539" y="0"/>
                  </a:lnTo>
                  <a:lnTo>
                    <a:pt x="3545" y="0"/>
                  </a:lnTo>
                  <a:lnTo>
                    <a:pt x="3558" y="0"/>
                  </a:lnTo>
                  <a:lnTo>
                    <a:pt x="3565" y="0"/>
                  </a:lnTo>
                  <a:lnTo>
                    <a:pt x="3571" y="0"/>
                  </a:lnTo>
                  <a:lnTo>
                    <a:pt x="3578" y="0"/>
                  </a:lnTo>
                  <a:lnTo>
                    <a:pt x="3591" y="0"/>
                  </a:lnTo>
                  <a:lnTo>
                    <a:pt x="3597" y="0"/>
                  </a:lnTo>
                  <a:lnTo>
                    <a:pt x="3604" y="0"/>
                  </a:lnTo>
                  <a:lnTo>
                    <a:pt x="3610" y="0"/>
                  </a:lnTo>
                  <a:lnTo>
                    <a:pt x="3617" y="0"/>
                  </a:lnTo>
                  <a:lnTo>
                    <a:pt x="3630" y="0"/>
                  </a:lnTo>
                  <a:lnTo>
                    <a:pt x="3636" y="0"/>
                  </a:lnTo>
                  <a:lnTo>
                    <a:pt x="3643" y="0"/>
                  </a:lnTo>
                  <a:lnTo>
                    <a:pt x="3650" y="0"/>
                  </a:lnTo>
                  <a:lnTo>
                    <a:pt x="3656" y="0"/>
                  </a:lnTo>
                  <a:lnTo>
                    <a:pt x="3669" y="0"/>
                  </a:lnTo>
                  <a:lnTo>
                    <a:pt x="3676" y="0"/>
                  </a:lnTo>
                  <a:lnTo>
                    <a:pt x="3682" y="0"/>
                  </a:lnTo>
                  <a:lnTo>
                    <a:pt x="3689" y="0"/>
                  </a:lnTo>
                  <a:lnTo>
                    <a:pt x="3702" y="0"/>
                  </a:lnTo>
                  <a:lnTo>
                    <a:pt x="3708" y="0"/>
                  </a:lnTo>
                  <a:lnTo>
                    <a:pt x="3715" y="0"/>
                  </a:lnTo>
                  <a:lnTo>
                    <a:pt x="3721" y="0"/>
                  </a:lnTo>
                  <a:lnTo>
                    <a:pt x="3728" y="0"/>
                  </a:lnTo>
                  <a:lnTo>
                    <a:pt x="3741" y="0"/>
                  </a:lnTo>
                  <a:lnTo>
                    <a:pt x="3747" y="0"/>
                  </a:lnTo>
                  <a:lnTo>
                    <a:pt x="3754" y="0"/>
                  </a:lnTo>
                  <a:lnTo>
                    <a:pt x="3760" y="0"/>
                  </a:lnTo>
                  <a:lnTo>
                    <a:pt x="3773" y="0"/>
                  </a:lnTo>
                  <a:lnTo>
                    <a:pt x="3780" y="0"/>
                  </a:lnTo>
                  <a:lnTo>
                    <a:pt x="3786" y="0"/>
                  </a:lnTo>
                  <a:lnTo>
                    <a:pt x="3793" y="0"/>
                  </a:lnTo>
                  <a:lnTo>
                    <a:pt x="3799" y="0"/>
                  </a:lnTo>
                  <a:lnTo>
                    <a:pt x="3812" y="0"/>
                  </a:lnTo>
                  <a:lnTo>
                    <a:pt x="3819" y="0"/>
                  </a:lnTo>
                  <a:lnTo>
                    <a:pt x="3825" y="0"/>
                  </a:lnTo>
                  <a:lnTo>
                    <a:pt x="3832" y="0"/>
                  </a:lnTo>
                  <a:lnTo>
                    <a:pt x="3839" y="0"/>
                  </a:lnTo>
                  <a:lnTo>
                    <a:pt x="3852" y="0"/>
                  </a:lnTo>
                  <a:lnTo>
                    <a:pt x="3858" y="0"/>
                  </a:lnTo>
                  <a:lnTo>
                    <a:pt x="3865" y="0"/>
                  </a:lnTo>
                  <a:lnTo>
                    <a:pt x="3871" y="0"/>
                  </a:lnTo>
                  <a:lnTo>
                    <a:pt x="3884" y="0"/>
                  </a:lnTo>
                  <a:lnTo>
                    <a:pt x="3891" y="0"/>
                  </a:lnTo>
                  <a:lnTo>
                    <a:pt x="3897" y="0"/>
                  </a:lnTo>
                  <a:lnTo>
                    <a:pt x="3904" y="0"/>
                  </a:lnTo>
                  <a:lnTo>
                    <a:pt x="3910" y="0"/>
                  </a:lnTo>
                  <a:lnTo>
                    <a:pt x="3923" y="0"/>
                  </a:lnTo>
                  <a:lnTo>
                    <a:pt x="3930" y="0"/>
                  </a:lnTo>
                  <a:lnTo>
                    <a:pt x="3936" y="0"/>
                  </a:lnTo>
                  <a:lnTo>
                    <a:pt x="3943" y="0"/>
                  </a:lnTo>
                  <a:lnTo>
                    <a:pt x="3956" y="0"/>
                  </a:lnTo>
                  <a:lnTo>
                    <a:pt x="3962"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590" name="Freeform 166">
              <a:extLst>
                <a:ext uri="{FF2B5EF4-FFF2-40B4-BE49-F238E27FC236}">
                  <a16:creationId xmlns:a16="http://schemas.microsoft.com/office/drawing/2014/main" id="{46D25CC2-9120-4F38-B0AA-0216A94035F7}"/>
                </a:ext>
              </a:extLst>
            </p:cNvPr>
            <p:cNvSpPr>
              <a:spLocks/>
            </p:cNvSpPr>
            <p:nvPr/>
          </p:nvSpPr>
          <p:spPr bwMode="auto">
            <a:xfrm>
              <a:off x="3459" y="2152"/>
              <a:ext cx="1628" cy="0"/>
            </a:xfrm>
            <a:custGeom>
              <a:avLst/>
              <a:gdLst>
                <a:gd name="T0" fmla="*/ 1604 w 3962"/>
                <a:gd name="T1" fmla="*/ 1577 w 3962"/>
                <a:gd name="T2" fmla="*/ 1553 w 3962"/>
                <a:gd name="T3" fmla="*/ 1527 w 3962"/>
                <a:gd name="T4" fmla="*/ 1500 w 3962"/>
                <a:gd name="T5" fmla="*/ 1476 w 3962"/>
                <a:gd name="T6" fmla="*/ 1449 w 3962"/>
                <a:gd name="T7" fmla="*/ 1422 w 3962"/>
                <a:gd name="T8" fmla="*/ 1395 w 3962"/>
                <a:gd name="T9" fmla="*/ 1371 w 3962"/>
                <a:gd name="T10" fmla="*/ 1344 w 3962"/>
                <a:gd name="T11" fmla="*/ 1317 w 3962"/>
                <a:gd name="T12" fmla="*/ 1291 w 3962"/>
                <a:gd name="T13" fmla="*/ 1267 w 3962"/>
                <a:gd name="T14" fmla="*/ 1240 w 3962"/>
                <a:gd name="T15" fmla="*/ 1213 w 3962"/>
                <a:gd name="T16" fmla="*/ 1186 w 3962"/>
                <a:gd name="T17" fmla="*/ 1162 w 3962"/>
                <a:gd name="T18" fmla="*/ 1135 w 3962"/>
                <a:gd name="T19" fmla="*/ 1109 w 3962"/>
                <a:gd name="T20" fmla="*/ 1082 w 3962"/>
                <a:gd name="T21" fmla="*/ 1058 w 3962"/>
                <a:gd name="T22" fmla="*/ 1031 w 3962"/>
                <a:gd name="T23" fmla="*/ 1004 w 3962"/>
                <a:gd name="T24" fmla="*/ 978 w 3962"/>
                <a:gd name="T25" fmla="*/ 953 w 3962"/>
                <a:gd name="T26" fmla="*/ 927 w 3962"/>
                <a:gd name="T27" fmla="*/ 900 w 3962"/>
                <a:gd name="T28" fmla="*/ 873 w 3962"/>
                <a:gd name="T29" fmla="*/ 849 w 3962"/>
                <a:gd name="T30" fmla="*/ 822 w 3962"/>
                <a:gd name="T31" fmla="*/ 796 w 3962"/>
                <a:gd name="T32" fmla="*/ 769 w 3962"/>
                <a:gd name="T33" fmla="*/ 745 w 3962"/>
                <a:gd name="T34" fmla="*/ 718 w 3962"/>
                <a:gd name="T35" fmla="*/ 691 w 3962"/>
                <a:gd name="T36" fmla="*/ 664 w 3962"/>
                <a:gd name="T37" fmla="*/ 640 w 3962"/>
                <a:gd name="T38" fmla="*/ 613 w 3962"/>
                <a:gd name="T39" fmla="*/ 586 w 3962"/>
                <a:gd name="T40" fmla="*/ 560 w 3962"/>
                <a:gd name="T41" fmla="*/ 536 w 3962"/>
                <a:gd name="T42" fmla="*/ 509 w 3962"/>
                <a:gd name="T43" fmla="*/ 482 w 3962"/>
                <a:gd name="T44" fmla="*/ 458 w 3962"/>
                <a:gd name="T45" fmla="*/ 431 w 3962"/>
                <a:gd name="T46" fmla="*/ 404 w 3962"/>
                <a:gd name="T47" fmla="*/ 378 w 3962"/>
                <a:gd name="T48" fmla="*/ 353 w 3962"/>
                <a:gd name="T49" fmla="*/ 327 w 3962"/>
                <a:gd name="T50" fmla="*/ 300 w 3962"/>
                <a:gd name="T51" fmla="*/ 273 w 3962"/>
                <a:gd name="T52" fmla="*/ 249 w 3962"/>
                <a:gd name="T53" fmla="*/ 222 w 3962"/>
                <a:gd name="T54" fmla="*/ 196 w 3962"/>
                <a:gd name="T55" fmla="*/ 169 w 3962"/>
                <a:gd name="T56" fmla="*/ 145 w 3962"/>
                <a:gd name="T57" fmla="*/ 118 w 3962"/>
                <a:gd name="T58" fmla="*/ 91 w 3962"/>
                <a:gd name="T59" fmla="*/ 65 w 3962"/>
                <a:gd name="T60" fmla="*/ 40 w 3962"/>
                <a:gd name="T61" fmla="*/ 14 w 396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Lst>
              <a:ahLst/>
              <a:cxnLst>
                <a:cxn ang="T62">
                  <a:pos x="T0" y="0"/>
                </a:cxn>
                <a:cxn ang="T63">
                  <a:pos x="T1" y="0"/>
                </a:cxn>
                <a:cxn ang="T64">
                  <a:pos x="T2" y="0"/>
                </a:cxn>
                <a:cxn ang="T65">
                  <a:pos x="T3" y="0"/>
                </a:cxn>
                <a:cxn ang="T66">
                  <a:pos x="T4" y="0"/>
                </a:cxn>
                <a:cxn ang="T67">
                  <a:pos x="T5" y="0"/>
                </a:cxn>
                <a:cxn ang="T68">
                  <a:pos x="T6" y="0"/>
                </a:cxn>
                <a:cxn ang="T69">
                  <a:pos x="T7" y="0"/>
                </a:cxn>
                <a:cxn ang="T70">
                  <a:pos x="T8" y="0"/>
                </a:cxn>
                <a:cxn ang="T71">
                  <a:pos x="T9" y="0"/>
                </a:cxn>
                <a:cxn ang="T72">
                  <a:pos x="T10" y="0"/>
                </a:cxn>
                <a:cxn ang="T73">
                  <a:pos x="T11" y="0"/>
                </a:cxn>
                <a:cxn ang="T74">
                  <a:pos x="T12" y="0"/>
                </a:cxn>
                <a:cxn ang="T75">
                  <a:pos x="T13" y="0"/>
                </a:cxn>
                <a:cxn ang="T76">
                  <a:pos x="T14" y="0"/>
                </a:cxn>
                <a:cxn ang="T77">
                  <a:pos x="T15" y="0"/>
                </a:cxn>
                <a:cxn ang="T78">
                  <a:pos x="T16" y="0"/>
                </a:cxn>
                <a:cxn ang="T79">
                  <a:pos x="T17" y="0"/>
                </a:cxn>
                <a:cxn ang="T80">
                  <a:pos x="T18" y="0"/>
                </a:cxn>
                <a:cxn ang="T81">
                  <a:pos x="T19" y="0"/>
                </a:cxn>
                <a:cxn ang="T82">
                  <a:pos x="T20" y="0"/>
                </a:cxn>
                <a:cxn ang="T83">
                  <a:pos x="T21" y="0"/>
                </a:cxn>
                <a:cxn ang="T84">
                  <a:pos x="T22" y="0"/>
                </a:cxn>
                <a:cxn ang="T85">
                  <a:pos x="T23" y="0"/>
                </a:cxn>
                <a:cxn ang="T86">
                  <a:pos x="T24" y="0"/>
                </a:cxn>
                <a:cxn ang="T87">
                  <a:pos x="T25" y="0"/>
                </a:cxn>
                <a:cxn ang="T88">
                  <a:pos x="T26" y="0"/>
                </a:cxn>
                <a:cxn ang="T89">
                  <a:pos x="T27" y="0"/>
                </a:cxn>
                <a:cxn ang="T90">
                  <a:pos x="T28" y="0"/>
                </a:cxn>
                <a:cxn ang="T91">
                  <a:pos x="T29" y="0"/>
                </a:cxn>
                <a:cxn ang="T92">
                  <a:pos x="T30" y="0"/>
                </a:cxn>
                <a:cxn ang="T93">
                  <a:pos x="T31" y="0"/>
                </a:cxn>
                <a:cxn ang="T94">
                  <a:pos x="T32" y="0"/>
                </a:cxn>
                <a:cxn ang="T95">
                  <a:pos x="T33" y="0"/>
                </a:cxn>
                <a:cxn ang="T96">
                  <a:pos x="T34" y="0"/>
                </a:cxn>
                <a:cxn ang="T97">
                  <a:pos x="T35" y="0"/>
                </a:cxn>
                <a:cxn ang="T98">
                  <a:pos x="T36" y="0"/>
                </a:cxn>
                <a:cxn ang="T99">
                  <a:pos x="T37" y="0"/>
                </a:cxn>
                <a:cxn ang="T100">
                  <a:pos x="T38" y="0"/>
                </a:cxn>
                <a:cxn ang="T101">
                  <a:pos x="T39" y="0"/>
                </a:cxn>
                <a:cxn ang="T102">
                  <a:pos x="T40" y="0"/>
                </a:cxn>
                <a:cxn ang="T103">
                  <a:pos x="T41" y="0"/>
                </a:cxn>
                <a:cxn ang="T104">
                  <a:pos x="T42" y="0"/>
                </a:cxn>
                <a:cxn ang="T105">
                  <a:pos x="T43" y="0"/>
                </a:cxn>
                <a:cxn ang="T106">
                  <a:pos x="T44" y="0"/>
                </a:cxn>
                <a:cxn ang="T107">
                  <a:pos x="T45" y="0"/>
                </a:cxn>
                <a:cxn ang="T108">
                  <a:pos x="T46" y="0"/>
                </a:cxn>
                <a:cxn ang="T109">
                  <a:pos x="T47" y="0"/>
                </a:cxn>
                <a:cxn ang="T110">
                  <a:pos x="T48" y="0"/>
                </a:cxn>
                <a:cxn ang="T111">
                  <a:pos x="T49" y="0"/>
                </a:cxn>
                <a:cxn ang="T112">
                  <a:pos x="T50" y="0"/>
                </a:cxn>
                <a:cxn ang="T113">
                  <a:pos x="T51" y="0"/>
                </a:cxn>
                <a:cxn ang="T114">
                  <a:pos x="T52" y="0"/>
                </a:cxn>
                <a:cxn ang="T115">
                  <a:pos x="T53" y="0"/>
                </a:cxn>
                <a:cxn ang="T116">
                  <a:pos x="T54" y="0"/>
                </a:cxn>
                <a:cxn ang="T117">
                  <a:pos x="T55" y="0"/>
                </a:cxn>
                <a:cxn ang="T118">
                  <a:pos x="T56" y="0"/>
                </a:cxn>
                <a:cxn ang="T119">
                  <a:pos x="T57" y="0"/>
                </a:cxn>
                <a:cxn ang="T120">
                  <a:pos x="T58" y="0"/>
                </a:cxn>
                <a:cxn ang="T121">
                  <a:pos x="T59" y="0"/>
                </a:cxn>
                <a:cxn ang="T122">
                  <a:pos x="T60" y="0"/>
                </a:cxn>
                <a:cxn ang="T123">
                  <a:pos x="T61" y="0"/>
                </a:cxn>
              </a:cxnLst>
              <a:rect l="0" t="0" r="r" b="b"/>
              <a:pathLst>
                <a:path w="3962">
                  <a:moveTo>
                    <a:pt x="3962" y="0"/>
                  </a:moveTo>
                  <a:lnTo>
                    <a:pt x="3956" y="0"/>
                  </a:lnTo>
                  <a:lnTo>
                    <a:pt x="3943" y="0"/>
                  </a:lnTo>
                  <a:lnTo>
                    <a:pt x="3936" y="0"/>
                  </a:lnTo>
                  <a:lnTo>
                    <a:pt x="3930" y="0"/>
                  </a:lnTo>
                  <a:lnTo>
                    <a:pt x="3923" y="0"/>
                  </a:lnTo>
                  <a:lnTo>
                    <a:pt x="3910" y="0"/>
                  </a:lnTo>
                  <a:lnTo>
                    <a:pt x="3904" y="0"/>
                  </a:lnTo>
                  <a:lnTo>
                    <a:pt x="3897" y="0"/>
                  </a:lnTo>
                  <a:lnTo>
                    <a:pt x="3891" y="0"/>
                  </a:lnTo>
                  <a:lnTo>
                    <a:pt x="3884" y="0"/>
                  </a:lnTo>
                  <a:lnTo>
                    <a:pt x="3871" y="0"/>
                  </a:lnTo>
                  <a:lnTo>
                    <a:pt x="3865" y="0"/>
                  </a:lnTo>
                  <a:lnTo>
                    <a:pt x="3858" y="0"/>
                  </a:lnTo>
                  <a:lnTo>
                    <a:pt x="3852" y="0"/>
                  </a:lnTo>
                  <a:lnTo>
                    <a:pt x="3839" y="0"/>
                  </a:lnTo>
                  <a:lnTo>
                    <a:pt x="3832" y="0"/>
                  </a:lnTo>
                  <a:lnTo>
                    <a:pt x="3825" y="0"/>
                  </a:lnTo>
                  <a:lnTo>
                    <a:pt x="3819" y="0"/>
                  </a:lnTo>
                  <a:lnTo>
                    <a:pt x="3812" y="0"/>
                  </a:lnTo>
                  <a:lnTo>
                    <a:pt x="3799" y="0"/>
                  </a:lnTo>
                  <a:lnTo>
                    <a:pt x="3793" y="0"/>
                  </a:lnTo>
                  <a:lnTo>
                    <a:pt x="3786" y="0"/>
                  </a:lnTo>
                  <a:lnTo>
                    <a:pt x="3780" y="0"/>
                  </a:lnTo>
                  <a:lnTo>
                    <a:pt x="3773" y="0"/>
                  </a:lnTo>
                  <a:lnTo>
                    <a:pt x="3760" y="0"/>
                  </a:lnTo>
                  <a:lnTo>
                    <a:pt x="3754" y="0"/>
                  </a:lnTo>
                  <a:lnTo>
                    <a:pt x="3747" y="0"/>
                  </a:lnTo>
                  <a:lnTo>
                    <a:pt x="3741" y="0"/>
                  </a:lnTo>
                  <a:lnTo>
                    <a:pt x="3728" y="0"/>
                  </a:lnTo>
                  <a:lnTo>
                    <a:pt x="3721" y="0"/>
                  </a:lnTo>
                  <a:lnTo>
                    <a:pt x="3715" y="0"/>
                  </a:lnTo>
                  <a:lnTo>
                    <a:pt x="3708" y="0"/>
                  </a:lnTo>
                  <a:lnTo>
                    <a:pt x="3702" y="0"/>
                  </a:lnTo>
                  <a:lnTo>
                    <a:pt x="3689" y="0"/>
                  </a:lnTo>
                  <a:lnTo>
                    <a:pt x="3682" y="0"/>
                  </a:lnTo>
                  <a:lnTo>
                    <a:pt x="3676" y="0"/>
                  </a:lnTo>
                  <a:lnTo>
                    <a:pt x="3669" y="0"/>
                  </a:lnTo>
                  <a:lnTo>
                    <a:pt x="3656" y="0"/>
                  </a:lnTo>
                  <a:lnTo>
                    <a:pt x="3650" y="0"/>
                  </a:lnTo>
                  <a:lnTo>
                    <a:pt x="3643" y="0"/>
                  </a:lnTo>
                  <a:lnTo>
                    <a:pt x="3636" y="0"/>
                  </a:lnTo>
                  <a:lnTo>
                    <a:pt x="3630" y="0"/>
                  </a:lnTo>
                  <a:lnTo>
                    <a:pt x="3617" y="0"/>
                  </a:lnTo>
                  <a:lnTo>
                    <a:pt x="3610" y="0"/>
                  </a:lnTo>
                  <a:lnTo>
                    <a:pt x="3604" y="0"/>
                  </a:lnTo>
                  <a:lnTo>
                    <a:pt x="3597" y="0"/>
                  </a:lnTo>
                  <a:lnTo>
                    <a:pt x="3591" y="0"/>
                  </a:lnTo>
                  <a:lnTo>
                    <a:pt x="3578" y="0"/>
                  </a:lnTo>
                  <a:lnTo>
                    <a:pt x="3571" y="0"/>
                  </a:lnTo>
                  <a:lnTo>
                    <a:pt x="3565" y="0"/>
                  </a:lnTo>
                  <a:lnTo>
                    <a:pt x="3558" y="0"/>
                  </a:lnTo>
                  <a:lnTo>
                    <a:pt x="3545" y="0"/>
                  </a:lnTo>
                  <a:lnTo>
                    <a:pt x="3539" y="0"/>
                  </a:lnTo>
                  <a:lnTo>
                    <a:pt x="3532" y="0"/>
                  </a:lnTo>
                  <a:lnTo>
                    <a:pt x="3526" y="0"/>
                  </a:lnTo>
                  <a:lnTo>
                    <a:pt x="3519" y="0"/>
                  </a:lnTo>
                  <a:lnTo>
                    <a:pt x="3506" y="0"/>
                  </a:lnTo>
                  <a:lnTo>
                    <a:pt x="3500" y="0"/>
                  </a:lnTo>
                  <a:lnTo>
                    <a:pt x="3493" y="0"/>
                  </a:lnTo>
                  <a:lnTo>
                    <a:pt x="3487" y="0"/>
                  </a:lnTo>
                  <a:lnTo>
                    <a:pt x="3474" y="0"/>
                  </a:lnTo>
                  <a:lnTo>
                    <a:pt x="3467" y="0"/>
                  </a:lnTo>
                  <a:lnTo>
                    <a:pt x="3461" y="0"/>
                  </a:lnTo>
                  <a:lnTo>
                    <a:pt x="3454" y="0"/>
                  </a:lnTo>
                  <a:lnTo>
                    <a:pt x="3448" y="0"/>
                  </a:lnTo>
                  <a:lnTo>
                    <a:pt x="3434" y="0"/>
                  </a:lnTo>
                  <a:lnTo>
                    <a:pt x="3428" y="0"/>
                  </a:lnTo>
                  <a:lnTo>
                    <a:pt x="3421" y="0"/>
                  </a:lnTo>
                  <a:lnTo>
                    <a:pt x="3415" y="0"/>
                  </a:lnTo>
                  <a:lnTo>
                    <a:pt x="3402" y="0"/>
                  </a:lnTo>
                  <a:lnTo>
                    <a:pt x="3395" y="0"/>
                  </a:lnTo>
                  <a:lnTo>
                    <a:pt x="3389" y="0"/>
                  </a:lnTo>
                  <a:lnTo>
                    <a:pt x="3382" y="0"/>
                  </a:lnTo>
                  <a:lnTo>
                    <a:pt x="3376" y="0"/>
                  </a:lnTo>
                  <a:lnTo>
                    <a:pt x="3363" y="0"/>
                  </a:lnTo>
                  <a:lnTo>
                    <a:pt x="3356" y="0"/>
                  </a:lnTo>
                  <a:lnTo>
                    <a:pt x="3350" y="0"/>
                  </a:lnTo>
                  <a:lnTo>
                    <a:pt x="3343" y="0"/>
                  </a:lnTo>
                  <a:lnTo>
                    <a:pt x="3337" y="0"/>
                  </a:lnTo>
                  <a:lnTo>
                    <a:pt x="3324" y="0"/>
                  </a:lnTo>
                  <a:lnTo>
                    <a:pt x="3317" y="0"/>
                  </a:lnTo>
                  <a:lnTo>
                    <a:pt x="3311" y="0"/>
                  </a:lnTo>
                  <a:lnTo>
                    <a:pt x="3304" y="0"/>
                  </a:lnTo>
                  <a:lnTo>
                    <a:pt x="3291" y="0"/>
                  </a:lnTo>
                  <a:lnTo>
                    <a:pt x="3285" y="0"/>
                  </a:lnTo>
                  <a:lnTo>
                    <a:pt x="3278" y="0"/>
                  </a:lnTo>
                  <a:lnTo>
                    <a:pt x="3272" y="0"/>
                  </a:lnTo>
                  <a:lnTo>
                    <a:pt x="3265" y="0"/>
                  </a:lnTo>
                  <a:lnTo>
                    <a:pt x="3252" y="0"/>
                  </a:lnTo>
                  <a:lnTo>
                    <a:pt x="3246" y="0"/>
                  </a:lnTo>
                  <a:lnTo>
                    <a:pt x="3239" y="0"/>
                  </a:lnTo>
                  <a:lnTo>
                    <a:pt x="3232" y="0"/>
                  </a:lnTo>
                  <a:lnTo>
                    <a:pt x="3219" y="0"/>
                  </a:lnTo>
                  <a:lnTo>
                    <a:pt x="3213" y="0"/>
                  </a:lnTo>
                  <a:lnTo>
                    <a:pt x="3206" y="0"/>
                  </a:lnTo>
                  <a:lnTo>
                    <a:pt x="3200" y="0"/>
                  </a:lnTo>
                  <a:lnTo>
                    <a:pt x="3193" y="0"/>
                  </a:lnTo>
                  <a:lnTo>
                    <a:pt x="3180" y="0"/>
                  </a:lnTo>
                  <a:lnTo>
                    <a:pt x="3174" y="0"/>
                  </a:lnTo>
                  <a:lnTo>
                    <a:pt x="3167" y="0"/>
                  </a:lnTo>
                  <a:lnTo>
                    <a:pt x="3161" y="0"/>
                  </a:lnTo>
                  <a:lnTo>
                    <a:pt x="3154" y="0"/>
                  </a:lnTo>
                  <a:lnTo>
                    <a:pt x="3141" y="0"/>
                  </a:lnTo>
                  <a:lnTo>
                    <a:pt x="3135" y="0"/>
                  </a:lnTo>
                  <a:lnTo>
                    <a:pt x="3128" y="0"/>
                  </a:lnTo>
                  <a:lnTo>
                    <a:pt x="3122" y="0"/>
                  </a:lnTo>
                  <a:lnTo>
                    <a:pt x="3109" y="0"/>
                  </a:lnTo>
                  <a:lnTo>
                    <a:pt x="3102" y="0"/>
                  </a:lnTo>
                  <a:lnTo>
                    <a:pt x="3096" y="0"/>
                  </a:lnTo>
                  <a:lnTo>
                    <a:pt x="3089" y="0"/>
                  </a:lnTo>
                  <a:lnTo>
                    <a:pt x="3083" y="0"/>
                  </a:lnTo>
                  <a:lnTo>
                    <a:pt x="3070" y="0"/>
                  </a:lnTo>
                  <a:lnTo>
                    <a:pt x="3063" y="0"/>
                  </a:lnTo>
                  <a:lnTo>
                    <a:pt x="3057" y="0"/>
                  </a:lnTo>
                  <a:lnTo>
                    <a:pt x="3050" y="0"/>
                  </a:lnTo>
                  <a:lnTo>
                    <a:pt x="3037" y="0"/>
                  </a:lnTo>
                  <a:lnTo>
                    <a:pt x="3030" y="0"/>
                  </a:lnTo>
                  <a:lnTo>
                    <a:pt x="3024" y="0"/>
                  </a:lnTo>
                  <a:lnTo>
                    <a:pt x="3017" y="0"/>
                  </a:lnTo>
                  <a:lnTo>
                    <a:pt x="3011" y="0"/>
                  </a:lnTo>
                  <a:lnTo>
                    <a:pt x="2998" y="0"/>
                  </a:lnTo>
                  <a:lnTo>
                    <a:pt x="2991" y="0"/>
                  </a:lnTo>
                  <a:lnTo>
                    <a:pt x="2985" y="0"/>
                  </a:lnTo>
                  <a:lnTo>
                    <a:pt x="2978" y="0"/>
                  </a:lnTo>
                  <a:lnTo>
                    <a:pt x="2972" y="0"/>
                  </a:lnTo>
                  <a:lnTo>
                    <a:pt x="2959" y="0"/>
                  </a:lnTo>
                  <a:lnTo>
                    <a:pt x="2952" y="0"/>
                  </a:lnTo>
                  <a:lnTo>
                    <a:pt x="2946" y="0"/>
                  </a:lnTo>
                  <a:lnTo>
                    <a:pt x="2939" y="0"/>
                  </a:lnTo>
                  <a:lnTo>
                    <a:pt x="2926" y="0"/>
                  </a:lnTo>
                  <a:lnTo>
                    <a:pt x="2920" y="0"/>
                  </a:lnTo>
                  <a:lnTo>
                    <a:pt x="2913" y="0"/>
                  </a:lnTo>
                  <a:lnTo>
                    <a:pt x="2907" y="0"/>
                  </a:lnTo>
                  <a:lnTo>
                    <a:pt x="2900" y="0"/>
                  </a:lnTo>
                  <a:lnTo>
                    <a:pt x="2887" y="0"/>
                  </a:lnTo>
                  <a:lnTo>
                    <a:pt x="2881" y="0"/>
                  </a:lnTo>
                  <a:lnTo>
                    <a:pt x="2874" y="0"/>
                  </a:lnTo>
                  <a:lnTo>
                    <a:pt x="2868" y="0"/>
                  </a:lnTo>
                  <a:lnTo>
                    <a:pt x="2855" y="0"/>
                  </a:lnTo>
                  <a:lnTo>
                    <a:pt x="2848" y="0"/>
                  </a:lnTo>
                  <a:lnTo>
                    <a:pt x="2841" y="0"/>
                  </a:lnTo>
                  <a:lnTo>
                    <a:pt x="2835" y="0"/>
                  </a:lnTo>
                  <a:lnTo>
                    <a:pt x="2828" y="0"/>
                  </a:lnTo>
                  <a:lnTo>
                    <a:pt x="2815" y="0"/>
                  </a:lnTo>
                  <a:lnTo>
                    <a:pt x="2809" y="0"/>
                  </a:lnTo>
                  <a:lnTo>
                    <a:pt x="2802" y="0"/>
                  </a:lnTo>
                  <a:lnTo>
                    <a:pt x="2796" y="0"/>
                  </a:lnTo>
                  <a:lnTo>
                    <a:pt x="2783" y="0"/>
                  </a:lnTo>
                  <a:lnTo>
                    <a:pt x="2776" y="0"/>
                  </a:lnTo>
                  <a:lnTo>
                    <a:pt x="2770" y="0"/>
                  </a:lnTo>
                  <a:lnTo>
                    <a:pt x="2763" y="0"/>
                  </a:lnTo>
                  <a:lnTo>
                    <a:pt x="2757" y="0"/>
                  </a:lnTo>
                  <a:lnTo>
                    <a:pt x="2744" y="0"/>
                  </a:lnTo>
                  <a:lnTo>
                    <a:pt x="2737" y="0"/>
                  </a:lnTo>
                  <a:lnTo>
                    <a:pt x="2731" y="0"/>
                  </a:lnTo>
                  <a:lnTo>
                    <a:pt x="2724" y="0"/>
                  </a:lnTo>
                  <a:lnTo>
                    <a:pt x="2718" y="0"/>
                  </a:lnTo>
                  <a:lnTo>
                    <a:pt x="2705" y="0"/>
                  </a:lnTo>
                  <a:lnTo>
                    <a:pt x="2698" y="0"/>
                  </a:lnTo>
                  <a:lnTo>
                    <a:pt x="2692" y="0"/>
                  </a:lnTo>
                  <a:lnTo>
                    <a:pt x="2685" y="0"/>
                  </a:lnTo>
                  <a:lnTo>
                    <a:pt x="2672" y="0"/>
                  </a:lnTo>
                  <a:lnTo>
                    <a:pt x="2666" y="0"/>
                  </a:lnTo>
                  <a:lnTo>
                    <a:pt x="2659" y="0"/>
                  </a:lnTo>
                  <a:lnTo>
                    <a:pt x="2653" y="0"/>
                  </a:lnTo>
                  <a:lnTo>
                    <a:pt x="2646" y="0"/>
                  </a:lnTo>
                  <a:lnTo>
                    <a:pt x="2633" y="0"/>
                  </a:lnTo>
                  <a:lnTo>
                    <a:pt x="2626" y="0"/>
                  </a:lnTo>
                  <a:lnTo>
                    <a:pt x="2620" y="0"/>
                  </a:lnTo>
                  <a:lnTo>
                    <a:pt x="2613" y="0"/>
                  </a:lnTo>
                  <a:lnTo>
                    <a:pt x="2600" y="0"/>
                  </a:lnTo>
                  <a:lnTo>
                    <a:pt x="2594" y="0"/>
                  </a:lnTo>
                  <a:lnTo>
                    <a:pt x="2587" y="0"/>
                  </a:lnTo>
                  <a:lnTo>
                    <a:pt x="2581" y="0"/>
                  </a:lnTo>
                  <a:lnTo>
                    <a:pt x="2574" y="0"/>
                  </a:lnTo>
                  <a:lnTo>
                    <a:pt x="2561" y="0"/>
                  </a:lnTo>
                  <a:lnTo>
                    <a:pt x="2555" y="0"/>
                  </a:lnTo>
                  <a:lnTo>
                    <a:pt x="2548" y="0"/>
                  </a:lnTo>
                  <a:lnTo>
                    <a:pt x="2542" y="0"/>
                  </a:lnTo>
                  <a:lnTo>
                    <a:pt x="2535" y="0"/>
                  </a:lnTo>
                  <a:lnTo>
                    <a:pt x="2522" y="0"/>
                  </a:lnTo>
                  <a:lnTo>
                    <a:pt x="2516" y="0"/>
                  </a:lnTo>
                  <a:lnTo>
                    <a:pt x="2509" y="0"/>
                  </a:lnTo>
                  <a:lnTo>
                    <a:pt x="2503" y="0"/>
                  </a:lnTo>
                  <a:lnTo>
                    <a:pt x="2490" y="0"/>
                  </a:lnTo>
                  <a:lnTo>
                    <a:pt x="2483" y="0"/>
                  </a:lnTo>
                  <a:lnTo>
                    <a:pt x="2477" y="0"/>
                  </a:lnTo>
                  <a:lnTo>
                    <a:pt x="2470" y="0"/>
                  </a:lnTo>
                  <a:lnTo>
                    <a:pt x="2464" y="0"/>
                  </a:lnTo>
                  <a:lnTo>
                    <a:pt x="2450" y="0"/>
                  </a:lnTo>
                  <a:lnTo>
                    <a:pt x="2444" y="0"/>
                  </a:lnTo>
                  <a:lnTo>
                    <a:pt x="2437" y="0"/>
                  </a:lnTo>
                  <a:lnTo>
                    <a:pt x="2431" y="0"/>
                  </a:lnTo>
                  <a:lnTo>
                    <a:pt x="2418" y="0"/>
                  </a:lnTo>
                  <a:lnTo>
                    <a:pt x="2411" y="0"/>
                  </a:lnTo>
                  <a:lnTo>
                    <a:pt x="2405" y="0"/>
                  </a:lnTo>
                  <a:lnTo>
                    <a:pt x="2398" y="0"/>
                  </a:lnTo>
                  <a:lnTo>
                    <a:pt x="2392" y="0"/>
                  </a:lnTo>
                  <a:lnTo>
                    <a:pt x="2379" y="0"/>
                  </a:lnTo>
                  <a:lnTo>
                    <a:pt x="2372" y="0"/>
                  </a:lnTo>
                  <a:lnTo>
                    <a:pt x="2366" y="0"/>
                  </a:lnTo>
                  <a:lnTo>
                    <a:pt x="2359" y="0"/>
                  </a:lnTo>
                  <a:lnTo>
                    <a:pt x="2353" y="0"/>
                  </a:lnTo>
                  <a:lnTo>
                    <a:pt x="2340" y="0"/>
                  </a:lnTo>
                  <a:lnTo>
                    <a:pt x="2333" y="0"/>
                  </a:lnTo>
                  <a:lnTo>
                    <a:pt x="2327" y="0"/>
                  </a:lnTo>
                  <a:lnTo>
                    <a:pt x="2320" y="0"/>
                  </a:lnTo>
                  <a:lnTo>
                    <a:pt x="2307" y="0"/>
                  </a:lnTo>
                  <a:lnTo>
                    <a:pt x="2301" y="0"/>
                  </a:lnTo>
                  <a:lnTo>
                    <a:pt x="2294" y="0"/>
                  </a:lnTo>
                  <a:lnTo>
                    <a:pt x="2288" y="0"/>
                  </a:lnTo>
                  <a:lnTo>
                    <a:pt x="2281" y="0"/>
                  </a:lnTo>
                  <a:lnTo>
                    <a:pt x="2268" y="0"/>
                  </a:lnTo>
                  <a:lnTo>
                    <a:pt x="2262" y="0"/>
                  </a:lnTo>
                  <a:lnTo>
                    <a:pt x="2255" y="0"/>
                  </a:lnTo>
                  <a:lnTo>
                    <a:pt x="2248" y="0"/>
                  </a:lnTo>
                  <a:lnTo>
                    <a:pt x="2235" y="0"/>
                  </a:lnTo>
                  <a:lnTo>
                    <a:pt x="2229" y="0"/>
                  </a:lnTo>
                  <a:lnTo>
                    <a:pt x="2222" y="0"/>
                  </a:lnTo>
                  <a:lnTo>
                    <a:pt x="2216" y="0"/>
                  </a:lnTo>
                  <a:lnTo>
                    <a:pt x="2209" y="0"/>
                  </a:lnTo>
                  <a:lnTo>
                    <a:pt x="2196" y="0"/>
                  </a:lnTo>
                  <a:lnTo>
                    <a:pt x="2190" y="0"/>
                  </a:lnTo>
                  <a:lnTo>
                    <a:pt x="2183" y="0"/>
                  </a:lnTo>
                  <a:lnTo>
                    <a:pt x="2177" y="0"/>
                  </a:lnTo>
                  <a:lnTo>
                    <a:pt x="2164" y="0"/>
                  </a:lnTo>
                  <a:lnTo>
                    <a:pt x="2157" y="0"/>
                  </a:lnTo>
                  <a:lnTo>
                    <a:pt x="2151" y="0"/>
                  </a:lnTo>
                  <a:lnTo>
                    <a:pt x="2144" y="0"/>
                  </a:lnTo>
                  <a:lnTo>
                    <a:pt x="2138" y="0"/>
                  </a:lnTo>
                  <a:lnTo>
                    <a:pt x="2125" y="0"/>
                  </a:lnTo>
                  <a:lnTo>
                    <a:pt x="2118" y="0"/>
                  </a:lnTo>
                  <a:lnTo>
                    <a:pt x="2112" y="0"/>
                  </a:lnTo>
                  <a:lnTo>
                    <a:pt x="2105" y="0"/>
                  </a:lnTo>
                  <a:lnTo>
                    <a:pt x="2099" y="0"/>
                  </a:lnTo>
                  <a:lnTo>
                    <a:pt x="2086" y="0"/>
                  </a:lnTo>
                  <a:lnTo>
                    <a:pt x="2079" y="0"/>
                  </a:lnTo>
                  <a:lnTo>
                    <a:pt x="2073" y="0"/>
                  </a:lnTo>
                  <a:lnTo>
                    <a:pt x="2066" y="0"/>
                  </a:lnTo>
                  <a:lnTo>
                    <a:pt x="2053" y="0"/>
                  </a:lnTo>
                  <a:lnTo>
                    <a:pt x="2046" y="0"/>
                  </a:lnTo>
                  <a:lnTo>
                    <a:pt x="2040" y="0"/>
                  </a:lnTo>
                  <a:lnTo>
                    <a:pt x="2033" y="0"/>
                  </a:lnTo>
                  <a:lnTo>
                    <a:pt x="2027" y="0"/>
                  </a:lnTo>
                  <a:lnTo>
                    <a:pt x="2014" y="0"/>
                  </a:lnTo>
                  <a:lnTo>
                    <a:pt x="2007" y="0"/>
                  </a:lnTo>
                  <a:lnTo>
                    <a:pt x="2001" y="0"/>
                  </a:lnTo>
                  <a:lnTo>
                    <a:pt x="1994" y="0"/>
                  </a:lnTo>
                  <a:lnTo>
                    <a:pt x="1981" y="0"/>
                  </a:lnTo>
                  <a:lnTo>
                    <a:pt x="1975" y="0"/>
                  </a:lnTo>
                  <a:lnTo>
                    <a:pt x="1968" y="0"/>
                  </a:lnTo>
                  <a:lnTo>
                    <a:pt x="1962" y="0"/>
                  </a:lnTo>
                  <a:lnTo>
                    <a:pt x="1955" y="0"/>
                  </a:lnTo>
                  <a:lnTo>
                    <a:pt x="1942" y="0"/>
                  </a:lnTo>
                  <a:lnTo>
                    <a:pt x="1936" y="0"/>
                  </a:lnTo>
                  <a:lnTo>
                    <a:pt x="1929" y="0"/>
                  </a:lnTo>
                  <a:lnTo>
                    <a:pt x="1923" y="0"/>
                  </a:lnTo>
                  <a:lnTo>
                    <a:pt x="1916" y="0"/>
                  </a:lnTo>
                  <a:lnTo>
                    <a:pt x="1903" y="0"/>
                  </a:lnTo>
                  <a:lnTo>
                    <a:pt x="1897" y="0"/>
                  </a:lnTo>
                  <a:lnTo>
                    <a:pt x="1890" y="0"/>
                  </a:lnTo>
                  <a:lnTo>
                    <a:pt x="1884" y="0"/>
                  </a:lnTo>
                  <a:lnTo>
                    <a:pt x="1871" y="0"/>
                  </a:lnTo>
                  <a:lnTo>
                    <a:pt x="1864" y="0"/>
                  </a:lnTo>
                  <a:lnTo>
                    <a:pt x="1857" y="0"/>
                  </a:lnTo>
                  <a:lnTo>
                    <a:pt x="1851" y="0"/>
                  </a:lnTo>
                  <a:lnTo>
                    <a:pt x="1844" y="0"/>
                  </a:lnTo>
                  <a:lnTo>
                    <a:pt x="1831" y="0"/>
                  </a:lnTo>
                  <a:lnTo>
                    <a:pt x="1825" y="0"/>
                  </a:lnTo>
                  <a:lnTo>
                    <a:pt x="1818" y="0"/>
                  </a:lnTo>
                  <a:lnTo>
                    <a:pt x="1812" y="0"/>
                  </a:lnTo>
                  <a:lnTo>
                    <a:pt x="1799" y="0"/>
                  </a:lnTo>
                  <a:lnTo>
                    <a:pt x="1792" y="0"/>
                  </a:lnTo>
                  <a:lnTo>
                    <a:pt x="1786" y="0"/>
                  </a:lnTo>
                  <a:lnTo>
                    <a:pt x="1779" y="0"/>
                  </a:lnTo>
                  <a:lnTo>
                    <a:pt x="1773" y="0"/>
                  </a:lnTo>
                  <a:lnTo>
                    <a:pt x="1760" y="0"/>
                  </a:lnTo>
                  <a:lnTo>
                    <a:pt x="1753" y="0"/>
                  </a:lnTo>
                  <a:lnTo>
                    <a:pt x="1747" y="0"/>
                  </a:lnTo>
                  <a:lnTo>
                    <a:pt x="1740" y="0"/>
                  </a:lnTo>
                  <a:lnTo>
                    <a:pt x="1734" y="0"/>
                  </a:lnTo>
                  <a:lnTo>
                    <a:pt x="1721" y="0"/>
                  </a:lnTo>
                  <a:lnTo>
                    <a:pt x="1714" y="0"/>
                  </a:lnTo>
                  <a:lnTo>
                    <a:pt x="1708" y="0"/>
                  </a:lnTo>
                  <a:lnTo>
                    <a:pt x="1701" y="0"/>
                  </a:lnTo>
                  <a:lnTo>
                    <a:pt x="1688" y="0"/>
                  </a:lnTo>
                  <a:lnTo>
                    <a:pt x="1682" y="0"/>
                  </a:lnTo>
                  <a:lnTo>
                    <a:pt x="1675" y="0"/>
                  </a:lnTo>
                  <a:lnTo>
                    <a:pt x="1669" y="0"/>
                  </a:lnTo>
                  <a:lnTo>
                    <a:pt x="1662" y="0"/>
                  </a:lnTo>
                  <a:lnTo>
                    <a:pt x="1649" y="0"/>
                  </a:lnTo>
                  <a:lnTo>
                    <a:pt x="1642" y="0"/>
                  </a:lnTo>
                  <a:lnTo>
                    <a:pt x="1636" y="0"/>
                  </a:lnTo>
                  <a:lnTo>
                    <a:pt x="1629" y="0"/>
                  </a:lnTo>
                  <a:lnTo>
                    <a:pt x="1616" y="0"/>
                  </a:lnTo>
                  <a:lnTo>
                    <a:pt x="1610" y="0"/>
                  </a:lnTo>
                  <a:lnTo>
                    <a:pt x="1603" y="0"/>
                  </a:lnTo>
                  <a:lnTo>
                    <a:pt x="1597" y="0"/>
                  </a:lnTo>
                  <a:lnTo>
                    <a:pt x="1590" y="0"/>
                  </a:lnTo>
                  <a:lnTo>
                    <a:pt x="1577" y="0"/>
                  </a:lnTo>
                  <a:lnTo>
                    <a:pt x="1571" y="0"/>
                  </a:lnTo>
                  <a:lnTo>
                    <a:pt x="1564" y="0"/>
                  </a:lnTo>
                  <a:lnTo>
                    <a:pt x="1558" y="0"/>
                  </a:lnTo>
                  <a:lnTo>
                    <a:pt x="1545" y="0"/>
                  </a:lnTo>
                  <a:lnTo>
                    <a:pt x="1538" y="0"/>
                  </a:lnTo>
                  <a:lnTo>
                    <a:pt x="1532" y="0"/>
                  </a:lnTo>
                  <a:lnTo>
                    <a:pt x="1525" y="0"/>
                  </a:lnTo>
                  <a:lnTo>
                    <a:pt x="1519" y="0"/>
                  </a:lnTo>
                  <a:lnTo>
                    <a:pt x="1506" y="0"/>
                  </a:lnTo>
                  <a:lnTo>
                    <a:pt x="1499" y="0"/>
                  </a:lnTo>
                  <a:lnTo>
                    <a:pt x="1493" y="0"/>
                  </a:lnTo>
                  <a:lnTo>
                    <a:pt x="1486" y="0"/>
                  </a:lnTo>
                  <a:lnTo>
                    <a:pt x="1480" y="0"/>
                  </a:lnTo>
                  <a:lnTo>
                    <a:pt x="1467" y="0"/>
                  </a:lnTo>
                  <a:lnTo>
                    <a:pt x="1460" y="0"/>
                  </a:lnTo>
                  <a:lnTo>
                    <a:pt x="1453" y="0"/>
                  </a:lnTo>
                  <a:lnTo>
                    <a:pt x="1447" y="0"/>
                  </a:lnTo>
                  <a:lnTo>
                    <a:pt x="1434" y="0"/>
                  </a:lnTo>
                  <a:lnTo>
                    <a:pt x="1427" y="0"/>
                  </a:lnTo>
                  <a:lnTo>
                    <a:pt x="1421" y="0"/>
                  </a:lnTo>
                  <a:lnTo>
                    <a:pt x="1414" y="0"/>
                  </a:lnTo>
                  <a:lnTo>
                    <a:pt x="1408" y="0"/>
                  </a:lnTo>
                  <a:lnTo>
                    <a:pt x="1395" y="0"/>
                  </a:lnTo>
                  <a:lnTo>
                    <a:pt x="1388" y="0"/>
                  </a:lnTo>
                  <a:lnTo>
                    <a:pt x="1382" y="0"/>
                  </a:lnTo>
                  <a:lnTo>
                    <a:pt x="1375" y="0"/>
                  </a:lnTo>
                  <a:lnTo>
                    <a:pt x="1362" y="0"/>
                  </a:lnTo>
                  <a:lnTo>
                    <a:pt x="1356" y="0"/>
                  </a:lnTo>
                  <a:lnTo>
                    <a:pt x="1349" y="0"/>
                  </a:lnTo>
                  <a:lnTo>
                    <a:pt x="1343" y="0"/>
                  </a:lnTo>
                  <a:lnTo>
                    <a:pt x="1336" y="0"/>
                  </a:lnTo>
                  <a:lnTo>
                    <a:pt x="1323" y="0"/>
                  </a:lnTo>
                  <a:lnTo>
                    <a:pt x="1317" y="0"/>
                  </a:lnTo>
                  <a:lnTo>
                    <a:pt x="1310" y="0"/>
                  </a:lnTo>
                  <a:lnTo>
                    <a:pt x="1304" y="0"/>
                  </a:lnTo>
                  <a:lnTo>
                    <a:pt x="1297" y="0"/>
                  </a:lnTo>
                  <a:lnTo>
                    <a:pt x="1284" y="0"/>
                  </a:lnTo>
                  <a:lnTo>
                    <a:pt x="1278" y="0"/>
                  </a:lnTo>
                  <a:lnTo>
                    <a:pt x="1271" y="0"/>
                  </a:lnTo>
                  <a:lnTo>
                    <a:pt x="1264" y="0"/>
                  </a:lnTo>
                  <a:lnTo>
                    <a:pt x="1251" y="0"/>
                  </a:lnTo>
                  <a:lnTo>
                    <a:pt x="1245" y="0"/>
                  </a:lnTo>
                  <a:lnTo>
                    <a:pt x="1238" y="0"/>
                  </a:lnTo>
                  <a:lnTo>
                    <a:pt x="1232" y="0"/>
                  </a:lnTo>
                  <a:lnTo>
                    <a:pt x="1225" y="0"/>
                  </a:lnTo>
                  <a:lnTo>
                    <a:pt x="1212" y="0"/>
                  </a:lnTo>
                  <a:lnTo>
                    <a:pt x="1206" y="0"/>
                  </a:lnTo>
                  <a:lnTo>
                    <a:pt x="1199" y="0"/>
                  </a:lnTo>
                  <a:lnTo>
                    <a:pt x="1193" y="0"/>
                  </a:lnTo>
                  <a:lnTo>
                    <a:pt x="1180" y="0"/>
                  </a:lnTo>
                  <a:lnTo>
                    <a:pt x="1173" y="0"/>
                  </a:lnTo>
                  <a:lnTo>
                    <a:pt x="1167" y="0"/>
                  </a:lnTo>
                  <a:lnTo>
                    <a:pt x="1160" y="0"/>
                  </a:lnTo>
                  <a:lnTo>
                    <a:pt x="1154" y="0"/>
                  </a:lnTo>
                  <a:lnTo>
                    <a:pt x="1141" y="0"/>
                  </a:lnTo>
                  <a:lnTo>
                    <a:pt x="1134" y="0"/>
                  </a:lnTo>
                  <a:lnTo>
                    <a:pt x="1128" y="0"/>
                  </a:lnTo>
                  <a:lnTo>
                    <a:pt x="1121" y="0"/>
                  </a:lnTo>
                  <a:lnTo>
                    <a:pt x="1115" y="0"/>
                  </a:lnTo>
                  <a:lnTo>
                    <a:pt x="1102" y="0"/>
                  </a:lnTo>
                  <a:lnTo>
                    <a:pt x="1095" y="0"/>
                  </a:lnTo>
                  <a:lnTo>
                    <a:pt x="1089" y="0"/>
                  </a:lnTo>
                  <a:lnTo>
                    <a:pt x="1082" y="0"/>
                  </a:lnTo>
                  <a:lnTo>
                    <a:pt x="1069" y="0"/>
                  </a:lnTo>
                  <a:lnTo>
                    <a:pt x="1062" y="0"/>
                  </a:lnTo>
                  <a:lnTo>
                    <a:pt x="1056" y="0"/>
                  </a:lnTo>
                  <a:lnTo>
                    <a:pt x="1049" y="0"/>
                  </a:lnTo>
                  <a:lnTo>
                    <a:pt x="1043" y="0"/>
                  </a:lnTo>
                  <a:lnTo>
                    <a:pt x="1030" y="0"/>
                  </a:lnTo>
                  <a:lnTo>
                    <a:pt x="1023" y="0"/>
                  </a:lnTo>
                  <a:lnTo>
                    <a:pt x="1017" y="0"/>
                  </a:lnTo>
                  <a:lnTo>
                    <a:pt x="1010" y="0"/>
                  </a:lnTo>
                  <a:lnTo>
                    <a:pt x="997" y="0"/>
                  </a:lnTo>
                  <a:lnTo>
                    <a:pt x="991" y="0"/>
                  </a:lnTo>
                  <a:lnTo>
                    <a:pt x="984" y="0"/>
                  </a:lnTo>
                  <a:lnTo>
                    <a:pt x="978" y="0"/>
                  </a:lnTo>
                  <a:lnTo>
                    <a:pt x="971" y="0"/>
                  </a:lnTo>
                  <a:lnTo>
                    <a:pt x="958" y="0"/>
                  </a:lnTo>
                  <a:lnTo>
                    <a:pt x="952" y="0"/>
                  </a:lnTo>
                  <a:lnTo>
                    <a:pt x="945" y="0"/>
                  </a:lnTo>
                  <a:lnTo>
                    <a:pt x="939" y="0"/>
                  </a:lnTo>
                  <a:lnTo>
                    <a:pt x="926" y="0"/>
                  </a:lnTo>
                  <a:lnTo>
                    <a:pt x="919" y="0"/>
                  </a:lnTo>
                  <a:lnTo>
                    <a:pt x="913" y="0"/>
                  </a:lnTo>
                  <a:lnTo>
                    <a:pt x="906" y="0"/>
                  </a:lnTo>
                  <a:lnTo>
                    <a:pt x="900" y="0"/>
                  </a:lnTo>
                  <a:lnTo>
                    <a:pt x="887" y="0"/>
                  </a:lnTo>
                  <a:lnTo>
                    <a:pt x="880" y="0"/>
                  </a:lnTo>
                  <a:lnTo>
                    <a:pt x="874" y="0"/>
                  </a:lnTo>
                  <a:lnTo>
                    <a:pt x="867" y="0"/>
                  </a:lnTo>
                  <a:lnTo>
                    <a:pt x="860" y="0"/>
                  </a:lnTo>
                  <a:lnTo>
                    <a:pt x="847" y="0"/>
                  </a:lnTo>
                  <a:lnTo>
                    <a:pt x="841" y="0"/>
                  </a:lnTo>
                  <a:lnTo>
                    <a:pt x="834" y="0"/>
                  </a:lnTo>
                  <a:lnTo>
                    <a:pt x="828" y="0"/>
                  </a:lnTo>
                  <a:lnTo>
                    <a:pt x="815" y="0"/>
                  </a:lnTo>
                  <a:lnTo>
                    <a:pt x="808" y="0"/>
                  </a:lnTo>
                  <a:lnTo>
                    <a:pt x="802" y="0"/>
                  </a:lnTo>
                  <a:lnTo>
                    <a:pt x="795" y="0"/>
                  </a:lnTo>
                  <a:lnTo>
                    <a:pt x="789" y="0"/>
                  </a:lnTo>
                  <a:lnTo>
                    <a:pt x="776" y="0"/>
                  </a:lnTo>
                  <a:lnTo>
                    <a:pt x="769" y="0"/>
                  </a:lnTo>
                  <a:lnTo>
                    <a:pt x="763" y="0"/>
                  </a:lnTo>
                  <a:lnTo>
                    <a:pt x="756" y="0"/>
                  </a:lnTo>
                  <a:lnTo>
                    <a:pt x="743" y="0"/>
                  </a:lnTo>
                  <a:lnTo>
                    <a:pt x="737" y="0"/>
                  </a:lnTo>
                  <a:lnTo>
                    <a:pt x="730" y="0"/>
                  </a:lnTo>
                  <a:lnTo>
                    <a:pt x="724" y="0"/>
                  </a:lnTo>
                  <a:lnTo>
                    <a:pt x="717" y="0"/>
                  </a:lnTo>
                  <a:lnTo>
                    <a:pt x="704" y="0"/>
                  </a:lnTo>
                  <a:lnTo>
                    <a:pt x="698" y="0"/>
                  </a:lnTo>
                  <a:lnTo>
                    <a:pt x="691" y="0"/>
                  </a:lnTo>
                  <a:lnTo>
                    <a:pt x="685" y="0"/>
                  </a:lnTo>
                  <a:lnTo>
                    <a:pt x="678" y="0"/>
                  </a:lnTo>
                  <a:lnTo>
                    <a:pt x="665" y="0"/>
                  </a:lnTo>
                  <a:lnTo>
                    <a:pt x="658" y="0"/>
                  </a:lnTo>
                  <a:lnTo>
                    <a:pt x="652" y="0"/>
                  </a:lnTo>
                  <a:lnTo>
                    <a:pt x="645" y="0"/>
                  </a:lnTo>
                  <a:lnTo>
                    <a:pt x="632" y="0"/>
                  </a:lnTo>
                  <a:lnTo>
                    <a:pt x="626" y="0"/>
                  </a:lnTo>
                  <a:lnTo>
                    <a:pt x="619" y="0"/>
                  </a:lnTo>
                  <a:lnTo>
                    <a:pt x="613" y="0"/>
                  </a:lnTo>
                  <a:lnTo>
                    <a:pt x="606" y="0"/>
                  </a:lnTo>
                  <a:lnTo>
                    <a:pt x="593" y="0"/>
                  </a:lnTo>
                  <a:lnTo>
                    <a:pt x="587" y="0"/>
                  </a:lnTo>
                  <a:lnTo>
                    <a:pt x="580" y="0"/>
                  </a:lnTo>
                  <a:lnTo>
                    <a:pt x="574" y="0"/>
                  </a:lnTo>
                  <a:lnTo>
                    <a:pt x="561" y="0"/>
                  </a:lnTo>
                  <a:lnTo>
                    <a:pt x="554" y="0"/>
                  </a:lnTo>
                  <a:lnTo>
                    <a:pt x="548" y="0"/>
                  </a:lnTo>
                  <a:lnTo>
                    <a:pt x="541" y="0"/>
                  </a:lnTo>
                  <a:lnTo>
                    <a:pt x="535" y="0"/>
                  </a:lnTo>
                  <a:lnTo>
                    <a:pt x="522" y="0"/>
                  </a:lnTo>
                  <a:lnTo>
                    <a:pt x="515" y="0"/>
                  </a:lnTo>
                  <a:lnTo>
                    <a:pt x="509" y="0"/>
                  </a:lnTo>
                  <a:lnTo>
                    <a:pt x="502" y="0"/>
                  </a:lnTo>
                  <a:lnTo>
                    <a:pt x="496" y="0"/>
                  </a:lnTo>
                  <a:lnTo>
                    <a:pt x="483" y="0"/>
                  </a:lnTo>
                  <a:lnTo>
                    <a:pt x="476" y="0"/>
                  </a:lnTo>
                  <a:lnTo>
                    <a:pt x="469" y="0"/>
                  </a:lnTo>
                  <a:lnTo>
                    <a:pt x="463" y="0"/>
                  </a:lnTo>
                  <a:lnTo>
                    <a:pt x="450" y="0"/>
                  </a:lnTo>
                  <a:lnTo>
                    <a:pt x="443" y="0"/>
                  </a:lnTo>
                  <a:lnTo>
                    <a:pt x="437" y="0"/>
                  </a:lnTo>
                  <a:lnTo>
                    <a:pt x="430" y="0"/>
                  </a:lnTo>
                  <a:lnTo>
                    <a:pt x="424" y="0"/>
                  </a:lnTo>
                  <a:lnTo>
                    <a:pt x="411" y="0"/>
                  </a:lnTo>
                  <a:lnTo>
                    <a:pt x="404" y="0"/>
                  </a:lnTo>
                  <a:lnTo>
                    <a:pt x="398" y="0"/>
                  </a:lnTo>
                  <a:lnTo>
                    <a:pt x="391" y="0"/>
                  </a:lnTo>
                  <a:lnTo>
                    <a:pt x="378" y="0"/>
                  </a:lnTo>
                  <a:lnTo>
                    <a:pt x="372" y="0"/>
                  </a:lnTo>
                  <a:lnTo>
                    <a:pt x="365" y="0"/>
                  </a:lnTo>
                  <a:lnTo>
                    <a:pt x="359" y="0"/>
                  </a:lnTo>
                  <a:lnTo>
                    <a:pt x="352" y="0"/>
                  </a:lnTo>
                  <a:lnTo>
                    <a:pt x="339" y="0"/>
                  </a:lnTo>
                  <a:lnTo>
                    <a:pt x="333" y="0"/>
                  </a:lnTo>
                  <a:lnTo>
                    <a:pt x="326" y="0"/>
                  </a:lnTo>
                  <a:lnTo>
                    <a:pt x="320" y="0"/>
                  </a:lnTo>
                  <a:lnTo>
                    <a:pt x="307" y="0"/>
                  </a:lnTo>
                  <a:lnTo>
                    <a:pt x="300" y="0"/>
                  </a:lnTo>
                  <a:lnTo>
                    <a:pt x="294" y="0"/>
                  </a:lnTo>
                  <a:lnTo>
                    <a:pt x="287" y="0"/>
                  </a:lnTo>
                  <a:lnTo>
                    <a:pt x="281" y="0"/>
                  </a:lnTo>
                  <a:lnTo>
                    <a:pt x="267" y="0"/>
                  </a:lnTo>
                  <a:lnTo>
                    <a:pt x="261" y="0"/>
                  </a:lnTo>
                  <a:lnTo>
                    <a:pt x="254" y="0"/>
                  </a:lnTo>
                  <a:lnTo>
                    <a:pt x="248" y="0"/>
                  </a:lnTo>
                  <a:lnTo>
                    <a:pt x="241" y="0"/>
                  </a:lnTo>
                  <a:lnTo>
                    <a:pt x="228" y="0"/>
                  </a:lnTo>
                  <a:lnTo>
                    <a:pt x="222" y="0"/>
                  </a:lnTo>
                  <a:lnTo>
                    <a:pt x="215" y="0"/>
                  </a:lnTo>
                  <a:lnTo>
                    <a:pt x="209" y="0"/>
                  </a:lnTo>
                  <a:lnTo>
                    <a:pt x="196" y="0"/>
                  </a:lnTo>
                  <a:lnTo>
                    <a:pt x="189" y="0"/>
                  </a:lnTo>
                  <a:lnTo>
                    <a:pt x="183" y="0"/>
                  </a:lnTo>
                  <a:lnTo>
                    <a:pt x="176" y="0"/>
                  </a:lnTo>
                  <a:lnTo>
                    <a:pt x="170" y="0"/>
                  </a:lnTo>
                  <a:lnTo>
                    <a:pt x="157" y="0"/>
                  </a:lnTo>
                  <a:lnTo>
                    <a:pt x="150" y="0"/>
                  </a:lnTo>
                  <a:lnTo>
                    <a:pt x="144" y="0"/>
                  </a:lnTo>
                  <a:lnTo>
                    <a:pt x="137" y="0"/>
                  </a:lnTo>
                  <a:lnTo>
                    <a:pt x="124" y="0"/>
                  </a:lnTo>
                  <a:lnTo>
                    <a:pt x="118" y="0"/>
                  </a:lnTo>
                  <a:lnTo>
                    <a:pt x="111" y="0"/>
                  </a:lnTo>
                  <a:lnTo>
                    <a:pt x="105" y="0"/>
                  </a:lnTo>
                  <a:lnTo>
                    <a:pt x="98" y="0"/>
                  </a:lnTo>
                  <a:lnTo>
                    <a:pt x="85" y="0"/>
                  </a:lnTo>
                  <a:lnTo>
                    <a:pt x="78" y="0"/>
                  </a:lnTo>
                  <a:lnTo>
                    <a:pt x="72" y="0"/>
                  </a:lnTo>
                  <a:lnTo>
                    <a:pt x="65" y="0"/>
                  </a:lnTo>
                  <a:lnTo>
                    <a:pt x="59" y="0"/>
                  </a:lnTo>
                  <a:lnTo>
                    <a:pt x="46" y="0"/>
                  </a:lnTo>
                  <a:lnTo>
                    <a:pt x="39" y="0"/>
                  </a:lnTo>
                  <a:lnTo>
                    <a:pt x="33" y="0"/>
                  </a:lnTo>
                  <a:lnTo>
                    <a:pt x="26" y="0"/>
                  </a:lnTo>
                  <a:lnTo>
                    <a:pt x="13" y="0"/>
                  </a:lnTo>
                  <a:lnTo>
                    <a:pt x="7" y="0"/>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591" name="Freeform 167">
              <a:extLst>
                <a:ext uri="{FF2B5EF4-FFF2-40B4-BE49-F238E27FC236}">
                  <a16:creationId xmlns:a16="http://schemas.microsoft.com/office/drawing/2014/main" id="{C4DFCA27-340F-4E67-8333-AF15F0E7E349}"/>
                </a:ext>
              </a:extLst>
            </p:cNvPr>
            <p:cNvSpPr>
              <a:spLocks/>
            </p:cNvSpPr>
            <p:nvPr/>
          </p:nvSpPr>
          <p:spPr bwMode="auto">
            <a:xfrm>
              <a:off x="5087" y="1551"/>
              <a:ext cx="482" cy="601"/>
            </a:xfrm>
            <a:custGeom>
              <a:avLst/>
              <a:gdLst>
                <a:gd name="T0" fmla="*/ 8 w 1173"/>
                <a:gd name="T1" fmla="*/ 546 h 1212"/>
                <a:gd name="T2" fmla="*/ 24 w 1173"/>
                <a:gd name="T3" fmla="*/ 559 h 1212"/>
                <a:gd name="T4" fmla="*/ 43 w 1173"/>
                <a:gd name="T5" fmla="*/ 559 h 1212"/>
                <a:gd name="T6" fmla="*/ 59 w 1173"/>
                <a:gd name="T7" fmla="*/ 547 h 1212"/>
                <a:gd name="T8" fmla="*/ 75 w 1173"/>
                <a:gd name="T9" fmla="*/ 489 h 1212"/>
                <a:gd name="T10" fmla="*/ 91 w 1173"/>
                <a:gd name="T11" fmla="*/ 409 h 1212"/>
                <a:gd name="T12" fmla="*/ 107 w 1173"/>
                <a:gd name="T13" fmla="*/ 309 h 1212"/>
                <a:gd name="T14" fmla="*/ 123 w 1173"/>
                <a:gd name="T15" fmla="*/ 254 h 1212"/>
                <a:gd name="T16" fmla="*/ 139 w 1173"/>
                <a:gd name="T17" fmla="*/ 188 h 1212"/>
                <a:gd name="T18" fmla="*/ 155 w 1173"/>
                <a:gd name="T19" fmla="*/ 121 h 1212"/>
                <a:gd name="T20" fmla="*/ 171 w 1173"/>
                <a:gd name="T21" fmla="*/ 47 h 1212"/>
                <a:gd name="T22" fmla="*/ 187 w 1173"/>
                <a:gd name="T23" fmla="*/ 16 h 1212"/>
                <a:gd name="T24" fmla="*/ 204 w 1173"/>
                <a:gd name="T25" fmla="*/ 10 h 1212"/>
                <a:gd name="T26" fmla="*/ 222 w 1173"/>
                <a:gd name="T27" fmla="*/ 601 h 1212"/>
                <a:gd name="T28" fmla="*/ 238 w 1173"/>
                <a:gd name="T29" fmla="*/ 601 h 1212"/>
                <a:gd name="T30" fmla="*/ 254 w 1173"/>
                <a:gd name="T31" fmla="*/ 601 h 1212"/>
                <a:gd name="T32" fmla="*/ 270 w 1173"/>
                <a:gd name="T33" fmla="*/ 601 h 1212"/>
                <a:gd name="T34" fmla="*/ 287 w 1173"/>
                <a:gd name="T35" fmla="*/ 601 h 1212"/>
                <a:gd name="T36" fmla="*/ 303 w 1173"/>
                <a:gd name="T37" fmla="*/ 601 h 1212"/>
                <a:gd name="T38" fmla="*/ 319 w 1173"/>
                <a:gd name="T39" fmla="*/ 601 h 1212"/>
                <a:gd name="T40" fmla="*/ 335 w 1173"/>
                <a:gd name="T41" fmla="*/ 601 h 1212"/>
                <a:gd name="T42" fmla="*/ 351 w 1173"/>
                <a:gd name="T43" fmla="*/ 601 h 1212"/>
                <a:gd name="T44" fmla="*/ 367 w 1173"/>
                <a:gd name="T45" fmla="*/ 601 h 1212"/>
                <a:gd name="T46" fmla="*/ 383 w 1173"/>
                <a:gd name="T47" fmla="*/ 601 h 1212"/>
                <a:gd name="T48" fmla="*/ 402 w 1173"/>
                <a:gd name="T49" fmla="*/ 601 h 1212"/>
                <a:gd name="T50" fmla="*/ 418 w 1173"/>
                <a:gd name="T51" fmla="*/ 601 h 1212"/>
                <a:gd name="T52" fmla="*/ 434 w 1173"/>
                <a:gd name="T53" fmla="*/ 601 h 1212"/>
                <a:gd name="T54" fmla="*/ 450 w 1173"/>
                <a:gd name="T55" fmla="*/ 601 h 1212"/>
                <a:gd name="T56" fmla="*/ 466 w 1173"/>
                <a:gd name="T57" fmla="*/ 601 h 1212"/>
                <a:gd name="T58" fmla="*/ 482 w 1173"/>
                <a:gd name="T59" fmla="*/ 601 h 1212"/>
                <a:gd name="T60" fmla="*/ 469 w 1173"/>
                <a:gd name="T61" fmla="*/ 601 h 1212"/>
                <a:gd name="T62" fmla="*/ 453 w 1173"/>
                <a:gd name="T63" fmla="*/ 601 h 1212"/>
                <a:gd name="T64" fmla="*/ 437 w 1173"/>
                <a:gd name="T65" fmla="*/ 601 h 1212"/>
                <a:gd name="T66" fmla="*/ 420 w 1173"/>
                <a:gd name="T67" fmla="*/ 601 h 1212"/>
                <a:gd name="T68" fmla="*/ 404 w 1173"/>
                <a:gd name="T69" fmla="*/ 601 h 1212"/>
                <a:gd name="T70" fmla="*/ 388 w 1173"/>
                <a:gd name="T71" fmla="*/ 601 h 1212"/>
                <a:gd name="T72" fmla="*/ 372 w 1173"/>
                <a:gd name="T73" fmla="*/ 601 h 1212"/>
                <a:gd name="T74" fmla="*/ 356 w 1173"/>
                <a:gd name="T75" fmla="*/ 601 h 1212"/>
                <a:gd name="T76" fmla="*/ 337 w 1173"/>
                <a:gd name="T77" fmla="*/ 601 h 1212"/>
                <a:gd name="T78" fmla="*/ 321 w 1173"/>
                <a:gd name="T79" fmla="*/ 601 h 1212"/>
                <a:gd name="T80" fmla="*/ 305 w 1173"/>
                <a:gd name="T81" fmla="*/ 601 h 1212"/>
                <a:gd name="T82" fmla="*/ 289 w 1173"/>
                <a:gd name="T83" fmla="*/ 601 h 1212"/>
                <a:gd name="T84" fmla="*/ 273 w 1173"/>
                <a:gd name="T85" fmla="*/ 601 h 1212"/>
                <a:gd name="T86" fmla="*/ 257 w 1173"/>
                <a:gd name="T87" fmla="*/ 601 h 1212"/>
                <a:gd name="T88" fmla="*/ 241 w 1173"/>
                <a:gd name="T89" fmla="*/ 601 h 1212"/>
                <a:gd name="T90" fmla="*/ 225 w 1173"/>
                <a:gd name="T91" fmla="*/ 601 h 1212"/>
                <a:gd name="T92" fmla="*/ 209 w 1173"/>
                <a:gd name="T93" fmla="*/ 601 h 1212"/>
                <a:gd name="T94" fmla="*/ 193 w 1173"/>
                <a:gd name="T95" fmla="*/ 601 h 1212"/>
                <a:gd name="T96" fmla="*/ 177 w 1173"/>
                <a:gd name="T97" fmla="*/ 601 h 1212"/>
                <a:gd name="T98" fmla="*/ 158 w 1173"/>
                <a:gd name="T99" fmla="*/ 601 h 1212"/>
                <a:gd name="T100" fmla="*/ 142 w 1173"/>
                <a:gd name="T101" fmla="*/ 601 h 1212"/>
                <a:gd name="T102" fmla="*/ 126 w 1173"/>
                <a:gd name="T103" fmla="*/ 601 h 1212"/>
                <a:gd name="T104" fmla="*/ 110 w 1173"/>
                <a:gd name="T105" fmla="*/ 601 h 1212"/>
                <a:gd name="T106" fmla="*/ 94 w 1173"/>
                <a:gd name="T107" fmla="*/ 601 h 1212"/>
                <a:gd name="T108" fmla="*/ 78 w 1173"/>
                <a:gd name="T109" fmla="*/ 601 h 1212"/>
                <a:gd name="T110" fmla="*/ 62 w 1173"/>
                <a:gd name="T111" fmla="*/ 601 h 1212"/>
                <a:gd name="T112" fmla="*/ 46 w 1173"/>
                <a:gd name="T113" fmla="*/ 601 h 1212"/>
                <a:gd name="T114" fmla="*/ 30 w 1173"/>
                <a:gd name="T115" fmla="*/ 601 h 1212"/>
                <a:gd name="T116" fmla="*/ 14 w 1173"/>
                <a:gd name="T117" fmla="*/ 601 h 121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3" h="1212">
                  <a:moveTo>
                    <a:pt x="0" y="1212"/>
                  </a:moveTo>
                  <a:lnTo>
                    <a:pt x="0" y="1061"/>
                  </a:lnTo>
                  <a:lnTo>
                    <a:pt x="7" y="1077"/>
                  </a:lnTo>
                  <a:lnTo>
                    <a:pt x="13" y="1091"/>
                  </a:lnTo>
                  <a:lnTo>
                    <a:pt x="20" y="1101"/>
                  </a:lnTo>
                  <a:lnTo>
                    <a:pt x="33" y="1104"/>
                  </a:lnTo>
                  <a:lnTo>
                    <a:pt x="39" y="1108"/>
                  </a:lnTo>
                  <a:lnTo>
                    <a:pt x="46" y="1111"/>
                  </a:lnTo>
                  <a:lnTo>
                    <a:pt x="52" y="1114"/>
                  </a:lnTo>
                  <a:lnTo>
                    <a:pt x="59" y="1128"/>
                  </a:lnTo>
                  <a:lnTo>
                    <a:pt x="72" y="1131"/>
                  </a:lnTo>
                  <a:lnTo>
                    <a:pt x="79" y="1128"/>
                  </a:lnTo>
                  <a:lnTo>
                    <a:pt x="85" y="1128"/>
                  </a:lnTo>
                  <a:lnTo>
                    <a:pt x="92" y="1131"/>
                  </a:lnTo>
                  <a:lnTo>
                    <a:pt x="105" y="1128"/>
                  </a:lnTo>
                  <a:lnTo>
                    <a:pt x="111" y="1125"/>
                  </a:lnTo>
                  <a:lnTo>
                    <a:pt x="118" y="1114"/>
                  </a:lnTo>
                  <a:lnTo>
                    <a:pt x="124" y="1108"/>
                  </a:lnTo>
                  <a:lnTo>
                    <a:pt x="131" y="1108"/>
                  </a:lnTo>
                  <a:lnTo>
                    <a:pt x="144" y="1104"/>
                  </a:lnTo>
                  <a:lnTo>
                    <a:pt x="150" y="1077"/>
                  </a:lnTo>
                  <a:lnTo>
                    <a:pt x="157" y="1047"/>
                  </a:lnTo>
                  <a:lnTo>
                    <a:pt x="163" y="1030"/>
                  </a:lnTo>
                  <a:lnTo>
                    <a:pt x="176" y="1010"/>
                  </a:lnTo>
                  <a:lnTo>
                    <a:pt x="183" y="986"/>
                  </a:lnTo>
                  <a:lnTo>
                    <a:pt x="189" y="963"/>
                  </a:lnTo>
                  <a:lnTo>
                    <a:pt x="196" y="933"/>
                  </a:lnTo>
                  <a:lnTo>
                    <a:pt x="202" y="896"/>
                  </a:lnTo>
                  <a:lnTo>
                    <a:pt x="215" y="865"/>
                  </a:lnTo>
                  <a:lnTo>
                    <a:pt x="222" y="825"/>
                  </a:lnTo>
                  <a:lnTo>
                    <a:pt x="228" y="778"/>
                  </a:lnTo>
                  <a:lnTo>
                    <a:pt x="235" y="727"/>
                  </a:lnTo>
                  <a:lnTo>
                    <a:pt x="248" y="680"/>
                  </a:lnTo>
                  <a:lnTo>
                    <a:pt x="254" y="650"/>
                  </a:lnTo>
                  <a:lnTo>
                    <a:pt x="261" y="623"/>
                  </a:lnTo>
                  <a:lnTo>
                    <a:pt x="267" y="592"/>
                  </a:lnTo>
                  <a:lnTo>
                    <a:pt x="274" y="562"/>
                  </a:lnTo>
                  <a:lnTo>
                    <a:pt x="287" y="539"/>
                  </a:lnTo>
                  <a:lnTo>
                    <a:pt x="294" y="522"/>
                  </a:lnTo>
                  <a:lnTo>
                    <a:pt x="300" y="512"/>
                  </a:lnTo>
                  <a:lnTo>
                    <a:pt x="307" y="488"/>
                  </a:lnTo>
                  <a:lnTo>
                    <a:pt x="313" y="437"/>
                  </a:lnTo>
                  <a:lnTo>
                    <a:pt x="326" y="390"/>
                  </a:lnTo>
                  <a:lnTo>
                    <a:pt x="333" y="370"/>
                  </a:lnTo>
                  <a:lnTo>
                    <a:pt x="339" y="380"/>
                  </a:lnTo>
                  <a:lnTo>
                    <a:pt x="346" y="363"/>
                  </a:lnTo>
                  <a:lnTo>
                    <a:pt x="359" y="313"/>
                  </a:lnTo>
                  <a:lnTo>
                    <a:pt x="365" y="286"/>
                  </a:lnTo>
                  <a:lnTo>
                    <a:pt x="372" y="276"/>
                  </a:lnTo>
                  <a:lnTo>
                    <a:pt x="378" y="245"/>
                  </a:lnTo>
                  <a:lnTo>
                    <a:pt x="385" y="195"/>
                  </a:lnTo>
                  <a:lnTo>
                    <a:pt x="398" y="141"/>
                  </a:lnTo>
                  <a:lnTo>
                    <a:pt x="404" y="111"/>
                  </a:lnTo>
                  <a:lnTo>
                    <a:pt x="411" y="111"/>
                  </a:lnTo>
                  <a:lnTo>
                    <a:pt x="417" y="94"/>
                  </a:lnTo>
                  <a:lnTo>
                    <a:pt x="430" y="53"/>
                  </a:lnTo>
                  <a:lnTo>
                    <a:pt x="437" y="23"/>
                  </a:lnTo>
                  <a:lnTo>
                    <a:pt x="443" y="13"/>
                  </a:lnTo>
                  <a:lnTo>
                    <a:pt x="450" y="30"/>
                  </a:lnTo>
                  <a:lnTo>
                    <a:pt x="456" y="33"/>
                  </a:lnTo>
                  <a:lnTo>
                    <a:pt x="470" y="13"/>
                  </a:lnTo>
                  <a:lnTo>
                    <a:pt x="476" y="0"/>
                  </a:lnTo>
                  <a:lnTo>
                    <a:pt x="483" y="3"/>
                  </a:lnTo>
                  <a:lnTo>
                    <a:pt x="489" y="16"/>
                  </a:lnTo>
                  <a:lnTo>
                    <a:pt x="496" y="20"/>
                  </a:lnTo>
                  <a:lnTo>
                    <a:pt x="509" y="27"/>
                  </a:lnTo>
                  <a:lnTo>
                    <a:pt x="515" y="53"/>
                  </a:lnTo>
                  <a:lnTo>
                    <a:pt x="522" y="1212"/>
                  </a:lnTo>
                  <a:lnTo>
                    <a:pt x="528" y="1212"/>
                  </a:lnTo>
                  <a:lnTo>
                    <a:pt x="541" y="1212"/>
                  </a:lnTo>
                  <a:lnTo>
                    <a:pt x="548" y="1212"/>
                  </a:lnTo>
                  <a:lnTo>
                    <a:pt x="554" y="1212"/>
                  </a:lnTo>
                  <a:lnTo>
                    <a:pt x="561" y="1212"/>
                  </a:lnTo>
                  <a:lnTo>
                    <a:pt x="567" y="1212"/>
                  </a:lnTo>
                  <a:lnTo>
                    <a:pt x="580" y="1212"/>
                  </a:lnTo>
                  <a:lnTo>
                    <a:pt x="587" y="1212"/>
                  </a:lnTo>
                  <a:lnTo>
                    <a:pt x="593" y="1212"/>
                  </a:lnTo>
                  <a:lnTo>
                    <a:pt x="600" y="1212"/>
                  </a:lnTo>
                  <a:lnTo>
                    <a:pt x="613" y="1212"/>
                  </a:lnTo>
                  <a:lnTo>
                    <a:pt x="619" y="1212"/>
                  </a:lnTo>
                  <a:lnTo>
                    <a:pt x="626" y="1212"/>
                  </a:lnTo>
                  <a:lnTo>
                    <a:pt x="632" y="1212"/>
                  </a:lnTo>
                  <a:lnTo>
                    <a:pt x="639" y="1212"/>
                  </a:lnTo>
                  <a:lnTo>
                    <a:pt x="652" y="1212"/>
                  </a:lnTo>
                  <a:lnTo>
                    <a:pt x="658" y="1212"/>
                  </a:lnTo>
                  <a:lnTo>
                    <a:pt x="665" y="1212"/>
                  </a:lnTo>
                  <a:lnTo>
                    <a:pt x="672" y="1212"/>
                  </a:lnTo>
                  <a:lnTo>
                    <a:pt x="678" y="1212"/>
                  </a:lnTo>
                  <a:lnTo>
                    <a:pt x="691" y="1212"/>
                  </a:lnTo>
                  <a:lnTo>
                    <a:pt x="698" y="1212"/>
                  </a:lnTo>
                  <a:lnTo>
                    <a:pt x="704" y="1212"/>
                  </a:lnTo>
                  <a:lnTo>
                    <a:pt x="711" y="1212"/>
                  </a:lnTo>
                  <a:lnTo>
                    <a:pt x="724" y="1212"/>
                  </a:lnTo>
                  <a:lnTo>
                    <a:pt x="730" y="1212"/>
                  </a:lnTo>
                  <a:lnTo>
                    <a:pt x="737" y="1212"/>
                  </a:lnTo>
                  <a:lnTo>
                    <a:pt x="743" y="1212"/>
                  </a:lnTo>
                  <a:lnTo>
                    <a:pt x="750" y="1212"/>
                  </a:lnTo>
                  <a:lnTo>
                    <a:pt x="763" y="1212"/>
                  </a:lnTo>
                  <a:lnTo>
                    <a:pt x="769" y="1212"/>
                  </a:lnTo>
                  <a:lnTo>
                    <a:pt x="776" y="1212"/>
                  </a:lnTo>
                  <a:lnTo>
                    <a:pt x="782" y="1212"/>
                  </a:lnTo>
                  <a:lnTo>
                    <a:pt x="795" y="1212"/>
                  </a:lnTo>
                  <a:lnTo>
                    <a:pt x="802" y="1212"/>
                  </a:lnTo>
                  <a:lnTo>
                    <a:pt x="808" y="1212"/>
                  </a:lnTo>
                  <a:lnTo>
                    <a:pt x="815" y="1212"/>
                  </a:lnTo>
                  <a:lnTo>
                    <a:pt x="821" y="1212"/>
                  </a:lnTo>
                  <a:lnTo>
                    <a:pt x="834" y="1212"/>
                  </a:lnTo>
                  <a:lnTo>
                    <a:pt x="841" y="1212"/>
                  </a:lnTo>
                  <a:lnTo>
                    <a:pt x="847" y="1212"/>
                  </a:lnTo>
                  <a:lnTo>
                    <a:pt x="854" y="1212"/>
                  </a:lnTo>
                  <a:lnTo>
                    <a:pt x="867" y="1212"/>
                  </a:lnTo>
                  <a:lnTo>
                    <a:pt x="874" y="1212"/>
                  </a:lnTo>
                  <a:lnTo>
                    <a:pt x="880" y="1212"/>
                  </a:lnTo>
                  <a:lnTo>
                    <a:pt x="887" y="1212"/>
                  </a:lnTo>
                  <a:lnTo>
                    <a:pt x="893" y="1212"/>
                  </a:lnTo>
                  <a:lnTo>
                    <a:pt x="906" y="1212"/>
                  </a:lnTo>
                  <a:lnTo>
                    <a:pt x="913" y="1212"/>
                  </a:lnTo>
                  <a:lnTo>
                    <a:pt x="919" y="1212"/>
                  </a:lnTo>
                  <a:lnTo>
                    <a:pt x="926" y="1212"/>
                  </a:lnTo>
                  <a:lnTo>
                    <a:pt x="932" y="1212"/>
                  </a:lnTo>
                  <a:lnTo>
                    <a:pt x="945" y="1212"/>
                  </a:lnTo>
                  <a:lnTo>
                    <a:pt x="952" y="1212"/>
                  </a:lnTo>
                  <a:lnTo>
                    <a:pt x="958" y="1212"/>
                  </a:lnTo>
                  <a:lnTo>
                    <a:pt x="965" y="1212"/>
                  </a:lnTo>
                  <a:lnTo>
                    <a:pt x="978" y="1212"/>
                  </a:lnTo>
                  <a:lnTo>
                    <a:pt x="984" y="1212"/>
                  </a:lnTo>
                  <a:lnTo>
                    <a:pt x="991" y="1212"/>
                  </a:lnTo>
                  <a:lnTo>
                    <a:pt x="997" y="1212"/>
                  </a:lnTo>
                  <a:lnTo>
                    <a:pt x="1004" y="1212"/>
                  </a:lnTo>
                  <a:lnTo>
                    <a:pt x="1017" y="1212"/>
                  </a:lnTo>
                  <a:lnTo>
                    <a:pt x="1023" y="1212"/>
                  </a:lnTo>
                  <a:lnTo>
                    <a:pt x="1030" y="1212"/>
                  </a:lnTo>
                  <a:lnTo>
                    <a:pt x="1036" y="1212"/>
                  </a:lnTo>
                  <a:lnTo>
                    <a:pt x="1049" y="1212"/>
                  </a:lnTo>
                  <a:lnTo>
                    <a:pt x="1056" y="1212"/>
                  </a:lnTo>
                  <a:lnTo>
                    <a:pt x="1063" y="1212"/>
                  </a:lnTo>
                  <a:lnTo>
                    <a:pt x="1069" y="1212"/>
                  </a:lnTo>
                  <a:lnTo>
                    <a:pt x="1076" y="1212"/>
                  </a:lnTo>
                  <a:lnTo>
                    <a:pt x="1089" y="1212"/>
                  </a:lnTo>
                  <a:lnTo>
                    <a:pt x="1095" y="1212"/>
                  </a:lnTo>
                  <a:lnTo>
                    <a:pt x="1102" y="1212"/>
                  </a:lnTo>
                  <a:lnTo>
                    <a:pt x="1108" y="1212"/>
                  </a:lnTo>
                  <a:lnTo>
                    <a:pt x="1115" y="1212"/>
                  </a:lnTo>
                  <a:lnTo>
                    <a:pt x="1128" y="1212"/>
                  </a:lnTo>
                  <a:lnTo>
                    <a:pt x="1134" y="1212"/>
                  </a:lnTo>
                  <a:lnTo>
                    <a:pt x="1141" y="1212"/>
                  </a:lnTo>
                  <a:lnTo>
                    <a:pt x="1147" y="1212"/>
                  </a:lnTo>
                  <a:lnTo>
                    <a:pt x="1160" y="1212"/>
                  </a:lnTo>
                  <a:lnTo>
                    <a:pt x="1167" y="1212"/>
                  </a:lnTo>
                  <a:lnTo>
                    <a:pt x="1173" y="1212"/>
                  </a:lnTo>
                  <a:lnTo>
                    <a:pt x="1167" y="1212"/>
                  </a:lnTo>
                  <a:lnTo>
                    <a:pt x="1160" y="1212"/>
                  </a:lnTo>
                  <a:lnTo>
                    <a:pt x="1147" y="1212"/>
                  </a:lnTo>
                  <a:lnTo>
                    <a:pt x="1141" y="1212"/>
                  </a:lnTo>
                  <a:lnTo>
                    <a:pt x="1134" y="1212"/>
                  </a:lnTo>
                  <a:lnTo>
                    <a:pt x="1128" y="1212"/>
                  </a:lnTo>
                  <a:lnTo>
                    <a:pt x="1115" y="1212"/>
                  </a:lnTo>
                  <a:lnTo>
                    <a:pt x="1108" y="1212"/>
                  </a:lnTo>
                  <a:lnTo>
                    <a:pt x="1102" y="1212"/>
                  </a:lnTo>
                  <a:lnTo>
                    <a:pt x="1095" y="1212"/>
                  </a:lnTo>
                  <a:lnTo>
                    <a:pt x="1089" y="1212"/>
                  </a:lnTo>
                  <a:lnTo>
                    <a:pt x="1076" y="1212"/>
                  </a:lnTo>
                  <a:lnTo>
                    <a:pt x="1069" y="1212"/>
                  </a:lnTo>
                  <a:lnTo>
                    <a:pt x="1063" y="1212"/>
                  </a:lnTo>
                  <a:lnTo>
                    <a:pt x="1056" y="1212"/>
                  </a:lnTo>
                  <a:lnTo>
                    <a:pt x="1049" y="1212"/>
                  </a:lnTo>
                  <a:lnTo>
                    <a:pt x="1036" y="1212"/>
                  </a:lnTo>
                  <a:lnTo>
                    <a:pt x="1030" y="1212"/>
                  </a:lnTo>
                  <a:lnTo>
                    <a:pt x="1023" y="1212"/>
                  </a:lnTo>
                  <a:lnTo>
                    <a:pt x="1017" y="1212"/>
                  </a:lnTo>
                  <a:lnTo>
                    <a:pt x="1004" y="1212"/>
                  </a:lnTo>
                  <a:lnTo>
                    <a:pt x="997" y="1212"/>
                  </a:lnTo>
                  <a:lnTo>
                    <a:pt x="991" y="1212"/>
                  </a:lnTo>
                  <a:lnTo>
                    <a:pt x="984" y="1212"/>
                  </a:lnTo>
                  <a:lnTo>
                    <a:pt x="978" y="1212"/>
                  </a:lnTo>
                  <a:lnTo>
                    <a:pt x="965" y="1212"/>
                  </a:lnTo>
                  <a:lnTo>
                    <a:pt x="958" y="1212"/>
                  </a:lnTo>
                  <a:lnTo>
                    <a:pt x="952" y="1212"/>
                  </a:lnTo>
                  <a:lnTo>
                    <a:pt x="945" y="1212"/>
                  </a:lnTo>
                  <a:lnTo>
                    <a:pt x="932" y="1212"/>
                  </a:lnTo>
                  <a:lnTo>
                    <a:pt x="926" y="1212"/>
                  </a:lnTo>
                  <a:lnTo>
                    <a:pt x="919" y="1212"/>
                  </a:lnTo>
                  <a:lnTo>
                    <a:pt x="913" y="1212"/>
                  </a:lnTo>
                  <a:lnTo>
                    <a:pt x="906" y="1212"/>
                  </a:lnTo>
                  <a:lnTo>
                    <a:pt x="893" y="1212"/>
                  </a:lnTo>
                  <a:lnTo>
                    <a:pt x="887" y="1212"/>
                  </a:lnTo>
                  <a:lnTo>
                    <a:pt x="880" y="1212"/>
                  </a:lnTo>
                  <a:lnTo>
                    <a:pt x="874" y="1212"/>
                  </a:lnTo>
                  <a:lnTo>
                    <a:pt x="867" y="1212"/>
                  </a:lnTo>
                  <a:lnTo>
                    <a:pt x="854" y="1212"/>
                  </a:lnTo>
                  <a:lnTo>
                    <a:pt x="847" y="1212"/>
                  </a:lnTo>
                  <a:lnTo>
                    <a:pt x="841" y="1212"/>
                  </a:lnTo>
                  <a:lnTo>
                    <a:pt x="834" y="1212"/>
                  </a:lnTo>
                  <a:lnTo>
                    <a:pt x="821" y="1212"/>
                  </a:lnTo>
                  <a:lnTo>
                    <a:pt x="815" y="1212"/>
                  </a:lnTo>
                  <a:lnTo>
                    <a:pt x="808" y="1212"/>
                  </a:lnTo>
                  <a:lnTo>
                    <a:pt x="802" y="1212"/>
                  </a:lnTo>
                  <a:lnTo>
                    <a:pt x="795" y="1212"/>
                  </a:lnTo>
                  <a:lnTo>
                    <a:pt x="782" y="1212"/>
                  </a:lnTo>
                  <a:lnTo>
                    <a:pt x="776" y="1212"/>
                  </a:lnTo>
                  <a:lnTo>
                    <a:pt x="769" y="1212"/>
                  </a:lnTo>
                  <a:lnTo>
                    <a:pt x="763" y="1212"/>
                  </a:lnTo>
                  <a:lnTo>
                    <a:pt x="750" y="1212"/>
                  </a:lnTo>
                  <a:lnTo>
                    <a:pt x="743" y="1212"/>
                  </a:lnTo>
                  <a:lnTo>
                    <a:pt x="737" y="1212"/>
                  </a:lnTo>
                  <a:lnTo>
                    <a:pt x="730" y="1212"/>
                  </a:lnTo>
                  <a:lnTo>
                    <a:pt x="724" y="1212"/>
                  </a:lnTo>
                  <a:lnTo>
                    <a:pt x="711" y="1212"/>
                  </a:lnTo>
                  <a:lnTo>
                    <a:pt x="704" y="1212"/>
                  </a:lnTo>
                  <a:lnTo>
                    <a:pt x="698" y="1212"/>
                  </a:lnTo>
                  <a:lnTo>
                    <a:pt x="691" y="1212"/>
                  </a:lnTo>
                  <a:lnTo>
                    <a:pt x="678" y="1212"/>
                  </a:lnTo>
                  <a:lnTo>
                    <a:pt x="672" y="1212"/>
                  </a:lnTo>
                  <a:lnTo>
                    <a:pt x="665" y="1212"/>
                  </a:lnTo>
                  <a:lnTo>
                    <a:pt x="658" y="1212"/>
                  </a:lnTo>
                  <a:lnTo>
                    <a:pt x="652" y="1212"/>
                  </a:lnTo>
                  <a:lnTo>
                    <a:pt x="639" y="1212"/>
                  </a:lnTo>
                  <a:lnTo>
                    <a:pt x="632" y="1212"/>
                  </a:lnTo>
                  <a:lnTo>
                    <a:pt x="626" y="1212"/>
                  </a:lnTo>
                  <a:lnTo>
                    <a:pt x="619" y="1212"/>
                  </a:lnTo>
                  <a:lnTo>
                    <a:pt x="613" y="1212"/>
                  </a:lnTo>
                  <a:lnTo>
                    <a:pt x="600" y="1212"/>
                  </a:lnTo>
                  <a:lnTo>
                    <a:pt x="593" y="1212"/>
                  </a:lnTo>
                  <a:lnTo>
                    <a:pt x="587" y="1212"/>
                  </a:lnTo>
                  <a:lnTo>
                    <a:pt x="580" y="1212"/>
                  </a:lnTo>
                  <a:lnTo>
                    <a:pt x="567" y="1212"/>
                  </a:lnTo>
                  <a:lnTo>
                    <a:pt x="561" y="1212"/>
                  </a:lnTo>
                  <a:lnTo>
                    <a:pt x="554" y="1212"/>
                  </a:lnTo>
                  <a:lnTo>
                    <a:pt x="548" y="1212"/>
                  </a:lnTo>
                  <a:lnTo>
                    <a:pt x="541" y="1212"/>
                  </a:lnTo>
                  <a:lnTo>
                    <a:pt x="528" y="1212"/>
                  </a:lnTo>
                  <a:lnTo>
                    <a:pt x="522" y="1212"/>
                  </a:lnTo>
                  <a:lnTo>
                    <a:pt x="515" y="1212"/>
                  </a:lnTo>
                  <a:lnTo>
                    <a:pt x="509" y="1212"/>
                  </a:lnTo>
                  <a:lnTo>
                    <a:pt x="496" y="1212"/>
                  </a:lnTo>
                  <a:lnTo>
                    <a:pt x="489" y="1212"/>
                  </a:lnTo>
                  <a:lnTo>
                    <a:pt x="483" y="1212"/>
                  </a:lnTo>
                  <a:lnTo>
                    <a:pt x="476" y="1212"/>
                  </a:lnTo>
                  <a:lnTo>
                    <a:pt x="470" y="1212"/>
                  </a:lnTo>
                  <a:lnTo>
                    <a:pt x="456" y="1212"/>
                  </a:lnTo>
                  <a:lnTo>
                    <a:pt x="450" y="1212"/>
                  </a:lnTo>
                  <a:lnTo>
                    <a:pt x="443" y="1212"/>
                  </a:lnTo>
                  <a:lnTo>
                    <a:pt x="437" y="1212"/>
                  </a:lnTo>
                  <a:lnTo>
                    <a:pt x="430" y="1212"/>
                  </a:lnTo>
                  <a:lnTo>
                    <a:pt x="417" y="1212"/>
                  </a:lnTo>
                  <a:lnTo>
                    <a:pt x="411" y="1212"/>
                  </a:lnTo>
                  <a:lnTo>
                    <a:pt x="404" y="1212"/>
                  </a:lnTo>
                  <a:lnTo>
                    <a:pt x="398" y="1212"/>
                  </a:lnTo>
                  <a:lnTo>
                    <a:pt x="385" y="1212"/>
                  </a:lnTo>
                  <a:lnTo>
                    <a:pt x="378" y="1212"/>
                  </a:lnTo>
                  <a:lnTo>
                    <a:pt x="372" y="1212"/>
                  </a:lnTo>
                  <a:lnTo>
                    <a:pt x="365" y="1212"/>
                  </a:lnTo>
                  <a:lnTo>
                    <a:pt x="359" y="1212"/>
                  </a:lnTo>
                  <a:lnTo>
                    <a:pt x="346" y="1212"/>
                  </a:lnTo>
                  <a:lnTo>
                    <a:pt x="339" y="1212"/>
                  </a:lnTo>
                  <a:lnTo>
                    <a:pt x="333" y="1212"/>
                  </a:lnTo>
                  <a:lnTo>
                    <a:pt x="326" y="1212"/>
                  </a:lnTo>
                  <a:lnTo>
                    <a:pt x="313" y="1212"/>
                  </a:lnTo>
                  <a:lnTo>
                    <a:pt x="307" y="1212"/>
                  </a:lnTo>
                  <a:lnTo>
                    <a:pt x="300" y="1212"/>
                  </a:lnTo>
                  <a:lnTo>
                    <a:pt x="294" y="1212"/>
                  </a:lnTo>
                  <a:lnTo>
                    <a:pt x="287" y="1212"/>
                  </a:lnTo>
                  <a:lnTo>
                    <a:pt x="274" y="1212"/>
                  </a:lnTo>
                  <a:lnTo>
                    <a:pt x="267" y="1212"/>
                  </a:lnTo>
                  <a:lnTo>
                    <a:pt x="261" y="1212"/>
                  </a:lnTo>
                  <a:lnTo>
                    <a:pt x="254" y="1212"/>
                  </a:lnTo>
                  <a:lnTo>
                    <a:pt x="248" y="1212"/>
                  </a:lnTo>
                  <a:lnTo>
                    <a:pt x="235" y="1212"/>
                  </a:lnTo>
                  <a:lnTo>
                    <a:pt x="228" y="1212"/>
                  </a:lnTo>
                  <a:lnTo>
                    <a:pt x="222" y="1212"/>
                  </a:lnTo>
                  <a:lnTo>
                    <a:pt x="215" y="1212"/>
                  </a:lnTo>
                  <a:lnTo>
                    <a:pt x="202" y="1212"/>
                  </a:lnTo>
                  <a:lnTo>
                    <a:pt x="196" y="1212"/>
                  </a:lnTo>
                  <a:lnTo>
                    <a:pt x="189" y="1212"/>
                  </a:lnTo>
                  <a:lnTo>
                    <a:pt x="183" y="1212"/>
                  </a:lnTo>
                  <a:lnTo>
                    <a:pt x="176" y="1212"/>
                  </a:lnTo>
                  <a:lnTo>
                    <a:pt x="163" y="1212"/>
                  </a:lnTo>
                  <a:lnTo>
                    <a:pt x="157" y="1212"/>
                  </a:lnTo>
                  <a:lnTo>
                    <a:pt x="150" y="1212"/>
                  </a:lnTo>
                  <a:lnTo>
                    <a:pt x="144" y="1212"/>
                  </a:lnTo>
                  <a:lnTo>
                    <a:pt x="131" y="1212"/>
                  </a:lnTo>
                  <a:lnTo>
                    <a:pt x="124" y="1212"/>
                  </a:lnTo>
                  <a:lnTo>
                    <a:pt x="118" y="1212"/>
                  </a:lnTo>
                  <a:lnTo>
                    <a:pt x="111" y="1212"/>
                  </a:lnTo>
                  <a:lnTo>
                    <a:pt x="105" y="1212"/>
                  </a:lnTo>
                  <a:lnTo>
                    <a:pt x="92" y="1212"/>
                  </a:lnTo>
                  <a:lnTo>
                    <a:pt x="85" y="1212"/>
                  </a:lnTo>
                  <a:lnTo>
                    <a:pt x="79" y="1212"/>
                  </a:lnTo>
                  <a:lnTo>
                    <a:pt x="72" y="1212"/>
                  </a:lnTo>
                  <a:lnTo>
                    <a:pt x="59" y="1212"/>
                  </a:lnTo>
                  <a:lnTo>
                    <a:pt x="52" y="1212"/>
                  </a:lnTo>
                  <a:lnTo>
                    <a:pt x="46" y="1212"/>
                  </a:lnTo>
                  <a:lnTo>
                    <a:pt x="39" y="1212"/>
                  </a:lnTo>
                  <a:lnTo>
                    <a:pt x="33" y="1212"/>
                  </a:lnTo>
                  <a:lnTo>
                    <a:pt x="20" y="1212"/>
                  </a:lnTo>
                  <a:lnTo>
                    <a:pt x="13" y="1212"/>
                  </a:lnTo>
                  <a:lnTo>
                    <a:pt x="7" y="1212"/>
                  </a:lnTo>
                  <a:lnTo>
                    <a:pt x="0" y="1212"/>
                  </a:lnTo>
                  <a:close/>
                </a:path>
              </a:pathLst>
            </a:cu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592" name="Freeform 168">
              <a:extLst>
                <a:ext uri="{FF2B5EF4-FFF2-40B4-BE49-F238E27FC236}">
                  <a16:creationId xmlns:a16="http://schemas.microsoft.com/office/drawing/2014/main" id="{C875FD94-5AAC-465E-BCEC-6C6C0A1694F8}"/>
                </a:ext>
              </a:extLst>
            </p:cNvPr>
            <p:cNvSpPr>
              <a:spLocks/>
            </p:cNvSpPr>
            <p:nvPr/>
          </p:nvSpPr>
          <p:spPr bwMode="auto">
            <a:xfrm>
              <a:off x="5087" y="1551"/>
              <a:ext cx="482" cy="601"/>
            </a:xfrm>
            <a:custGeom>
              <a:avLst/>
              <a:gdLst>
                <a:gd name="T0" fmla="*/ 14 w 1173"/>
                <a:gd name="T1" fmla="*/ 547 h 1212"/>
                <a:gd name="T2" fmla="*/ 30 w 1173"/>
                <a:gd name="T3" fmla="*/ 561 h 1212"/>
                <a:gd name="T4" fmla="*/ 46 w 1173"/>
                <a:gd name="T5" fmla="*/ 558 h 1212"/>
                <a:gd name="T6" fmla="*/ 62 w 1173"/>
                <a:gd name="T7" fmla="*/ 534 h 1212"/>
                <a:gd name="T8" fmla="*/ 78 w 1173"/>
                <a:gd name="T9" fmla="*/ 478 h 1212"/>
                <a:gd name="T10" fmla="*/ 94 w 1173"/>
                <a:gd name="T11" fmla="*/ 386 h 1212"/>
                <a:gd name="T12" fmla="*/ 110 w 1173"/>
                <a:gd name="T13" fmla="*/ 294 h 1212"/>
                <a:gd name="T14" fmla="*/ 126 w 1173"/>
                <a:gd name="T15" fmla="*/ 242 h 1212"/>
                <a:gd name="T16" fmla="*/ 142 w 1173"/>
                <a:gd name="T17" fmla="*/ 180 h 1212"/>
                <a:gd name="T18" fmla="*/ 158 w 1173"/>
                <a:gd name="T19" fmla="*/ 97 h 1212"/>
                <a:gd name="T20" fmla="*/ 177 w 1173"/>
                <a:gd name="T21" fmla="*/ 26 h 1212"/>
                <a:gd name="T22" fmla="*/ 193 w 1173"/>
                <a:gd name="T23" fmla="*/ 6 h 1212"/>
                <a:gd name="T24" fmla="*/ 209 w 1173"/>
                <a:gd name="T25" fmla="*/ 13 h 1212"/>
                <a:gd name="T26" fmla="*/ 225 w 1173"/>
                <a:gd name="T27" fmla="*/ 601 h 1212"/>
                <a:gd name="T28" fmla="*/ 241 w 1173"/>
                <a:gd name="T29" fmla="*/ 601 h 1212"/>
                <a:gd name="T30" fmla="*/ 257 w 1173"/>
                <a:gd name="T31" fmla="*/ 601 h 1212"/>
                <a:gd name="T32" fmla="*/ 273 w 1173"/>
                <a:gd name="T33" fmla="*/ 601 h 1212"/>
                <a:gd name="T34" fmla="*/ 289 w 1173"/>
                <a:gd name="T35" fmla="*/ 601 h 1212"/>
                <a:gd name="T36" fmla="*/ 305 w 1173"/>
                <a:gd name="T37" fmla="*/ 601 h 1212"/>
                <a:gd name="T38" fmla="*/ 321 w 1173"/>
                <a:gd name="T39" fmla="*/ 601 h 1212"/>
                <a:gd name="T40" fmla="*/ 337 w 1173"/>
                <a:gd name="T41" fmla="*/ 601 h 1212"/>
                <a:gd name="T42" fmla="*/ 356 w 1173"/>
                <a:gd name="T43" fmla="*/ 601 h 1212"/>
                <a:gd name="T44" fmla="*/ 372 w 1173"/>
                <a:gd name="T45" fmla="*/ 601 h 1212"/>
                <a:gd name="T46" fmla="*/ 388 w 1173"/>
                <a:gd name="T47" fmla="*/ 601 h 1212"/>
                <a:gd name="T48" fmla="*/ 404 w 1173"/>
                <a:gd name="T49" fmla="*/ 601 h 1212"/>
                <a:gd name="T50" fmla="*/ 420 w 1173"/>
                <a:gd name="T51" fmla="*/ 601 h 1212"/>
                <a:gd name="T52" fmla="*/ 437 w 1173"/>
                <a:gd name="T53" fmla="*/ 601 h 1212"/>
                <a:gd name="T54" fmla="*/ 453 w 1173"/>
                <a:gd name="T55" fmla="*/ 601 h 1212"/>
                <a:gd name="T56" fmla="*/ 469 w 1173"/>
                <a:gd name="T57" fmla="*/ 601 h 1212"/>
                <a:gd name="T58" fmla="*/ 482 w 1173"/>
                <a:gd name="T59" fmla="*/ 601 h 1212"/>
                <a:gd name="T60" fmla="*/ 466 w 1173"/>
                <a:gd name="T61" fmla="*/ 601 h 1212"/>
                <a:gd name="T62" fmla="*/ 450 w 1173"/>
                <a:gd name="T63" fmla="*/ 601 h 1212"/>
                <a:gd name="T64" fmla="*/ 434 w 1173"/>
                <a:gd name="T65" fmla="*/ 601 h 1212"/>
                <a:gd name="T66" fmla="*/ 418 w 1173"/>
                <a:gd name="T67" fmla="*/ 601 h 1212"/>
                <a:gd name="T68" fmla="*/ 402 w 1173"/>
                <a:gd name="T69" fmla="*/ 601 h 1212"/>
                <a:gd name="T70" fmla="*/ 383 w 1173"/>
                <a:gd name="T71" fmla="*/ 601 h 1212"/>
                <a:gd name="T72" fmla="*/ 367 w 1173"/>
                <a:gd name="T73" fmla="*/ 601 h 1212"/>
                <a:gd name="T74" fmla="*/ 351 w 1173"/>
                <a:gd name="T75" fmla="*/ 601 h 1212"/>
                <a:gd name="T76" fmla="*/ 335 w 1173"/>
                <a:gd name="T77" fmla="*/ 601 h 1212"/>
                <a:gd name="T78" fmla="*/ 319 w 1173"/>
                <a:gd name="T79" fmla="*/ 601 h 1212"/>
                <a:gd name="T80" fmla="*/ 303 w 1173"/>
                <a:gd name="T81" fmla="*/ 601 h 1212"/>
                <a:gd name="T82" fmla="*/ 287 w 1173"/>
                <a:gd name="T83" fmla="*/ 601 h 1212"/>
                <a:gd name="T84" fmla="*/ 270 w 1173"/>
                <a:gd name="T85" fmla="*/ 601 h 1212"/>
                <a:gd name="T86" fmla="*/ 254 w 1173"/>
                <a:gd name="T87" fmla="*/ 601 h 1212"/>
                <a:gd name="T88" fmla="*/ 238 w 1173"/>
                <a:gd name="T89" fmla="*/ 601 h 1212"/>
                <a:gd name="T90" fmla="*/ 222 w 1173"/>
                <a:gd name="T91" fmla="*/ 601 h 1212"/>
                <a:gd name="T92" fmla="*/ 204 w 1173"/>
                <a:gd name="T93" fmla="*/ 601 h 1212"/>
                <a:gd name="T94" fmla="*/ 187 w 1173"/>
                <a:gd name="T95" fmla="*/ 601 h 1212"/>
                <a:gd name="T96" fmla="*/ 171 w 1173"/>
                <a:gd name="T97" fmla="*/ 601 h 1212"/>
                <a:gd name="T98" fmla="*/ 155 w 1173"/>
                <a:gd name="T99" fmla="*/ 601 h 1212"/>
                <a:gd name="T100" fmla="*/ 139 w 1173"/>
                <a:gd name="T101" fmla="*/ 601 h 1212"/>
                <a:gd name="T102" fmla="*/ 123 w 1173"/>
                <a:gd name="T103" fmla="*/ 601 h 1212"/>
                <a:gd name="T104" fmla="*/ 107 w 1173"/>
                <a:gd name="T105" fmla="*/ 601 h 1212"/>
                <a:gd name="T106" fmla="*/ 91 w 1173"/>
                <a:gd name="T107" fmla="*/ 601 h 1212"/>
                <a:gd name="T108" fmla="*/ 75 w 1173"/>
                <a:gd name="T109" fmla="*/ 601 h 1212"/>
                <a:gd name="T110" fmla="*/ 59 w 1173"/>
                <a:gd name="T111" fmla="*/ 601 h 1212"/>
                <a:gd name="T112" fmla="*/ 43 w 1173"/>
                <a:gd name="T113" fmla="*/ 601 h 1212"/>
                <a:gd name="T114" fmla="*/ 24 w 1173"/>
                <a:gd name="T115" fmla="*/ 601 h 1212"/>
                <a:gd name="T116" fmla="*/ 8 w 1173"/>
                <a:gd name="T117" fmla="*/ 601 h 121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3" h="1212">
                  <a:moveTo>
                    <a:pt x="0" y="1061"/>
                  </a:moveTo>
                  <a:lnTo>
                    <a:pt x="7" y="1077"/>
                  </a:lnTo>
                  <a:lnTo>
                    <a:pt x="13" y="1091"/>
                  </a:lnTo>
                  <a:lnTo>
                    <a:pt x="20" y="1101"/>
                  </a:lnTo>
                  <a:lnTo>
                    <a:pt x="33" y="1104"/>
                  </a:lnTo>
                  <a:lnTo>
                    <a:pt x="39" y="1108"/>
                  </a:lnTo>
                  <a:lnTo>
                    <a:pt x="46" y="1111"/>
                  </a:lnTo>
                  <a:lnTo>
                    <a:pt x="52" y="1114"/>
                  </a:lnTo>
                  <a:lnTo>
                    <a:pt x="59" y="1128"/>
                  </a:lnTo>
                  <a:lnTo>
                    <a:pt x="72" y="1131"/>
                  </a:lnTo>
                  <a:lnTo>
                    <a:pt x="79" y="1128"/>
                  </a:lnTo>
                  <a:lnTo>
                    <a:pt x="85" y="1128"/>
                  </a:lnTo>
                  <a:lnTo>
                    <a:pt x="92" y="1131"/>
                  </a:lnTo>
                  <a:lnTo>
                    <a:pt x="105" y="1128"/>
                  </a:lnTo>
                  <a:lnTo>
                    <a:pt x="111" y="1125"/>
                  </a:lnTo>
                  <a:lnTo>
                    <a:pt x="118" y="1114"/>
                  </a:lnTo>
                  <a:lnTo>
                    <a:pt x="124" y="1108"/>
                  </a:lnTo>
                  <a:lnTo>
                    <a:pt x="131" y="1108"/>
                  </a:lnTo>
                  <a:lnTo>
                    <a:pt x="144" y="1104"/>
                  </a:lnTo>
                  <a:lnTo>
                    <a:pt x="150" y="1077"/>
                  </a:lnTo>
                  <a:lnTo>
                    <a:pt x="157" y="1047"/>
                  </a:lnTo>
                  <a:lnTo>
                    <a:pt x="163" y="1030"/>
                  </a:lnTo>
                  <a:lnTo>
                    <a:pt x="176" y="1010"/>
                  </a:lnTo>
                  <a:lnTo>
                    <a:pt x="183" y="986"/>
                  </a:lnTo>
                  <a:lnTo>
                    <a:pt x="189" y="963"/>
                  </a:lnTo>
                  <a:lnTo>
                    <a:pt x="196" y="933"/>
                  </a:lnTo>
                  <a:lnTo>
                    <a:pt x="202" y="896"/>
                  </a:lnTo>
                  <a:lnTo>
                    <a:pt x="215" y="865"/>
                  </a:lnTo>
                  <a:lnTo>
                    <a:pt x="222" y="825"/>
                  </a:lnTo>
                  <a:lnTo>
                    <a:pt x="228" y="778"/>
                  </a:lnTo>
                  <a:lnTo>
                    <a:pt x="235" y="727"/>
                  </a:lnTo>
                  <a:lnTo>
                    <a:pt x="248" y="680"/>
                  </a:lnTo>
                  <a:lnTo>
                    <a:pt x="254" y="650"/>
                  </a:lnTo>
                  <a:lnTo>
                    <a:pt x="261" y="623"/>
                  </a:lnTo>
                  <a:lnTo>
                    <a:pt x="267" y="592"/>
                  </a:lnTo>
                  <a:lnTo>
                    <a:pt x="274" y="562"/>
                  </a:lnTo>
                  <a:lnTo>
                    <a:pt x="287" y="539"/>
                  </a:lnTo>
                  <a:lnTo>
                    <a:pt x="294" y="522"/>
                  </a:lnTo>
                  <a:lnTo>
                    <a:pt x="300" y="512"/>
                  </a:lnTo>
                  <a:lnTo>
                    <a:pt x="307" y="488"/>
                  </a:lnTo>
                  <a:lnTo>
                    <a:pt x="313" y="437"/>
                  </a:lnTo>
                  <a:lnTo>
                    <a:pt x="326" y="390"/>
                  </a:lnTo>
                  <a:lnTo>
                    <a:pt x="333" y="370"/>
                  </a:lnTo>
                  <a:lnTo>
                    <a:pt x="339" y="380"/>
                  </a:lnTo>
                  <a:lnTo>
                    <a:pt x="346" y="363"/>
                  </a:lnTo>
                  <a:lnTo>
                    <a:pt x="359" y="313"/>
                  </a:lnTo>
                  <a:lnTo>
                    <a:pt x="365" y="286"/>
                  </a:lnTo>
                  <a:lnTo>
                    <a:pt x="372" y="276"/>
                  </a:lnTo>
                  <a:lnTo>
                    <a:pt x="378" y="245"/>
                  </a:lnTo>
                  <a:lnTo>
                    <a:pt x="385" y="195"/>
                  </a:lnTo>
                  <a:lnTo>
                    <a:pt x="398" y="141"/>
                  </a:lnTo>
                  <a:lnTo>
                    <a:pt x="404" y="111"/>
                  </a:lnTo>
                  <a:lnTo>
                    <a:pt x="411" y="111"/>
                  </a:lnTo>
                  <a:lnTo>
                    <a:pt x="417" y="94"/>
                  </a:lnTo>
                  <a:lnTo>
                    <a:pt x="430" y="53"/>
                  </a:lnTo>
                  <a:lnTo>
                    <a:pt x="437" y="23"/>
                  </a:lnTo>
                  <a:lnTo>
                    <a:pt x="443" y="13"/>
                  </a:lnTo>
                  <a:lnTo>
                    <a:pt x="450" y="30"/>
                  </a:lnTo>
                  <a:lnTo>
                    <a:pt x="456" y="33"/>
                  </a:lnTo>
                  <a:lnTo>
                    <a:pt x="470" y="13"/>
                  </a:lnTo>
                  <a:lnTo>
                    <a:pt x="476" y="0"/>
                  </a:lnTo>
                  <a:lnTo>
                    <a:pt x="483" y="3"/>
                  </a:lnTo>
                  <a:lnTo>
                    <a:pt x="489" y="16"/>
                  </a:lnTo>
                  <a:lnTo>
                    <a:pt x="496" y="20"/>
                  </a:lnTo>
                  <a:lnTo>
                    <a:pt x="509" y="27"/>
                  </a:lnTo>
                  <a:lnTo>
                    <a:pt x="515" y="53"/>
                  </a:lnTo>
                  <a:lnTo>
                    <a:pt x="522" y="1212"/>
                  </a:lnTo>
                  <a:lnTo>
                    <a:pt x="528" y="1212"/>
                  </a:lnTo>
                  <a:lnTo>
                    <a:pt x="541" y="1212"/>
                  </a:lnTo>
                  <a:lnTo>
                    <a:pt x="548" y="1212"/>
                  </a:lnTo>
                  <a:lnTo>
                    <a:pt x="554" y="1212"/>
                  </a:lnTo>
                  <a:lnTo>
                    <a:pt x="561" y="1212"/>
                  </a:lnTo>
                  <a:lnTo>
                    <a:pt x="567" y="1212"/>
                  </a:lnTo>
                  <a:lnTo>
                    <a:pt x="580" y="1212"/>
                  </a:lnTo>
                  <a:lnTo>
                    <a:pt x="587" y="1212"/>
                  </a:lnTo>
                  <a:lnTo>
                    <a:pt x="593" y="1212"/>
                  </a:lnTo>
                  <a:lnTo>
                    <a:pt x="600" y="1212"/>
                  </a:lnTo>
                  <a:lnTo>
                    <a:pt x="613" y="1212"/>
                  </a:lnTo>
                  <a:lnTo>
                    <a:pt x="619" y="1212"/>
                  </a:lnTo>
                  <a:lnTo>
                    <a:pt x="626" y="1212"/>
                  </a:lnTo>
                  <a:lnTo>
                    <a:pt x="632" y="1212"/>
                  </a:lnTo>
                  <a:lnTo>
                    <a:pt x="639" y="1212"/>
                  </a:lnTo>
                  <a:lnTo>
                    <a:pt x="652" y="1212"/>
                  </a:lnTo>
                  <a:lnTo>
                    <a:pt x="658" y="1212"/>
                  </a:lnTo>
                  <a:lnTo>
                    <a:pt x="665" y="1212"/>
                  </a:lnTo>
                  <a:lnTo>
                    <a:pt x="672" y="1212"/>
                  </a:lnTo>
                  <a:lnTo>
                    <a:pt x="678" y="1212"/>
                  </a:lnTo>
                  <a:lnTo>
                    <a:pt x="691" y="1212"/>
                  </a:lnTo>
                  <a:lnTo>
                    <a:pt x="698" y="1212"/>
                  </a:lnTo>
                  <a:lnTo>
                    <a:pt x="704" y="1212"/>
                  </a:lnTo>
                  <a:lnTo>
                    <a:pt x="711" y="1212"/>
                  </a:lnTo>
                  <a:lnTo>
                    <a:pt x="724" y="1212"/>
                  </a:lnTo>
                  <a:lnTo>
                    <a:pt x="730" y="1212"/>
                  </a:lnTo>
                  <a:lnTo>
                    <a:pt x="737" y="1212"/>
                  </a:lnTo>
                  <a:lnTo>
                    <a:pt x="743" y="1212"/>
                  </a:lnTo>
                  <a:lnTo>
                    <a:pt x="750" y="1212"/>
                  </a:lnTo>
                  <a:lnTo>
                    <a:pt x="763" y="1212"/>
                  </a:lnTo>
                  <a:lnTo>
                    <a:pt x="769" y="1212"/>
                  </a:lnTo>
                  <a:lnTo>
                    <a:pt x="776" y="1212"/>
                  </a:lnTo>
                  <a:lnTo>
                    <a:pt x="782" y="1212"/>
                  </a:lnTo>
                  <a:lnTo>
                    <a:pt x="795" y="1212"/>
                  </a:lnTo>
                  <a:lnTo>
                    <a:pt x="802" y="1212"/>
                  </a:lnTo>
                  <a:lnTo>
                    <a:pt x="808" y="1212"/>
                  </a:lnTo>
                  <a:lnTo>
                    <a:pt x="815" y="1212"/>
                  </a:lnTo>
                  <a:lnTo>
                    <a:pt x="821" y="1212"/>
                  </a:lnTo>
                  <a:lnTo>
                    <a:pt x="834" y="1212"/>
                  </a:lnTo>
                  <a:lnTo>
                    <a:pt x="841" y="1212"/>
                  </a:lnTo>
                  <a:lnTo>
                    <a:pt x="847" y="1212"/>
                  </a:lnTo>
                  <a:lnTo>
                    <a:pt x="854" y="1212"/>
                  </a:lnTo>
                  <a:lnTo>
                    <a:pt x="867" y="1212"/>
                  </a:lnTo>
                  <a:lnTo>
                    <a:pt x="874" y="1212"/>
                  </a:lnTo>
                  <a:lnTo>
                    <a:pt x="880" y="1212"/>
                  </a:lnTo>
                  <a:lnTo>
                    <a:pt x="887" y="1212"/>
                  </a:lnTo>
                  <a:lnTo>
                    <a:pt x="893" y="1212"/>
                  </a:lnTo>
                  <a:lnTo>
                    <a:pt x="906" y="1212"/>
                  </a:lnTo>
                  <a:lnTo>
                    <a:pt x="913" y="1212"/>
                  </a:lnTo>
                  <a:lnTo>
                    <a:pt x="919" y="1212"/>
                  </a:lnTo>
                  <a:lnTo>
                    <a:pt x="926" y="1212"/>
                  </a:lnTo>
                  <a:lnTo>
                    <a:pt x="932" y="1212"/>
                  </a:lnTo>
                  <a:lnTo>
                    <a:pt x="945" y="1212"/>
                  </a:lnTo>
                  <a:lnTo>
                    <a:pt x="952" y="1212"/>
                  </a:lnTo>
                  <a:lnTo>
                    <a:pt x="958" y="1212"/>
                  </a:lnTo>
                  <a:lnTo>
                    <a:pt x="965" y="1212"/>
                  </a:lnTo>
                  <a:lnTo>
                    <a:pt x="978" y="1212"/>
                  </a:lnTo>
                  <a:lnTo>
                    <a:pt x="984" y="1212"/>
                  </a:lnTo>
                  <a:lnTo>
                    <a:pt x="991" y="1212"/>
                  </a:lnTo>
                  <a:lnTo>
                    <a:pt x="997" y="1212"/>
                  </a:lnTo>
                  <a:lnTo>
                    <a:pt x="1004" y="1212"/>
                  </a:lnTo>
                  <a:lnTo>
                    <a:pt x="1017" y="1212"/>
                  </a:lnTo>
                  <a:lnTo>
                    <a:pt x="1023" y="1212"/>
                  </a:lnTo>
                  <a:lnTo>
                    <a:pt x="1030" y="1212"/>
                  </a:lnTo>
                  <a:lnTo>
                    <a:pt x="1036" y="1212"/>
                  </a:lnTo>
                  <a:lnTo>
                    <a:pt x="1049" y="1212"/>
                  </a:lnTo>
                  <a:lnTo>
                    <a:pt x="1056" y="1212"/>
                  </a:lnTo>
                  <a:lnTo>
                    <a:pt x="1063" y="1212"/>
                  </a:lnTo>
                  <a:lnTo>
                    <a:pt x="1069" y="1212"/>
                  </a:lnTo>
                  <a:lnTo>
                    <a:pt x="1076" y="1212"/>
                  </a:lnTo>
                  <a:lnTo>
                    <a:pt x="1089" y="1212"/>
                  </a:lnTo>
                  <a:lnTo>
                    <a:pt x="1095" y="1212"/>
                  </a:lnTo>
                  <a:lnTo>
                    <a:pt x="1102" y="1212"/>
                  </a:lnTo>
                  <a:lnTo>
                    <a:pt x="1108" y="1212"/>
                  </a:lnTo>
                  <a:lnTo>
                    <a:pt x="1115" y="1212"/>
                  </a:lnTo>
                  <a:lnTo>
                    <a:pt x="1128" y="1212"/>
                  </a:lnTo>
                  <a:lnTo>
                    <a:pt x="1134" y="1212"/>
                  </a:lnTo>
                  <a:lnTo>
                    <a:pt x="1141" y="1212"/>
                  </a:lnTo>
                  <a:lnTo>
                    <a:pt x="1147" y="1212"/>
                  </a:lnTo>
                  <a:lnTo>
                    <a:pt x="1160" y="1212"/>
                  </a:lnTo>
                  <a:lnTo>
                    <a:pt x="1167" y="1212"/>
                  </a:lnTo>
                  <a:lnTo>
                    <a:pt x="1173" y="1212"/>
                  </a:lnTo>
                  <a:lnTo>
                    <a:pt x="1167" y="1212"/>
                  </a:lnTo>
                  <a:lnTo>
                    <a:pt x="1160" y="1212"/>
                  </a:lnTo>
                  <a:lnTo>
                    <a:pt x="1147" y="1212"/>
                  </a:lnTo>
                  <a:lnTo>
                    <a:pt x="1141" y="1212"/>
                  </a:lnTo>
                  <a:lnTo>
                    <a:pt x="1134" y="1212"/>
                  </a:lnTo>
                  <a:lnTo>
                    <a:pt x="1128" y="1212"/>
                  </a:lnTo>
                  <a:lnTo>
                    <a:pt x="1115" y="1212"/>
                  </a:lnTo>
                  <a:lnTo>
                    <a:pt x="1108" y="1212"/>
                  </a:lnTo>
                  <a:lnTo>
                    <a:pt x="1102" y="1212"/>
                  </a:lnTo>
                  <a:lnTo>
                    <a:pt x="1095" y="1212"/>
                  </a:lnTo>
                  <a:lnTo>
                    <a:pt x="1089" y="1212"/>
                  </a:lnTo>
                  <a:lnTo>
                    <a:pt x="1076" y="1212"/>
                  </a:lnTo>
                  <a:lnTo>
                    <a:pt x="1069" y="1212"/>
                  </a:lnTo>
                  <a:lnTo>
                    <a:pt x="1063" y="1212"/>
                  </a:lnTo>
                  <a:lnTo>
                    <a:pt x="1056" y="1212"/>
                  </a:lnTo>
                  <a:lnTo>
                    <a:pt x="1049" y="1212"/>
                  </a:lnTo>
                  <a:lnTo>
                    <a:pt x="1036" y="1212"/>
                  </a:lnTo>
                  <a:lnTo>
                    <a:pt x="1030" y="1212"/>
                  </a:lnTo>
                  <a:lnTo>
                    <a:pt x="1023" y="1212"/>
                  </a:lnTo>
                  <a:lnTo>
                    <a:pt x="1017" y="1212"/>
                  </a:lnTo>
                  <a:lnTo>
                    <a:pt x="1004" y="1212"/>
                  </a:lnTo>
                  <a:lnTo>
                    <a:pt x="997" y="1212"/>
                  </a:lnTo>
                  <a:lnTo>
                    <a:pt x="991" y="1212"/>
                  </a:lnTo>
                  <a:lnTo>
                    <a:pt x="984" y="1212"/>
                  </a:lnTo>
                  <a:lnTo>
                    <a:pt x="978" y="1212"/>
                  </a:lnTo>
                  <a:lnTo>
                    <a:pt x="965" y="1212"/>
                  </a:lnTo>
                  <a:lnTo>
                    <a:pt x="958" y="1212"/>
                  </a:lnTo>
                  <a:lnTo>
                    <a:pt x="952" y="1212"/>
                  </a:lnTo>
                  <a:lnTo>
                    <a:pt x="945" y="1212"/>
                  </a:lnTo>
                  <a:lnTo>
                    <a:pt x="932" y="1212"/>
                  </a:lnTo>
                  <a:lnTo>
                    <a:pt x="926" y="1212"/>
                  </a:lnTo>
                  <a:lnTo>
                    <a:pt x="919" y="1212"/>
                  </a:lnTo>
                  <a:lnTo>
                    <a:pt x="913" y="1212"/>
                  </a:lnTo>
                  <a:lnTo>
                    <a:pt x="906" y="1212"/>
                  </a:lnTo>
                  <a:lnTo>
                    <a:pt x="893" y="1212"/>
                  </a:lnTo>
                  <a:lnTo>
                    <a:pt x="887" y="1212"/>
                  </a:lnTo>
                  <a:lnTo>
                    <a:pt x="880" y="1212"/>
                  </a:lnTo>
                  <a:lnTo>
                    <a:pt x="874" y="1212"/>
                  </a:lnTo>
                  <a:lnTo>
                    <a:pt x="867" y="1212"/>
                  </a:lnTo>
                  <a:lnTo>
                    <a:pt x="854" y="1212"/>
                  </a:lnTo>
                  <a:lnTo>
                    <a:pt x="847" y="1212"/>
                  </a:lnTo>
                  <a:lnTo>
                    <a:pt x="841" y="1212"/>
                  </a:lnTo>
                  <a:lnTo>
                    <a:pt x="834" y="1212"/>
                  </a:lnTo>
                  <a:lnTo>
                    <a:pt x="821" y="1212"/>
                  </a:lnTo>
                  <a:lnTo>
                    <a:pt x="815" y="1212"/>
                  </a:lnTo>
                  <a:lnTo>
                    <a:pt x="808" y="1212"/>
                  </a:lnTo>
                  <a:lnTo>
                    <a:pt x="802" y="1212"/>
                  </a:lnTo>
                  <a:lnTo>
                    <a:pt x="795" y="1212"/>
                  </a:lnTo>
                  <a:lnTo>
                    <a:pt x="782" y="1212"/>
                  </a:lnTo>
                  <a:lnTo>
                    <a:pt x="776" y="1212"/>
                  </a:lnTo>
                  <a:lnTo>
                    <a:pt x="769" y="1212"/>
                  </a:lnTo>
                  <a:lnTo>
                    <a:pt x="763" y="1212"/>
                  </a:lnTo>
                  <a:lnTo>
                    <a:pt x="750" y="1212"/>
                  </a:lnTo>
                  <a:lnTo>
                    <a:pt x="743" y="1212"/>
                  </a:lnTo>
                  <a:lnTo>
                    <a:pt x="737" y="1212"/>
                  </a:lnTo>
                  <a:lnTo>
                    <a:pt x="730" y="1212"/>
                  </a:lnTo>
                  <a:lnTo>
                    <a:pt x="724" y="1212"/>
                  </a:lnTo>
                  <a:lnTo>
                    <a:pt x="711" y="1212"/>
                  </a:lnTo>
                  <a:lnTo>
                    <a:pt x="704" y="1212"/>
                  </a:lnTo>
                  <a:lnTo>
                    <a:pt x="698" y="1212"/>
                  </a:lnTo>
                  <a:lnTo>
                    <a:pt x="691" y="1212"/>
                  </a:lnTo>
                  <a:lnTo>
                    <a:pt x="678" y="1212"/>
                  </a:lnTo>
                  <a:lnTo>
                    <a:pt x="672" y="1212"/>
                  </a:lnTo>
                  <a:lnTo>
                    <a:pt x="665" y="1212"/>
                  </a:lnTo>
                  <a:lnTo>
                    <a:pt x="658" y="1212"/>
                  </a:lnTo>
                  <a:lnTo>
                    <a:pt x="652" y="1212"/>
                  </a:lnTo>
                  <a:lnTo>
                    <a:pt x="639" y="1212"/>
                  </a:lnTo>
                  <a:lnTo>
                    <a:pt x="632" y="1212"/>
                  </a:lnTo>
                  <a:lnTo>
                    <a:pt x="626" y="1212"/>
                  </a:lnTo>
                  <a:lnTo>
                    <a:pt x="619" y="1212"/>
                  </a:lnTo>
                  <a:lnTo>
                    <a:pt x="613" y="1212"/>
                  </a:lnTo>
                  <a:lnTo>
                    <a:pt x="600" y="1212"/>
                  </a:lnTo>
                  <a:lnTo>
                    <a:pt x="593" y="1212"/>
                  </a:lnTo>
                  <a:lnTo>
                    <a:pt x="587" y="1212"/>
                  </a:lnTo>
                  <a:lnTo>
                    <a:pt x="580" y="1212"/>
                  </a:lnTo>
                  <a:lnTo>
                    <a:pt x="567" y="1212"/>
                  </a:lnTo>
                  <a:lnTo>
                    <a:pt x="561" y="1212"/>
                  </a:lnTo>
                  <a:lnTo>
                    <a:pt x="554" y="1212"/>
                  </a:lnTo>
                  <a:lnTo>
                    <a:pt x="548" y="1212"/>
                  </a:lnTo>
                  <a:lnTo>
                    <a:pt x="541" y="1212"/>
                  </a:lnTo>
                  <a:lnTo>
                    <a:pt x="528" y="1212"/>
                  </a:lnTo>
                  <a:lnTo>
                    <a:pt x="522" y="1212"/>
                  </a:lnTo>
                  <a:lnTo>
                    <a:pt x="515" y="1212"/>
                  </a:lnTo>
                  <a:lnTo>
                    <a:pt x="509" y="1212"/>
                  </a:lnTo>
                  <a:lnTo>
                    <a:pt x="496" y="1212"/>
                  </a:lnTo>
                  <a:lnTo>
                    <a:pt x="489" y="1212"/>
                  </a:lnTo>
                  <a:lnTo>
                    <a:pt x="483" y="1212"/>
                  </a:lnTo>
                  <a:lnTo>
                    <a:pt x="476" y="1212"/>
                  </a:lnTo>
                  <a:lnTo>
                    <a:pt x="470" y="1212"/>
                  </a:lnTo>
                  <a:lnTo>
                    <a:pt x="456" y="1212"/>
                  </a:lnTo>
                  <a:lnTo>
                    <a:pt x="450" y="1212"/>
                  </a:lnTo>
                  <a:lnTo>
                    <a:pt x="443" y="1212"/>
                  </a:lnTo>
                  <a:lnTo>
                    <a:pt x="437" y="1212"/>
                  </a:lnTo>
                  <a:lnTo>
                    <a:pt x="430" y="1212"/>
                  </a:lnTo>
                  <a:lnTo>
                    <a:pt x="417" y="1212"/>
                  </a:lnTo>
                  <a:lnTo>
                    <a:pt x="411" y="1212"/>
                  </a:lnTo>
                  <a:lnTo>
                    <a:pt x="404" y="1212"/>
                  </a:lnTo>
                  <a:lnTo>
                    <a:pt x="398" y="1212"/>
                  </a:lnTo>
                  <a:lnTo>
                    <a:pt x="385" y="1212"/>
                  </a:lnTo>
                  <a:lnTo>
                    <a:pt x="378" y="1212"/>
                  </a:lnTo>
                  <a:lnTo>
                    <a:pt x="372" y="1212"/>
                  </a:lnTo>
                  <a:lnTo>
                    <a:pt x="365" y="1212"/>
                  </a:lnTo>
                  <a:lnTo>
                    <a:pt x="359" y="1212"/>
                  </a:lnTo>
                  <a:lnTo>
                    <a:pt x="346" y="1212"/>
                  </a:lnTo>
                  <a:lnTo>
                    <a:pt x="339" y="1212"/>
                  </a:lnTo>
                  <a:lnTo>
                    <a:pt x="333" y="1212"/>
                  </a:lnTo>
                  <a:lnTo>
                    <a:pt x="326" y="1212"/>
                  </a:lnTo>
                  <a:lnTo>
                    <a:pt x="313" y="1212"/>
                  </a:lnTo>
                  <a:lnTo>
                    <a:pt x="307" y="1212"/>
                  </a:lnTo>
                  <a:lnTo>
                    <a:pt x="300" y="1212"/>
                  </a:lnTo>
                  <a:lnTo>
                    <a:pt x="294" y="1212"/>
                  </a:lnTo>
                  <a:lnTo>
                    <a:pt x="287" y="1212"/>
                  </a:lnTo>
                  <a:lnTo>
                    <a:pt x="274" y="1212"/>
                  </a:lnTo>
                  <a:lnTo>
                    <a:pt x="267" y="1212"/>
                  </a:lnTo>
                  <a:lnTo>
                    <a:pt x="261" y="1212"/>
                  </a:lnTo>
                  <a:lnTo>
                    <a:pt x="254" y="1212"/>
                  </a:lnTo>
                  <a:lnTo>
                    <a:pt x="248" y="1212"/>
                  </a:lnTo>
                  <a:lnTo>
                    <a:pt x="235" y="1212"/>
                  </a:lnTo>
                  <a:lnTo>
                    <a:pt x="228" y="1212"/>
                  </a:lnTo>
                  <a:lnTo>
                    <a:pt x="222" y="1212"/>
                  </a:lnTo>
                  <a:lnTo>
                    <a:pt x="215" y="1212"/>
                  </a:lnTo>
                  <a:lnTo>
                    <a:pt x="202" y="1212"/>
                  </a:lnTo>
                  <a:lnTo>
                    <a:pt x="196" y="1212"/>
                  </a:lnTo>
                  <a:lnTo>
                    <a:pt x="189" y="1212"/>
                  </a:lnTo>
                  <a:lnTo>
                    <a:pt x="183" y="1212"/>
                  </a:lnTo>
                  <a:lnTo>
                    <a:pt x="176" y="1212"/>
                  </a:lnTo>
                  <a:lnTo>
                    <a:pt x="163" y="1212"/>
                  </a:lnTo>
                  <a:lnTo>
                    <a:pt x="157" y="1212"/>
                  </a:lnTo>
                  <a:lnTo>
                    <a:pt x="150" y="1212"/>
                  </a:lnTo>
                  <a:lnTo>
                    <a:pt x="144" y="1212"/>
                  </a:lnTo>
                  <a:lnTo>
                    <a:pt x="131" y="1212"/>
                  </a:lnTo>
                  <a:lnTo>
                    <a:pt x="124" y="1212"/>
                  </a:lnTo>
                  <a:lnTo>
                    <a:pt x="118" y="1212"/>
                  </a:lnTo>
                  <a:lnTo>
                    <a:pt x="111" y="1212"/>
                  </a:lnTo>
                  <a:lnTo>
                    <a:pt x="105" y="1212"/>
                  </a:lnTo>
                  <a:lnTo>
                    <a:pt x="92" y="1212"/>
                  </a:lnTo>
                  <a:lnTo>
                    <a:pt x="85" y="1212"/>
                  </a:lnTo>
                  <a:lnTo>
                    <a:pt x="79" y="1212"/>
                  </a:lnTo>
                  <a:lnTo>
                    <a:pt x="72" y="1212"/>
                  </a:lnTo>
                  <a:lnTo>
                    <a:pt x="59" y="1212"/>
                  </a:lnTo>
                  <a:lnTo>
                    <a:pt x="52" y="1212"/>
                  </a:lnTo>
                  <a:lnTo>
                    <a:pt x="46" y="1212"/>
                  </a:lnTo>
                  <a:lnTo>
                    <a:pt x="39" y="1212"/>
                  </a:lnTo>
                  <a:lnTo>
                    <a:pt x="33" y="1212"/>
                  </a:lnTo>
                  <a:lnTo>
                    <a:pt x="20" y="1212"/>
                  </a:lnTo>
                  <a:lnTo>
                    <a:pt x="13" y="1212"/>
                  </a:lnTo>
                  <a:lnTo>
                    <a:pt x="7" y="1212"/>
                  </a:lnTo>
                  <a:lnTo>
                    <a:pt x="0" y="1212"/>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593" name="Freeform 169">
              <a:extLst>
                <a:ext uri="{FF2B5EF4-FFF2-40B4-BE49-F238E27FC236}">
                  <a16:creationId xmlns:a16="http://schemas.microsoft.com/office/drawing/2014/main" id="{F664BBDA-6D95-465F-B610-9592916460BD}"/>
                </a:ext>
              </a:extLst>
            </p:cNvPr>
            <p:cNvSpPr>
              <a:spLocks/>
            </p:cNvSpPr>
            <p:nvPr/>
          </p:nvSpPr>
          <p:spPr bwMode="auto">
            <a:xfrm>
              <a:off x="5087" y="1577"/>
              <a:ext cx="482" cy="575"/>
            </a:xfrm>
            <a:custGeom>
              <a:avLst/>
              <a:gdLst>
                <a:gd name="T0" fmla="*/ 8 w 1173"/>
                <a:gd name="T1" fmla="*/ 575 h 1159"/>
                <a:gd name="T2" fmla="*/ 24 w 1173"/>
                <a:gd name="T3" fmla="*/ 575 h 1159"/>
                <a:gd name="T4" fmla="*/ 43 w 1173"/>
                <a:gd name="T5" fmla="*/ 575 h 1159"/>
                <a:gd name="T6" fmla="*/ 59 w 1173"/>
                <a:gd name="T7" fmla="*/ 575 h 1159"/>
                <a:gd name="T8" fmla="*/ 75 w 1173"/>
                <a:gd name="T9" fmla="*/ 575 h 1159"/>
                <a:gd name="T10" fmla="*/ 91 w 1173"/>
                <a:gd name="T11" fmla="*/ 575 h 1159"/>
                <a:gd name="T12" fmla="*/ 107 w 1173"/>
                <a:gd name="T13" fmla="*/ 575 h 1159"/>
                <a:gd name="T14" fmla="*/ 123 w 1173"/>
                <a:gd name="T15" fmla="*/ 575 h 1159"/>
                <a:gd name="T16" fmla="*/ 139 w 1173"/>
                <a:gd name="T17" fmla="*/ 575 h 1159"/>
                <a:gd name="T18" fmla="*/ 155 w 1173"/>
                <a:gd name="T19" fmla="*/ 575 h 1159"/>
                <a:gd name="T20" fmla="*/ 171 w 1173"/>
                <a:gd name="T21" fmla="*/ 575 h 1159"/>
                <a:gd name="T22" fmla="*/ 187 w 1173"/>
                <a:gd name="T23" fmla="*/ 575 h 1159"/>
                <a:gd name="T24" fmla="*/ 204 w 1173"/>
                <a:gd name="T25" fmla="*/ 575 h 1159"/>
                <a:gd name="T26" fmla="*/ 222 w 1173"/>
                <a:gd name="T27" fmla="*/ 17 h 1159"/>
                <a:gd name="T28" fmla="*/ 238 w 1173"/>
                <a:gd name="T29" fmla="*/ 32 h 1159"/>
                <a:gd name="T30" fmla="*/ 254 w 1173"/>
                <a:gd name="T31" fmla="*/ 80 h 1159"/>
                <a:gd name="T32" fmla="*/ 270 w 1173"/>
                <a:gd name="T33" fmla="*/ 137 h 1159"/>
                <a:gd name="T34" fmla="*/ 287 w 1173"/>
                <a:gd name="T35" fmla="*/ 199 h 1159"/>
                <a:gd name="T36" fmla="*/ 303 w 1173"/>
                <a:gd name="T37" fmla="*/ 261 h 1159"/>
                <a:gd name="T38" fmla="*/ 319 w 1173"/>
                <a:gd name="T39" fmla="*/ 321 h 1159"/>
                <a:gd name="T40" fmla="*/ 335 w 1173"/>
                <a:gd name="T41" fmla="*/ 375 h 1159"/>
                <a:gd name="T42" fmla="*/ 351 w 1173"/>
                <a:gd name="T43" fmla="*/ 423 h 1159"/>
                <a:gd name="T44" fmla="*/ 367 w 1173"/>
                <a:gd name="T45" fmla="*/ 461 h 1159"/>
                <a:gd name="T46" fmla="*/ 383 w 1173"/>
                <a:gd name="T47" fmla="*/ 493 h 1159"/>
                <a:gd name="T48" fmla="*/ 402 w 1173"/>
                <a:gd name="T49" fmla="*/ 516 h 1159"/>
                <a:gd name="T50" fmla="*/ 418 w 1173"/>
                <a:gd name="T51" fmla="*/ 535 h 1159"/>
                <a:gd name="T52" fmla="*/ 434 w 1173"/>
                <a:gd name="T53" fmla="*/ 543 h 1159"/>
                <a:gd name="T54" fmla="*/ 450 w 1173"/>
                <a:gd name="T55" fmla="*/ 547 h 1159"/>
                <a:gd name="T56" fmla="*/ 466 w 1173"/>
                <a:gd name="T57" fmla="*/ 528 h 1159"/>
                <a:gd name="T58" fmla="*/ 482 w 1173"/>
                <a:gd name="T59" fmla="*/ 470 h 1159"/>
                <a:gd name="T60" fmla="*/ 469 w 1173"/>
                <a:gd name="T61" fmla="*/ 575 h 1159"/>
                <a:gd name="T62" fmla="*/ 453 w 1173"/>
                <a:gd name="T63" fmla="*/ 575 h 1159"/>
                <a:gd name="T64" fmla="*/ 437 w 1173"/>
                <a:gd name="T65" fmla="*/ 575 h 1159"/>
                <a:gd name="T66" fmla="*/ 420 w 1173"/>
                <a:gd name="T67" fmla="*/ 575 h 1159"/>
                <a:gd name="T68" fmla="*/ 404 w 1173"/>
                <a:gd name="T69" fmla="*/ 575 h 1159"/>
                <a:gd name="T70" fmla="*/ 388 w 1173"/>
                <a:gd name="T71" fmla="*/ 575 h 1159"/>
                <a:gd name="T72" fmla="*/ 372 w 1173"/>
                <a:gd name="T73" fmla="*/ 575 h 1159"/>
                <a:gd name="T74" fmla="*/ 356 w 1173"/>
                <a:gd name="T75" fmla="*/ 575 h 1159"/>
                <a:gd name="T76" fmla="*/ 337 w 1173"/>
                <a:gd name="T77" fmla="*/ 575 h 1159"/>
                <a:gd name="T78" fmla="*/ 321 w 1173"/>
                <a:gd name="T79" fmla="*/ 575 h 1159"/>
                <a:gd name="T80" fmla="*/ 305 w 1173"/>
                <a:gd name="T81" fmla="*/ 575 h 1159"/>
                <a:gd name="T82" fmla="*/ 289 w 1173"/>
                <a:gd name="T83" fmla="*/ 575 h 1159"/>
                <a:gd name="T84" fmla="*/ 273 w 1173"/>
                <a:gd name="T85" fmla="*/ 575 h 1159"/>
                <a:gd name="T86" fmla="*/ 257 w 1173"/>
                <a:gd name="T87" fmla="*/ 575 h 1159"/>
                <a:gd name="T88" fmla="*/ 241 w 1173"/>
                <a:gd name="T89" fmla="*/ 575 h 1159"/>
                <a:gd name="T90" fmla="*/ 225 w 1173"/>
                <a:gd name="T91" fmla="*/ 575 h 1159"/>
                <a:gd name="T92" fmla="*/ 209 w 1173"/>
                <a:gd name="T93" fmla="*/ 575 h 1159"/>
                <a:gd name="T94" fmla="*/ 193 w 1173"/>
                <a:gd name="T95" fmla="*/ 575 h 1159"/>
                <a:gd name="T96" fmla="*/ 177 w 1173"/>
                <a:gd name="T97" fmla="*/ 575 h 1159"/>
                <a:gd name="T98" fmla="*/ 158 w 1173"/>
                <a:gd name="T99" fmla="*/ 575 h 1159"/>
                <a:gd name="T100" fmla="*/ 142 w 1173"/>
                <a:gd name="T101" fmla="*/ 575 h 1159"/>
                <a:gd name="T102" fmla="*/ 126 w 1173"/>
                <a:gd name="T103" fmla="*/ 575 h 1159"/>
                <a:gd name="T104" fmla="*/ 110 w 1173"/>
                <a:gd name="T105" fmla="*/ 575 h 1159"/>
                <a:gd name="T106" fmla="*/ 94 w 1173"/>
                <a:gd name="T107" fmla="*/ 575 h 1159"/>
                <a:gd name="T108" fmla="*/ 78 w 1173"/>
                <a:gd name="T109" fmla="*/ 575 h 1159"/>
                <a:gd name="T110" fmla="*/ 62 w 1173"/>
                <a:gd name="T111" fmla="*/ 575 h 1159"/>
                <a:gd name="T112" fmla="*/ 46 w 1173"/>
                <a:gd name="T113" fmla="*/ 575 h 1159"/>
                <a:gd name="T114" fmla="*/ 30 w 1173"/>
                <a:gd name="T115" fmla="*/ 575 h 1159"/>
                <a:gd name="T116" fmla="*/ 14 w 1173"/>
                <a:gd name="T117" fmla="*/ 575 h 115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3" h="1159">
                  <a:moveTo>
                    <a:pt x="0" y="1159"/>
                  </a:moveTo>
                  <a:lnTo>
                    <a:pt x="0" y="1159"/>
                  </a:lnTo>
                  <a:lnTo>
                    <a:pt x="7" y="1159"/>
                  </a:lnTo>
                  <a:lnTo>
                    <a:pt x="13" y="1159"/>
                  </a:lnTo>
                  <a:lnTo>
                    <a:pt x="20" y="1159"/>
                  </a:lnTo>
                  <a:lnTo>
                    <a:pt x="33" y="1159"/>
                  </a:lnTo>
                  <a:lnTo>
                    <a:pt x="39" y="1159"/>
                  </a:lnTo>
                  <a:lnTo>
                    <a:pt x="46" y="1159"/>
                  </a:lnTo>
                  <a:lnTo>
                    <a:pt x="52" y="1159"/>
                  </a:lnTo>
                  <a:lnTo>
                    <a:pt x="59" y="1159"/>
                  </a:lnTo>
                  <a:lnTo>
                    <a:pt x="72" y="1159"/>
                  </a:lnTo>
                  <a:lnTo>
                    <a:pt x="79" y="1159"/>
                  </a:lnTo>
                  <a:lnTo>
                    <a:pt x="85" y="1159"/>
                  </a:lnTo>
                  <a:lnTo>
                    <a:pt x="92" y="1159"/>
                  </a:lnTo>
                  <a:lnTo>
                    <a:pt x="105" y="1159"/>
                  </a:lnTo>
                  <a:lnTo>
                    <a:pt x="111" y="1159"/>
                  </a:lnTo>
                  <a:lnTo>
                    <a:pt x="118" y="1159"/>
                  </a:lnTo>
                  <a:lnTo>
                    <a:pt x="124" y="1159"/>
                  </a:lnTo>
                  <a:lnTo>
                    <a:pt x="131" y="1159"/>
                  </a:lnTo>
                  <a:lnTo>
                    <a:pt x="144" y="1159"/>
                  </a:lnTo>
                  <a:lnTo>
                    <a:pt x="150" y="1159"/>
                  </a:lnTo>
                  <a:lnTo>
                    <a:pt x="157" y="1159"/>
                  </a:lnTo>
                  <a:lnTo>
                    <a:pt x="163" y="1159"/>
                  </a:lnTo>
                  <a:lnTo>
                    <a:pt x="176" y="1159"/>
                  </a:lnTo>
                  <a:lnTo>
                    <a:pt x="183" y="1159"/>
                  </a:lnTo>
                  <a:lnTo>
                    <a:pt x="189" y="1159"/>
                  </a:lnTo>
                  <a:lnTo>
                    <a:pt x="196" y="1159"/>
                  </a:lnTo>
                  <a:lnTo>
                    <a:pt x="202" y="1159"/>
                  </a:lnTo>
                  <a:lnTo>
                    <a:pt x="215" y="1159"/>
                  </a:lnTo>
                  <a:lnTo>
                    <a:pt x="222" y="1159"/>
                  </a:lnTo>
                  <a:lnTo>
                    <a:pt x="228" y="1159"/>
                  </a:lnTo>
                  <a:lnTo>
                    <a:pt x="235" y="1159"/>
                  </a:lnTo>
                  <a:lnTo>
                    <a:pt x="248" y="1159"/>
                  </a:lnTo>
                  <a:lnTo>
                    <a:pt x="254" y="1159"/>
                  </a:lnTo>
                  <a:lnTo>
                    <a:pt x="261" y="1159"/>
                  </a:lnTo>
                  <a:lnTo>
                    <a:pt x="267" y="1159"/>
                  </a:lnTo>
                  <a:lnTo>
                    <a:pt x="274" y="1159"/>
                  </a:lnTo>
                  <a:lnTo>
                    <a:pt x="287" y="1159"/>
                  </a:lnTo>
                  <a:lnTo>
                    <a:pt x="294" y="1159"/>
                  </a:lnTo>
                  <a:lnTo>
                    <a:pt x="300" y="1159"/>
                  </a:lnTo>
                  <a:lnTo>
                    <a:pt x="307" y="1159"/>
                  </a:lnTo>
                  <a:lnTo>
                    <a:pt x="313" y="1159"/>
                  </a:lnTo>
                  <a:lnTo>
                    <a:pt x="326" y="1159"/>
                  </a:lnTo>
                  <a:lnTo>
                    <a:pt x="333" y="1159"/>
                  </a:lnTo>
                  <a:lnTo>
                    <a:pt x="339" y="1159"/>
                  </a:lnTo>
                  <a:lnTo>
                    <a:pt x="346" y="1159"/>
                  </a:lnTo>
                  <a:lnTo>
                    <a:pt x="359" y="1159"/>
                  </a:lnTo>
                  <a:lnTo>
                    <a:pt x="365" y="1159"/>
                  </a:lnTo>
                  <a:lnTo>
                    <a:pt x="372" y="1159"/>
                  </a:lnTo>
                  <a:lnTo>
                    <a:pt x="378" y="1159"/>
                  </a:lnTo>
                  <a:lnTo>
                    <a:pt x="385" y="1159"/>
                  </a:lnTo>
                  <a:lnTo>
                    <a:pt x="398" y="1159"/>
                  </a:lnTo>
                  <a:lnTo>
                    <a:pt x="404" y="1159"/>
                  </a:lnTo>
                  <a:lnTo>
                    <a:pt x="411" y="1159"/>
                  </a:lnTo>
                  <a:lnTo>
                    <a:pt x="417" y="1159"/>
                  </a:lnTo>
                  <a:lnTo>
                    <a:pt x="430" y="1159"/>
                  </a:lnTo>
                  <a:lnTo>
                    <a:pt x="437" y="1159"/>
                  </a:lnTo>
                  <a:lnTo>
                    <a:pt x="443" y="1159"/>
                  </a:lnTo>
                  <a:lnTo>
                    <a:pt x="450" y="1159"/>
                  </a:lnTo>
                  <a:lnTo>
                    <a:pt x="456" y="1159"/>
                  </a:lnTo>
                  <a:lnTo>
                    <a:pt x="470" y="1159"/>
                  </a:lnTo>
                  <a:lnTo>
                    <a:pt x="476" y="1159"/>
                  </a:lnTo>
                  <a:lnTo>
                    <a:pt x="483" y="1159"/>
                  </a:lnTo>
                  <a:lnTo>
                    <a:pt x="489" y="1159"/>
                  </a:lnTo>
                  <a:lnTo>
                    <a:pt x="496" y="1159"/>
                  </a:lnTo>
                  <a:lnTo>
                    <a:pt x="509" y="1159"/>
                  </a:lnTo>
                  <a:lnTo>
                    <a:pt x="515" y="0"/>
                  </a:lnTo>
                  <a:lnTo>
                    <a:pt x="522" y="31"/>
                  </a:lnTo>
                  <a:lnTo>
                    <a:pt x="528" y="41"/>
                  </a:lnTo>
                  <a:lnTo>
                    <a:pt x="541" y="34"/>
                  </a:lnTo>
                  <a:lnTo>
                    <a:pt x="548" y="31"/>
                  </a:lnTo>
                  <a:lnTo>
                    <a:pt x="554" y="31"/>
                  </a:lnTo>
                  <a:lnTo>
                    <a:pt x="561" y="31"/>
                  </a:lnTo>
                  <a:lnTo>
                    <a:pt x="567" y="48"/>
                  </a:lnTo>
                  <a:lnTo>
                    <a:pt x="580" y="64"/>
                  </a:lnTo>
                  <a:lnTo>
                    <a:pt x="587" y="81"/>
                  </a:lnTo>
                  <a:lnTo>
                    <a:pt x="593" y="98"/>
                  </a:lnTo>
                  <a:lnTo>
                    <a:pt x="600" y="118"/>
                  </a:lnTo>
                  <a:lnTo>
                    <a:pt x="613" y="139"/>
                  </a:lnTo>
                  <a:lnTo>
                    <a:pt x="619" y="162"/>
                  </a:lnTo>
                  <a:lnTo>
                    <a:pt x="626" y="182"/>
                  </a:lnTo>
                  <a:lnTo>
                    <a:pt x="632" y="206"/>
                  </a:lnTo>
                  <a:lnTo>
                    <a:pt x="639" y="230"/>
                  </a:lnTo>
                  <a:lnTo>
                    <a:pt x="652" y="253"/>
                  </a:lnTo>
                  <a:lnTo>
                    <a:pt x="658" y="277"/>
                  </a:lnTo>
                  <a:lnTo>
                    <a:pt x="665" y="300"/>
                  </a:lnTo>
                  <a:lnTo>
                    <a:pt x="672" y="324"/>
                  </a:lnTo>
                  <a:lnTo>
                    <a:pt x="678" y="351"/>
                  </a:lnTo>
                  <a:lnTo>
                    <a:pt x="691" y="378"/>
                  </a:lnTo>
                  <a:lnTo>
                    <a:pt x="698" y="401"/>
                  </a:lnTo>
                  <a:lnTo>
                    <a:pt x="704" y="428"/>
                  </a:lnTo>
                  <a:lnTo>
                    <a:pt x="711" y="452"/>
                  </a:lnTo>
                  <a:lnTo>
                    <a:pt x="724" y="479"/>
                  </a:lnTo>
                  <a:lnTo>
                    <a:pt x="730" y="502"/>
                  </a:lnTo>
                  <a:lnTo>
                    <a:pt x="737" y="526"/>
                  </a:lnTo>
                  <a:lnTo>
                    <a:pt x="743" y="553"/>
                  </a:lnTo>
                  <a:lnTo>
                    <a:pt x="750" y="576"/>
                  </a:lnTo>
                  <a:lnTo>
                    <a:pt x="763" y="600"/>
                  </a:lnTo>
                  <a:lnTo>
                    <a:pt x="769" y="624"/>
                  </a:lnTo>
                  <a:lnTo>
                    <a:pt x="776" y="647"/>
                  </a:lnTo>
                  <a:lnTo>
                    <a:pt x="782" y="671"/>
                  </a:lnTo>
                  <a:lnTo>
                    <a:pt x="795" y="691"/>
                  </a:lnTo>
                  <a:lnTo>
                    <a:pt x="802" y="715"/>
                  </a:lnTo>
                  <a:lnTo>
                    <a:pt x="808" y="735"/>
                  </a:lnTo>
                  <a:lnTo>
                    <a:pt x="815" y="755"/>
                  </a:lnTo>
                  <a:lnTo>
                    <a:pt x="821" y="775"/>
                  </a:lnTo>
                  <a:lnTo>
                    <a:pt x="834" y="795"/>
                  </a:lnTo>
                  <a:lnTo>
                    <a:pt x="841" y="816"/>
                  </a:lnTo>
                  <a:lnTo>
                    <a:pt x="847" y="832"/>
                  </a:lnTo>
                  <a:lnTo>
                    <a:pt x="854" y="853"/>
                  </a:lnTo>
                  <a:lnTo>
                    <a:pt x="867" y="869"/>
                  </a:lnTo>
                  <a:lnTo>
                    <a:pt x="874" y="883"/>
                  </a:lnTo>
                  <a:lnTo>
                    <a:pt x="880" y="900"/>
                  </a:lnTo>
                  <a:lnTo>
                    <a:pt x="887" y="913"/>
                  </a:lnTo>
                  <a:lnTo>
                    <a:pt x="893" y="930"/>
                  </a:lnTo>
                  <a:lnTo>
                    <a:pt x="906" y="944"/>
                  </a:lnTo>
                  <a:lnTo>
                    <a:pt x="913" y="957"/>
                  </a:lnTo>
                  <a:lnTo>
                    <a:pt x="919" y="971"/>
                  </a:lnTo>
                  <a:lnTo>
                    <a:pt x="926" y="981"/>
                  </a:lnTo>
                  <a:lnTo>
                    <a:pt x="932" y="994"/>
                  </a:lnTo>
                  <a:lnTo>
                    <a:pt x="945" y="1004"/>
                  </a:lnTo>
                  <a:lnTo>
                    <a:pt x="952" y="1014"/>
                  </a:lnTo>
                  <a:lnTo>
                    <a:pt x="958" y="1024"/>
                  </a:lnTo>
                  <a:lnTo>
                    <a:pt x="965" y="1035"/>
                  </a:lnTo>
                  <a:lnTo>
                    <a:pt x="978" y="1041"/>
                  </a:lnTo>
                  <a:lnTo>
                    <a:pt x="984" y="1051"/>
                  </a:lnTo>
                  <a:lnTo>
                    <a:pt x="991" y="1058"/>
                  </a:lnTo>
                  <a:lnTo>
                    <a:pt x="997" y="1065"/>
                  </a:lnTo>
                  <a:lnTo>
                    <a:pt x="1004" y="1072"/>
                  </a:lnTo>
                  <a:lnTo>
                    <a:pt x="1017" y="1078"/>
                  </a:lnTo>
                  <a:lnTo>
                    <a:pt x="1023" y="1085"/>
                  </a:lnTo>
                  <a:lnTo>
                    <a:pt x="1030" y="1085"/>
                  </a:lnTo>
                  <a:lnTo>
                    <a:pt x="1036" y="1088"/>
                  </a:lnTo>
                  <a:lnTo>
                    <a:pt x="1049" y="1092"/>
                  </a:lnTo>
                  <a:lnTo>
                    <a:pt x="1056" y="1095"/>
                  </a:lnTo>
                  <a:lnTo>
                    <a:pt x="1063" y="1095"/>
                  </a:lnTo>
                  <a:lnTo>
                    <a:pt x="1069" y="1099"/>
                  </a:lnTo>
                  <a:lnTo>
                    <a:pt x="1076" y="1109"/>
                  </a:lnTo>
                  <a:lnTo>
                    <a:pt x="1089" y="1105"/>
                  </a:lnTo>
                  <a:lnTo>
                    <a:pt x="1095" y="1102"/>
                  </a:lnTo>
                  <a:lnTo>
                    <a:pt x="1102" y="1099"/>
                  </a:lnTo>
                  <a:lnTo>
                    <a:pt x="1108" y="1095"/>
                  </a:lnTo>
                  <a:lnTo>
                    <a:pt x="1115" y="1088"/>
                  </a:lnTo>
                  <a:lnTo>
                    <a:pt x="1128" y="1078"/>
                  </a:lnTo>
                  <a:lnTo>
                    <a:pt x="1134" y="1065"/>
                  </a:lnTo>
                  <a:lnTo>
                    <a:pt x="1141" y="1048"/>
                  </a:lnTo>
                  <a:lnTo>
                    <a:pt x="1147" y="1028"/>
                  </a:lnTo>
                  <a:lnTo>
                    <a:pt x="1160" y="1004"/>
                  </a:lnTo>
                  <a:lnTo>
                    <a:pt x="1167" y="977"/>
                  </a:lnTo>
                  <a:lnTo>
                    <a:pt x="1173" y="947"/>
                  </a:lnTo>
                  <a:lnTo>
                    <a:pt x="1173" y="1159"/>
                  </a:lnTo>
                  <a:lnTo>
                    <a:pt x="1167" y="1159"/>
                  </a:lnTo>
                  <a:lnTo>
                    <a:pt x="1160" y="1159"/>
                  </a:lnTo>
                  <a:lnTo>
                    <a:pt x="1147" y="1159"/>
                  </a:lnTo>
                  <a:lnTo>
                    <a:pt x="1141" y="1159"/>
                  </a:lnTo>
                  <a:lnTo>
                    <a:pt x="1134" y="1159"/>
                  </a:lnTo>
                  <a:lnTo>
                    <a:pt x="1128" y="1159"/>
                  </a:lnTo>
                  <a:lnTo>
                    <a:pt x="1115" y="1159"/>
                  </a:lnTo>
                  <a:lnTo>
                    <a:pt x="1108" y="1159"/>
                  </a:lnTo>
                  <a:lnTo>
                    <a:pt x="1102" y="1159"/>
                  </a:lnTo>
                  <a:lnTo>
                    <a:pt x="1095" y="1159"/>
                  </a:lnTo>
                  <a:lnTo>
                    <a:pt x="1089" y="1159"/>
                  </a:lnTo>
                  <a:lnTo>
                    <a:pt x="1076" y="1159"/>
                  </a:lnTo>
                  <a:lnTo>
                    <a:pt x="1069" y="1159"/>
                  </a:lnTo>
                  <a:lnTo>
                    <a:pt x="1063" y="1159"/>
                  </a:lnTo>
                  <a:lnTo>
                    <a:pt x="1056" y="1159"/>
                  </a:lnTo>
                  <a:lnTo>
                    <a:pt x="1049" y="1159"/>
                  </a:lnTo>
                  <a:lnTo>
                    <a:pt x="1036" y="1159"/>
                  </a:lnTo>
                  <a:lnTo>
                    <a:pt x="1030" y="1159"/>
                  </a:lnTo>
                  <a:lnTo>
                    <a:pt x="1023" y="1159"/>
                  </a:lnTo>
                  <a:lnTo>
                    <a:pt x="1017" y="1159"/>
                  </a:lnTo>
                  <a:lnTo>
                    <a:pt x="1004" y="1159"/>
                  </a:lnTo>
                  <a:lnTo>
                    <a:pt x="997" y="1159"/>
                  </a:lnTo>
                  <a:lnTo>
                    <a:pt x="991" y="1159"/>
                  </a:lnTo>
                  <a:lnTo>
                    <a:pt x="984" y="1159"/>
                  </a:lnTo>
                  <a:lnTo>
                    <a:pt x="978" y="1159"/>
                  </a:lnTo>
                  <a:lnTo>
                    <a:pt x="965" y="1159"/>
                  </a:lnTo>
                  <a:lnTo>
                    <a:pt x="958" y="1159"/>
                  </a:lnTo>
                  <a:lnTo>
                    <a:pt x="952" y="1159"/>
                  </a:lnTo>
                  <a:lnTo>
                    <a:pt x="945" y="1159"/>
                  </a:lnTo>
                  <a:lnTo>
                    <a:pt x="932" y="1159"/>
                  </a:lnTo>
                  <a:lnTo>
                    <a:pt x="926" y="1159"/>
                  </a:lnTo>
                  <a:lnTo>
                    <a:pt x="919" y="1159"/>
                  </a:lnTo>
                  <a:lnTo>
                    <a:pt x="913" y="1159"/>
                  </a:lnTo>
                  <a:lnTo>
                    <a:pt x="906" y="1159"/>
                  </a:lnTo>
                  <a:lnTo>
                    <a:pt x="893" y="1159"/>
                  </a:lnTo>
                  <a:lnTo>
                    <a:pt x="887" y="1159"/>
                  </a:lnTo>
                  <a:lnTo>
                    <a:pt x="880" y="1159"/>
                  </a:lnTo>
                  <a:lnTo>
                    <a:pt x="874" y="1159"/>
                  </a:lnTo>
                  <a:lnTo>
                    <a:pt x="867" y="1159"/>
                  </a:lnTo>
                  <a:lnTo>
                    <a:pt x="854" y="1159"/>
                  </a:lnTo>
                  <a:lnTo>
                    <a:pt x="847" y="1159"/>
                  </a:lnTo>
                  <a:lnTo>
                    <a:pt x="841" y="1159"/>
                  </a:lnTo>
                  <a:lnTo>
                    <a:pt x="834" y="1159"/>
                  </a:lnTo>
                  <a:lnTo>
                    <a:pt x="821" y="1159"/>
                  </a:lnTo>
                  <a:lnTo>
                    <a:pt x="815" y="1159"/>
                  </a:lnTo>
                  <a:lnTo>
                    <a:pt x="808" y="1159"/>
                  </a:lnTo>
                  <a:lnTo>
                    <a:pt x="802" y="1159"/>
                  </a:lnTo>
                  <a:lnTo>
                    <a:pt x="795" y="1159"/>
                  </a:lnTo>
                  <a:lnTo>
                    <a:pt x="782" y="1159"/>
                  </a:lnTo>
                  <a:lnTo>
                    <a:pt x="776" y="1159"/>
                  </a:lnTo>
                  <a:lnTo>
                    <a:pt x="769" y="1159"/>
                  </a:lnTo>
                  <a:lnTo>
                    <a:pt x="763" y="1159"/>
                  </a:lnTo>
                  <a:lnTo>
                    <a:pt x="750" y="1159"/>
                  </a:lnTo>
                  <a:lnTo>
                    <a:pt x="743" y="1159"/>
                  </a:lnTo>
                  <a:lnTo>
                    <a:pt x="737" y="1159"/>
                  </a:lnTo>
                  <a:lnTo>
                    <a:pt x="730" y="1159"/>
                  </a:lnTo>
                  <a:lnTo>
                    <a:pt x="724" y="1159"/>
                  </a:lnTo>
                  <a:lnTo>
                    <a:pt x="711" y="1159"/>
                  </a:lnTo>
                  <a:lnTo>
                    <a:pt x="704" y="1159"/>
                  </a:lnTo>
                  <a:lnTo>
                    <a:pt x="698" y="1159"/>
                  </a:lnTo>
                  <a:lnTo>
                    <a:pt x="691" y="1159"/>
                  </a:lnTo>
                  <a:lnTo>
                    <a:pt x="678" y="1159"/>
                  </a:lnTo>
                  <a:lnTo>
                    <a:pt x="672" y="1159"/>
                  </a:lnTo>
                  <a:lnTo>
                    <a:pt x="665" y="1159"/>
                  </a:lnTo>
                  <a:lnTo>
                    <a:pt x="658" y="1159"/>
                  </a:lnTo>
                  <a:lnTo>
                    <a:pt x="652" y="1159"/>
                  </a:lnTo>
                  <a:lnTo>
                    <a:pt x="639" y="1159"/>
                  </a:lnTo>
                  <a:lnTo>
                    <a:pt x="632" y="1159"/>
                  </a:lnTo>
                  <a:lnTo>
                    <a:pt x="626" y="1159"/>
                  </a:lnTo>
                  <a:lnTo>
                    <a:pt x="619" y="1159"/>
                  </a:lnTo>
                  <a:lnTo>
                    <a:pt x="613" y="1159"/>
                  </a:lnTo>
                  <a:lnTo>
                    <a:pt x="600" y="1159"/>
                  </a:lnTo>
                  <a:lnTo>
                    <a:pt x="593" y="1159"/>
                  </a:lnTo>
                  <a:lnTo>
                    <a:pt x="587" y="1159"/>
                  </a:lnTo>
                  <a:lnTo>
                    <a:pt x="580" y="1159"/>
                  </a:lnTo>
                  <a:lnTo>
                    <a:pt x="567" y="1159"/>
                  </a:lnTo>
                  <a:lnTo>
                    <a:pt x="561" y="1159"/>
                  </a:lnTo>
                  <a:lnTo>
                    <a:pt x="554" y="1159"/>
                  </a:lnTo>
                  <a:lnTo>
                    <a:pt x="548" y="1159"/>
                  </a:lnTo>
                  <a:lnTo>
                    <a:pt x="541" y="1159"/>
                  </a:lnTo>
                  <a:lnTo>
                    <a:pt x="528" y="1159"/>
                  </a:lnTo>
                  <a:lnTo>
                    <a:pt x="522" y="1159"/>
                  </a:lnTo>
                  <a:lnTo>
                    <a:pt x="515" y="1159"/>
                  </a:lnTo>
                  <a:lnTo>
                    <a:pt x="509" y="1159"/>
                  </a:lnTo>
                  <a:lnTo>
                    <a:pt x="496" y="1159"/>
                  </a:lnTo>
                  <a:lnTo>
                    <a:pt x="489" y="1159"/>
                  </a:lnTo>
                  <a:lnTo>
                    <a:pt x="483" y="1159"/>
                  </a:lnTo>
                  <a:lnTo>
                    <a:pt x="476" y="1159"/>
                  </a:lnTo>
                  <a:lnTo>
                    <a:pt x="470" y="1159"/>
                  </a:lnTo>
                  <a:lnTo>
                    <a:pt x="456" y="1159"/>
                  </a:lnTo>
                  <a:lnTo>
                    <a:pt x="450" y="1159"/>
                  </a:lnTo>
                  <a:lnTo>
                    <a:pt x="443" y="1159"/>
                  </a:lnTo>
                  <a:lnTo>
                    <a:pt x="437" y="1159"/>
                  </a:lnTo>
                  <a:lnTo>
                    <a:pt x="430" y="1159"/>
                  </a:lnTo>
                  <a:lnTo>
                    <a:pt x="417" y="1159"/>
                  </a:lnTo>
                  <a:lnTo>
                    <a:pt x="411" y="1159"/>
                  </a:lnTo>
                  <a:lnTo>
                    <a:pt x="404" y="1159"/>
                  </a:lnTo>
                  <a:lnTo>
                    <a:pt x="398" y="1159"/>
                  </a:lnTo>
                  <a:lnTo>
                    <a:pt x="385" y="1159"/>
                  </a:lnTo>
                  <a:lnTo>
                    <a:pt x="378" y="1159"/>
                  </a:lnTo>
                  <a:lnTo>
                    <a:pt x="372" y="1159"/>
                  </a:lnTo>
                  <a:lnTo>
                    <a:pt x="365" y="1159"/>
                  </a:lnTo>
                  <a:lnTo>
                    <a:pt x="359" y="1159"/>
                  </a:lnTo>
                  <a:lnTo>
                    <a:pt x="346" y="1159"/>
                  </a:lnTo>
                  <a:lnTo>
                    <a:pt x="339" y="1159"/>
                  </a:lnTo>
                  <a:lnTo>
                    <a:pt x="333" y="1159"/>
                  </a:lnTo>
                  <a:lnTo>
                    <a:pt x="326" y="1159"/>
                  </a:lnTo>
                  <a:lnTo>
                    <a:pt x="313" y="1159"/>
                  </a:lnTo>
                  <a:lnTo>
                    <a:pt x="307" y="1159"/>
                  </a:lnTo>
                  <a:lnTo>
                    <a:pt x="300" y="1159"/>
                  </a:lnTo>
                  <a:lnTo>
                    <a:pt x="294" y="1159"/>
                  </a:lnTo>
                  <a:lnTo>
                    <a:pt x="287" y="1159"/>
                  </a:lnTo>
                  <a:lnTo>
                    <a:pt x="274" y="1159"/>
                  </a:lnTo>
                  <a:lnTo>
                    <a:pt x="267" y="1159"/>
                  </a:lnTo>
                  <a:lnTo>
                    <a:pt x="261" y="1159"/>
                  </a:lnTo>
                  <a:lnTo>
                    <a:pt x="254" y="1159"/>
                  </a:lnTo>
                  <a:lnTo>
                    <a:pt x="248" y="1159"/>
                  </a:lnTo>
                  <a:lnTo>
                    <a:pt x="235" y="1159"/>
                  </a:lnTo>
                  <a:lnTo>
                    <a:pt x="228" y="1159"/>
                  </a:lnTo>
                  <a:lnTo>
                    <a:pt x="222" y="1159"/>
                  </a:lnTo>
                  <a:lnTo>
                    <a:pt x="215" y="1159"/>
                  </a:lnTo>
                  <a:lnTo>
                    <a:pt x="202" y="1159"/>
                  </a:lnTo>
                  <a:lnTo>
                    <a:pt x="196" y="1159"/>
                  </a:lnTo>
                  <a:lnTo>
                    <a:pt x="189" y="1159"/>
                  </a:lnTo>
                  <a:lnTo>
                    <a:pt x="183" y="1159"/>
                  </a:lnTo>
                  <a:lnTo>
                    <a:pt x="176" y="1159"/>
                  </a:lnTo>
                  <a:lnTo>
                    <a:pt x="163" y="1159"/>
                  </a:lnTo>
                  <a:lnTo>
                    <a:pt x="157" y="1159"/>
                  </a:lnTo>
                  <a:lnTo>
                    <a:pt x="150" y="1159"/>
                  </a:lnTo>
                  <a:lnTo>
                    <a:pt x="144" y="1159"/>
                  </a:lnTo>
                  <a:lnTo>
                    <a:pt x="131" y="1159"/>
                  </a:lnTo>
                  <a:lnTo>
                    <a:pt x="124" y="1159"/>
                  </a:lnTo>
                  <a:lnTo>
                    <a:pt x="118" y="1159"/>
                  </a:lnTo>
                  <a:lnTo>
                    <a:pt x="111" y="1159"/>
                  </a:lnTo>
                  <a:lnTo>
                    <a:pt x="105" y="1159"/>
                  </a:lnTo>
                  <a:lnTo>
                    <a:pt x="92" y="1159"/>
                  </a:lnTo>
                  <a:lnTo>
                    <a:pt x="85" y="1159"/>
                  </a:lnTo>
                  <a:lnTo>
                    <a:pt x="79" y="1159"/>
                  </a:lnTo>
                  <a:lnTo>
                    <a:pt x="72" y="1159"/>
                  </a:lnTo>
                  <a:lnTo>
                    <a:pt x="59" y="1159"/>
                  </a:lnTo>
                  <a:lnTo>
                    <a:pt x="52" y="1159"/>
                  </a:lnTo>
                  <a:lnTo>
                    <a:pt x="46" y="1159"/>
                  </a:lnTo>
                  <a:lnTo>
                    <a:pt x="39" y="1159"/>
                  </a:lnTo>
                  <a:lnTo>
                    <a:pt x="33" y="1159"/>
                  </a:lnTo>
                  <a:lnTo>
                    <a:pt x="20" y="1159"/>
                  </a:lnTo>
                  <a:lnTo>
                    <a:pt x="13" y="1159"/>
                  </a:lnTo>
                  <a:lnTo>
                    <a:pt x="7" y="1159"/>
                  </a:lnTo>
                  <a:lnTo>
                    <a:pt x="0" y="1159"/>
                  </a:lnTo>
                  <a:close/>
                </a:path>
              </a:pathLst>
            </a:cu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594" name="Freeform 170">
              <a:extLst>
                <a:ext uri="{FF2B5EF4-FFF2-40B4-BE49-F238E27FC236}">
                  <a16:creationId xmlns:a16="http://schemas.microsoft.com/office/drawing/2014/main" id="{4F7F29B6-79E1-4E10-9A54-F4B843B7CFC5}"/>
                </a:ext>
              </a:extLst>
            </p:cNvPr>
            <p:cNvSpPr>
              <a:spLocks/>
            </p:cNvSpPr>
            <p:nvPr/>
          </p:nvSpPr>
          <p:spPr bwMode="auto">
            <a:xfrm>
              <a:off x="5087" y="1577"/>
              <a:ext cx="482" cy="575"/>
            </a:xfrm>
            <a:custGeom>
              <a:avLst/>
              <a:gdLst>
                <a:gd name="T0" fmla="*/ 14 w 1173"/>
                <a:gd name="T1" fmla="*/ 575 h 1159"/>
                <a:gd name="T2" fmla="*/ 30 w 1173"/>
                <a:gd name="T3" fmla="*/ 575 h 1159"/>
                <a:gd name="T4" fmla="*/ 46 w 1173"/>
                <a:gd name="T5" fmla="*/ 575 h 1159"/>
                <a:gd name="T6" fmla="*/ 62 w 1173"/>
                <a:gd name="T7" fmla="*/ 575 h 1159"/>
                <a:gd name="T8" fmla="*/ 78 w 1173"/>
                <a:gd name="T9" fmla="*/ 575 h 1159"/>
                <a:gd name="T10" fmla="*/ 94 w 1173"/>
                <a:gd name="T11" fmla="*/ 575 h 1159"/>
                <a:gd name="T12" fmla="*/ 110 w 1173"/>
                <a:gd name="T13" fmla="*/ 575 h 1159"/>
                <a:gd name="T14" fmla="*/ 126 w 1173"/>
                <a:gd name="T15" fmla="*/ 575 h 1159"/>
                <a:gd name="T16" fmla="*/ 142 w 1173"/>
                <a:gd name="T17" fmla="*/ 575 h 1159"/>
                <a:gd name="T18" fmla="*/ 158 w 1173"/>
                <a:gd name="T19" fmla="*/ 575 h 1159"/>
                <a:gd name="T20" fmla="*/ 177 w 1173"/>
                <a:gd name="T21" fmla="*/ 575 h 1159"/>
                <a:gd name="T22" fmla="*/ 193 w 1173"/>
                <a:gd name="T23" fmla="*/ 575 h 1159"/>
                <a:gd name="T24" fmla="*/ 209 w 1173"/>
                <a:gd name="T25" fmla="*/ 575 h 1159"/>
                <a:gd name="T26" fmla="*/ 225 w 1173"/>
                <a:gd name="T27" fmla="*/ 15 h 1159"/>
                <a:gd name="T28" fmla="*/ 241 w 1173"/>
                <a:gd name="T29" fmla="*/ 40 h 1159"/>
                <a:gd name="T30" fmla="*/ 257 w 1173"/>
                <a:gd name="T31" fmla="*/ 90 h 1159"/>
                <a:gd name="T32" fmla="*/ 273 w 1173"/>
                <a:gd name="T33" fmla="*/ 149 h 1159"/>
                <a:gd name="T34" fmla="*/ 289 w 1173"/>
                <a:gd name="T35" fmla="*/ 212 h 1159"/>
                <a:gd name="T36" fmla="*/ 305 w 1173"/>
                <a:gd name="T37" fmla="*/ 274 h 1159"/>
                <a:gd name="T38" fmla="*/ 321 w 1173"/>
                <a:gd name="T39" fmla="*/ 333 h 1159"/>
                <a:gd name="T40" fmla="*/ 337 w 1173"/>
                <a:gd name="T41" fmla="*/ 384 h 1159"/>
                <a:gd name="T42" fmla="*/ 356 w 1173"/>
                <a:gd name="T43" fmla="*/ 431 h 1159"/>
                <a:gd name="T44" fmla="*/ 372 w 1173"/>
                <a:gd name="T45" fmla="*/ 468 h 1159"/>
                <a:gd name="T46" fmla="*/ 388 w 1173"/>
                <a:gd name="T47" fmla="*/ 498 h 1159"/>
                <a:gd name="T48" fmla="*/ 404 w 1173"/>
                <a:gd name="T49" fmla="*/ 521 h 1159"/>
                <a:gd name="T50" fmla="*/ 420 w 1173"/>
                <a:gd name="T51" fmla="*/ 538 h 1159"/>
                <a:gd name="T52" fmla="*/ 437 w 1173"/>
                <a:gd name="T53" fmla="*/ 543 h 1159"/>
                <a:gd name="T54" fmla="*/ 453 w 1173"/>
                <a:gd name="T55" fmla="*/ 545 h 1159"/>
                <a:gd name="T56" fmla="*/ 469 w 1173"/>
                <a:gd name="T57" fmla="*/ 520 h 1159"/>
                <a:gd name="T58" fmla="*/ 482 w 1173"/>
                <a:gd name="T59" fmla="*/ 575 h 1159"/>
                <a:gd name="T60" fmla="*/ 466 w 1173"/>
                <a:gd name="T61" fmla="*/ 575 h 1159"/>
                <a:gd name="T62" fmla="*/ 450 w 1173"/>
                <a:gd name="T63" fmla="*/ 575 h 1159"/>
                <a:gd name="T64" fmla="*/ 434 w 1173"/>
                <a:gd name="T65" fmla="*/ 575 h 1159"/>
                <a:gd name="T66" fmla="*/ 418 w 1173"/>
                <a:gd name="T67" fmla="*/ 575 h 1159"/>
                <a:gd name="T68" fmla="*/ 402 w 1173"/>
                <a:gd name="T69" fmla="*/ 575 h 1159"/>
                <a:gd name="T70" fmla="*/ 383 w 1173"/>
                <a:gd name="T71" fmla="*/ 575 h 1159"/>
                <a:gd name="T72" fmla="*/ 367 w 1173"/>
                <a:gd name="T73" fmla="*/ 575 h 1159"/>
                <a:gd name="T74" fmla="*/ 351 w 1173"/>
                <a:gd name="T75" fmla="*/ 575 h 1159"/>
                <a:gd name="T76" fmla="*/ 335 w 1173"/>
                <a:gd name="T77" fmla="*/ 575 h 1159"/>
                <a:gd name="T78" fmla="*/ 319 w 1173"/>
                <a:gd name="T79" fmla="*/ 575 h 1159"/>
                <a:gd name="T80" fmla="*/ 303 w 1173"/>
                <a:gd name="T81" fmla="*/ 575 h 1159"/>
                <a:gd name="T82" fmla="*/ 287 w 1173"/>
                <a:gd name="T83" fmla="*/ 575 h 1159"/>
                <a:gd name="T84" fmla="*/ 270 w 1173"/>
                <a:gd name="T85" fmla="*/ 575 h 1159"/>
                <a:gd name="T86" fmla="*/ 254 w 1173"/>
                <a:gd name="T87" fmla="*/ 575 h 1159"/>
                <a:gd name="T88" fmla="*/ 238 w 1173"/>
                <a:gd name="T89" fmla="*/ 575 h 1159"/>
                <a:gd name="T90" fmla="*/ 222 w 1173"/>
                <a:gd name="T91" fmla="*/ 575 h 1159"/>
                <a:gd name="T92" fmla="*/ 204 w 1173"/>
                <a:gd name="T93" fmla="*/ 575 h 1159"/>
                <a:gd name="T94" fmla="*/ 187 w 1173"/>
                <a:gd name="T95" fmla="*/ 575 h 1159"/>
                <a:gd name="T96" fmla="*/ 171 w 1173"/>
                <a:gd name="T97" fmla="*/ 575 h 1159"/>
                <a:gd name="T98" fmla="*/ 155 w 1173"/>
                <a:gd name="T99" fmla="*/ 575 h 1159"/>
                <a:gd name="T100" fmla="*/ 139 w 1173"/>
                <a:gd name="T101" fmla="*/ 575 h 1159"/>
                <a:gd name="T102" fmla="*/ 123 w 1173"/>
                <a:gd name="T103" fmla="*/ 575 h 1159"/>
                <a:gd name="T104" fmla="*/ 107 w 1173"/>
                <a:gd name="T105" fmla="*/ 575 h 1159"/>
                <a:gd name="T106" fmla="*/ 91 w 1173"/>
                <a:gd name="T107" fmla="*/ 575 h 1159"/>
                <a:gd name="T108" fmla="*/ 75 w 1173"/>
                <a:gd name="T109" fmla="*/ 575 h 1159"/>
                <a:gd name="T110" fmla="*/ 59 w 1173"/>
                <a:gd name="T111" fmla="*/ 575 h 1159"/>
                <a:gd name="T112" fmla="*/ 43 w 1173"/>
                <a:gd name="T113" fmla="*/ 575 h 1159"/>
                <a:gd name="T114" fmla="*/ 24 w 1173"/>
                <a:gd name="T115" fmla="*/ 575 h 1159"/>
                <a:gd name="T116" fmla="*/ 8 w 1173"/>
                <a:gd name="T117" fmla="*/ 575 h 115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3" h="1159">
                  <a:moveTo>
                    <a:pt x="0" y="1159"/>
                  </a:moveTo>
                  <a:lnTo>
                    <a:pt x="7" y="1159"/>
                  </a:lnTo>
                  <a:lnTo>
                    <a:pt x="13" y="1159"/>
                  </a:lnTo>
                  <a:lnTo>
                    <a:pt x="20" y="1159"/>
                  </a:lnTo>
                  <a:lnTo>
                    <a:pt x="33" y="1159"/>
                  </a:lnTo>
                  <a:lnTo>
                    <a:pt x="39" y="1159"/>
                  </a:lnTo>
                  <a:lnTo>
                    <a:pt x="46" y="1159"/>
                  </a:lnTo>
                  <a:lnTo>
                    <a:pt x="52" y="1159"/>
                  </a:lnTo>
                  <a:lnTo>
                    <a:pt x="59" y="1159"/>
                  </a:lnTo>
                  <a:lnTo>
                    <a:pt x="72" y="1159"/>
                  </a:lnTo>
                  <a:lnTo>
                    <a:pt x="79" y="1159"/>
                  </a:lnTo>
                  <a:lnTo>
                    <a:pt x="85" y="1159"/>
                  </a:lnTo>
                  <a:lnTo>
                    <a:pt x="92" y="1159"/>
                  </a:lnTo>
                  <a:lnTo>
                    <a:pt x="105" y="1159"/>
                  </a:lnTo>
                  <a:lnTo>
                    <a:pt x="111" y="1159"/>
                  </a:lnTo>
                  <a:lnTo>
                    <a:pt x="118" y="1159"/>
                  </a:lnTo>
                  <a:lnTo>
                    <a:pt x="124" y="1159"/>
                  </a:lnTo>
                  <a:lnTo>
                    <a:pt x="131" y="1159"/>
                  </a:lnTo>
                  <a:lnTo>
                    <a:pt x="144" y="1159"/>
                  </a:lnTo>
                  <a:lnTo>
                    <a:pt x="150" y="1159"/>
                  </a:lnTo>
                  <a:lnTo>
                    <a:pt x="157" y="1159"/>
                  </a:lnTo>
                  <a:lnTo>
                    <a:pt x="163" y="1159"/>
                  </a:lnTo>
                  <a:lnTo>
                    <a:pt x="176" y="1159"/>
                  </a:lnTo>
                  <a:lnTo>
                    <a:pt x="183" y="1159"/>
                  </a:lnTo>
                  <a:lnTo>
                    <a:pt x="189" y="1159"/>
                  </a:lnTo>
                  <a:lnTo>
                    <a:pt x="196" y="1159"/>
                  </a:lnTo>
                  <a:lnTo>
                    <a:pt x="202" y="1159"/>
                  </a:lnTo>
                  <a:lnTo>
                    <a:pt x="215" y="1159"/>
                  </a:lnTo>
                  <a:lnTo>
                    <a:pt x="222" y="1159"/>
                  </a:lnTo>
                  <a:lnTo>
                    <a:pt x="228" y="1159"/>
                  </a:lnTo>
                  <a:lnTo>
                    <a:pt x="235" y="1159"/>
                  </a:lnTo>
                  <a:lnTo>
                    <a:pt x="248" y="1159"/>
                  </a:lnTo>
                  <a:lnTo>
                    <a:pt x="254" y="1159"/>
                  </a:lnTo>
                  <a:lnTo>
                    <a:pt x="261" y="1159"/>
                  </a:lnTo>
                  <a:lnTo>
                    <a:pt x="267" y="1159"/>
                  </a:lnTo>
                  <a:lnTo>
                    <a:pt x="274" y="1159"/>
                  </a:lnTo>
                  <a:lnTo>
                    <a:pt x="287" y="1159"/>
                  </a:lnTo>
                  <a:lnTo>
                    <a:pt x="294" y="1159"/>
                  </a:lnTo>
                  <a:lnTo>
                    <a:pt x="300" y="1159"/>
                  </a:lnTo>
                  <a:lnTo>
                    <a:pt x="307" y="1159"/>
                  </a:lnTo>
                  <a:lnTo>
                    <a:pt x="313" y="1159"/>
                  </a:lnTo>
                  <a:lnTo>
                    <a:pt x="326" y="1159"/>
                  </a:lnTo>
                  <a:lnTo>
                    <a:pt x="333" y="1159"/>
                  </a:lnTo>
                  <a:lnTo>
                    <a:pt x="339" y="1159"/>
                  </a:lnTo>
                  <a:lnTo>
                    <a:pt x="346" y="1159"/>
                  </a:lnTo>
                  <a:lnTo>
                    <a:pt x="359" y="1159"/>
                  </a:lnTo>
                  <a:lnTo>
                    <a:pt x="365" y="1159"/>
                  </a:lnTo>
                  <a:lnTo>
                    <a:pt x="372" y="1159"/>
                  </a:lnTo>
                  <a:lnTo>
                    <a:pt x="378" y="1159"/>
                  </a:lnTo>
                  <a:lnTo>
                    <a:pt x="385" y="1159"/>
                  </a:lnTo>
                  <a:lnTo>
                    <a:pt x="398" y="1159"/>
                  </a:lnTo>
                  <a:lnTo>
                    <a:pt x="404" y="1159"/>
                  </a:lnTo>
                  <a:lnTo>
                    <a:pt x="411" y="1159"/>
                  </a:lnTo>
                  <a:lnTo>
                    <a:pt x="417" y="1159"/>
                  </a:lnTo>
                  <a:lnTo>
                    <a:pt x="430" y="1159"/>
                  </a:lnTo>
                  <a:lnTo>
                    <a:pt x="437" y="1159"/>
                  </a:lnTo>
                  <a:lnTo>
                    <a:pt x="443" y="1159"/>
                  </a:lnTo>
                  <a:lnTo>
                    <a:pt x="450" y="1159"/>
                  </a:lnTo>
                  <a:lnTo>
                    <a:pt x="456" y="1159"/>
                  </a:lnTo>
                  <a:lnTo>
                    <a:pt x="470" y="1159"/>
                  </a:lnTo>
                  <a:lnTo>
                    <a:pt x="476" y="1159"/>
                  </a:lnTo>
                  <a:lnTo>
                    <a:pt x="483" y="1159"/>
                  </a:lnTo>
                  <a:lnTo>
                    <a:pt x="489" y="1159"/>
                  </a:lnTo>
                  <a:lnTo>
                    <a:pt x="496" y="1159"/>
                  </a:lnTo>
                  <a:lnTo>
                    <a:pt x="509" y="1159"/>
                  </a:lnTo>
                  <a:lnTo>
                    <a:pt x="515" y="0"/>
                  </a:lnTo>
                  <a:lnTo>
                    <a:pt x="522" y="31"/>
                  </a:lnTo>
                  <a:lnTo>
                    <a:pt x="528" y="41"/>
                  </a:lnTo>
                  <a:lnTo>
                    <a:pt x="541" y="34"/>
                  </a:lnTo>
                  <a:lnTo>
                    <a:pt x="548" y="31"/>
                  </a:lnTo>
                  <a:lnTo>
                    <a:pt x="554" y="31"/>
                  </a:lnTo>
                  <a:lnTo>
                    <a:pt x="561" y="31"/>
                  </a:lnTo>
                  <a:lnTo>
                    <a:pt x="567" y="48"/>
                  </a:lnTo>
                  <a:lnTo>
                    <a:pt x="580" y="64"/>
                  </a:lnTo>
                  <a:lnTo>
                    <a:pt x="587" y="81"/>
                  </a:lnTo>
                  <a:lnTo>
                    <a:pt x="593" y="98"/>
                  </a:lnTo>
                  <a:lnTo>
                    <a:pt x="600" y="118"/>
                  </a:lnTo>
                  <a:lnTo>
                    <a:pt x="613" y="139"/>
                  </a:lnTo>
                  <a:lnTo>
                    <a:pt x="619" y="162"/>
                  </a:lnTo>
                  <a:lnTo>
                    <a:pt x="626" y="182"/>
                  </a:lnTo>
                  <a:lnTo>
                    <a:pt x="632" y="206"/>
                  </a:lnTo>
                  <a:lnTo>
                    <a:pt x="639" y="230"/>
                  </a:lnTo>
                  <a:lnTo>
                    <a:pt x="652" y="253"/>
                  </a:lnTo>
                  <a:lnTo>
                    <a:pt x="658" y="277"/>
                  </a:lnTo>
                  <a:lnTo>
                    <a:pt x="665" y="300"/>
                  </a:lnTo>
                  <a:lnTo>
                    <a:pt x="672" y="324"/>
                  </a:lnTo>
                  <a:lnTo>
                    <a:pt x="678" y="351"/>
                  </a:lnTo>
                  <a:lnTo>
                    <a:pt x="691" y="378"/>
                  </a:lnTo>
                  <a:lnTo>
                    <a:pt x="698" y="401"/>
                  </a:lnTo>
                  <a:lnTo>
                    <a:pt x="704" y="428"/>
                  </a:lnTo>
                  <a:lnTo>
                    <a:pt x="711" y="452"/>
                  </a:lnTo>
                  <a:lnTo>
                    <a:pt x="724" y="479"/>
                  </a:lnTo>
                  <a:lnTo>
                    <a:pt x="730" y="502"/>
                  </a:lnTo>
                  <a:lnTo>
                    <a:pt x="737" y="526"/>
                  </a:lnTo>
                  <a:lnTo>
                    <a:pt x="743" y="553"/>
                  </a:lnTo>
                  <a:lnTo>
                    <a:pt x="750" y="576"/>
                  </a:lnTo>
                  <a:lnTo>
                    <a:pt x="763" y="600"/>
                  </a:lnTo>
                  <a:lnTo>
                    <a:pt x="769" y="624"/>
                  </a:lnTo>
                  <a:lnTo>
                    <a:pt x="776" y="647"/>
                  </a:lnTo>
                  <a:lnTo>
                    <a:pt x="782" y="671"/>
                  </a:lnTo>
                  <a:lnTo>
                    <a:pt x="795" y="691"/>
                  </a:lnTo>
                  <a:lnTo>
                    <a:pt x="802" y="715"/>
                  </a:lnTo>
                  <a:lnTo>
                    <a:pt x="808" y="735"/>
                  </a:lnTo>
                  <a:lnTo>
                    <a:pt x="815" y="755"/>
                  </a:lnTo>
                  <a:lnTo>
                    <a:pt x="821" y="775"/>
                  </a:lnTo>
                  <a:lnTo>
                    <a:pt x="834" y="795"/>
                  </a:lnTo>
                  <a:lnTo>
                    <a:pt x="841" y="816"/>
                  </a:lnTo>
                  <a:lnTo>
                    <a:pt x="847" y="832"/>
                  </a:lnTo>
                  <a:lnTo>
                    <a:pt x="854" y="853"/>
                  </a:lnTo>
                  <a:lnTo>
                    <a:pt x="867" y="869"/>
                  </a:lnTo>
                  <a:lnTo>
                    <a:pt x="874" y="883"/>
                  </a:lnTo>
                  <a:lnTo>
                    <a:pt x="880" y="900"/>
                  </a:lnTo>
                  <a:lnTo>
                    <a:pt x="887" y="913"/>
                  </a:lnTo>
                  <a:lnTo>
                    <a:pt x="893" y="930"/>
                  </a:lnTo>
                  <a:lnTo>
                    <a:pt x="906" y="944"/>
                  </a:lnTo>
                  <a:lnTo>
                    <a:pt x="913" y="957"/>
                  </a:lnTo>
                  <a:lnTo>
                    <a:pt x="919" y="971"/>
                  </a:lnTo>
                  <a:lnTo>
                    <a:pt x="926" y="981"/>
                  </a:lnTo>
                  <a:lnTo>
                    <a:pt x="932" y="994"/>
                  </a:lnTo>
                  <a:lnTo>
                    <a:pt x="945" y="1004"/>
                  </a:lnTo>
                  <a:lnTo>
                    <a:pt x="952" y="1014"/>
                  </a:lnTo>
                  <a:lnTo>
                    <a:pt x="958" y="1024"/>
                  </a:lnTo>
                  <a:lnTo>
                    <a:pt x="965" y="1035"/>
                  </a:lnTo>
                  <a:lnTo>
                    <a:pt x="978" y="1041"/>
                  </a:lnTo>
                  <a:lnTo>
                    <a:pt x="984" y="1051"/>
                  </a:lnTo>
                  <a:lnTo>
                    <a:pt x="991" y="1058"/>
                  </a:lnTo>
                  <a:lnTo>
                    <a:pt x="997" y="1065"/>
                  </a:lnTo>
                  <a:lnTo>
                    <a:pt x="1004" y="1072"/>
                  </a:lnTo>
                  <a:lnTo>
                    <a:pt x="1017" y="1078"/>
                  </a:lnTo>
                  <a:lnTo>
                    <a:pt x="1023" y="1085"/>
                  </a:lnTo>
                  <a:lnTo>
                    <a:pt x="1030" y="1085"/>
                  </a:lnTo>
                  <a:lnTo>
                    <a:pt x="1036" y="1088"/>
                  </a:lnTo>
                  <a:lnTo>
                    <a:pt x="1049" y="1092"/>
                  </a:lnTo>
                  <a:lnTo>
                    <a:pt x="1056" y="1095"/>
                  </a:lnTo>
                  <a:lnTo>
                    <a:pt x="1063" y="1095"/>
                  </a:lnTo>
                  <a:lnTo>
                    <a:pt x="1069" y="1099"/>
                  </a:lnTo>
                  <a:lnTo>
                    <a:pt x="1076" y="1109"/>
                  </a:lnTo>
                  <a:lnTo>
                    <a:pt x="1089" y="1105"/>
                  </a:lnTo>
                  <a:lnTo>
                    <a:pt x="1095" y="1102"/>
                  </a:lnTo>
                  <a:lnTo>
                    <a:pt x="1102" y="1099"/>
                  </a:lnTo>
                  <a:lnTo>
                    <a:pt x="1108" y="1095"/>
                  </a:lnTo>
                  <a:lnTo>
                    <a:pt x="1115" y="1088"/>
                  </a:lnTo>
                  <a:lnTo>
                    <a:pt x="1128" y="1078"/>
                  </a:lnTo>
                  <a:lnTo>
                    <a:pt x="1134" y="1065"/>
                  </a:lnTo>
                  <a:lnTo>
                    <a:pt x="1141" y="1048"/>
                  </a:lnTo>
                  <a:lnTo>
                    <a:pt x="1147" y="1028"/>
                  </a:lnTo>
                  <a:lnTo>
                    <a:pt x="1160" y="1004"/>
                  </a:lnTo>
                  <a:lnTo>
                    <a:pt x="1167" y="977"/>
                  </a:lnTo>
                  <a:lnTo>
                    <a:pt x="1173" y="947"/>
                  </a:lnTo>
                  <a:lnTo>
                    <a:pt x="1173" y="1159"/>
                  </a:lnTo>
                  <a:lnTo>
                    <a:pt x="1167" y="1159"/>
                  </a:lnTo>
                  <a:lnTo>
                    <a:pt x="1160" y="1159"/>
                  </a:lnTo>
                  <a:lnTo>
                    <a:pt x="1147" y="1159"/>
                  </a:lnTo>
                  <a:lnTo>
                    <a:pt x="1141" y="1159"/>
                  </a:lnTo>
                  <a:lnTo>
                    <a:pt x="1134" y="1159"/>
                  </a:lnTo>
                  <a:lnTo>
                    <a:pt x="1128" y="1159"/>
                  </a:lnTo>
                  <a:lnTo>
                    <a:pt x="1115" y="1159"/>
                  </a:lnTo>
                  <a:lnTo>
                    <a:pt x="1108" y="1159"/>
                  </a:lnTo>
                  <a:lnTo>
                    <a:pt x="1102" y="1159"/>
                  </a:lnTo>
                  <a:lnTo>
                    <a:pt x="1095" y="1159"/>
                  </a:lnTo>
                  <a:lnTo>
                    <a:pt x="1089" y="1159"/>
                  </a:lnTo>
                  <a:lnTo>
                    <a:pt x="1076" y="1159"/>
                  </a:lnTo>
                  <a:lnTo>
                    <a:pt x="1069" y="1159"/>
                  </a:lnTo>
                  <a:lnTo>
                    <a:pt x="1063" y="1159"/>
                  </a:lnTo>
                  <a:lnTo>
                    <a:pt x="1056" y="1159"/>
                  </a:lnTo>
                  <a:lnTo>
                    <a:pt x="1049" y="1159"/>
                  </a:lnTo>
                  <a:lnTo>
                    <a:pt x="1036" y="1159"/>
                  </a:lnTo>
                  <a:lnTo>
                    <a:pt x="1030" y="1159"/>
                  </a:lnTo>
                  <a:lnTo>
                    <a:pt x="1023" y="1159"/>
                  </a:lnTo>
                  <a:lnTo>
                    <a:pt x="1017" y="1159"/>
                  </a:lnTo>
                  <a:lnTo>
                    <a:pt x="1004" y="1159"/>
                  </a:lnTo>
                  <a:lnTo>
                    <a:pt x="997" y="1159"/>
                  </a:lnTo>
                  <a:lnTo>
                    <a:pt x="991" y="1159"/>
                  </a:lnTo>
                  <a:lnTo>
                    <a:pt x="984" y="1159"/>
                  </a:lnTo>
                  <a:lnTo>
                    <a:pt x="978" y="1159"/>
                  </a:lnTo>
                  <a:lnTo>
                    <a:pt x="965" y="1159"/>
                  </a:lnTo>
                  <a:lnTo>
                    <a:pt x="958" y="1159"/>
                  </a:lnTo>
                  <a:lnTo>
                    <a:pt x="952" y="1159"/>
                  </a:lnTo>
                  <a:lnTo>
                    <a:pt x="945" y="1159"/>
                  </a:lnTo>
                  <a:lnTo>
                    <a:pt x="932" y="1159"/>
                  </a:lnTo>
                  <a:lnTo>
                    <a:pt x="926" y="1159"/>
                  </a:lnTo>
                  <a:lnTo>
                    <a:pt x="919" y="1159"/>
                  </a:lnTo>
                  <a:lnTo>
                    <a:pt x="913" y="1159"/>
                  </a:lnTo>
                  <a:lnTo>
                    <a:pt x="906" y="1159"/>
                  </a:lnTo>
                  <a:lnTo>
                    <a:pt x="893" y="1159"/>
                  </a:lnTo>
                  <a:lnTo>
                    <a:pt x="887" y="1159"/>
                  </a:lnTo>
                  <a:lnTo>
                    <a:pt x="880" y="1159"/>
                  </a:lnTo>
                  <a:lnTo>
                    <a:pt x="874" y="1159"/>
                  </a:lnTo>
                  <a:lnTo>
                    <a:pt x="867" y="1159"/>
                  </a:lnTo>
                  <a:lnTo>
                    <a:pt x="854" y="1159"/>
                  </a:lnTo>
                  <a:lnTo>
                    <a:pt x="847" y="1159"/>
                  </a:lnTo>
                  <a:lnTo>
                    <a:pt x="841" y="1159"/>
                  </a:lnTo>
                  <a:lnTo>
                    <a:pt x="834" y="1159"/>
                  </a:lnTo>
                  <a:lnTo>
                    <a:pt x="821" y="1159"/>
                  </a:lnTo>
                  <a:lnTo>
                    <a:pt x="815" y="1159"/>
                  </a:lnTo>
                  <a:lnTo>
                    <a:pt x="808" y="1159"/>
                  </a:lnTo>
                  <a:lnTo>
                    <a:pt x="802" y="1159"/>
                  </a:lnTo>
                  <a:lnTo>
                    <a:pt x="795" y="1159"/>
                  </a:lnTo>
                  <a:lnTo>
                    <a:pt x="782" y="1159"/>
                  </a:lnTo>
                  <a:lnTo>
                    <a:pt x="776" y="1159"/>
                  </a:lnTo>
                  <a:lnTo>
                    <a:pt x="769" y="1159"/>
                  </a:lnTo>
                  <a:lnTo>
                    <a:pt x="763" y="1159"/>
                  </a:lnTo>
                  <a:lnTo>
                    <a:pt x="750" y="1159"/>
                  </a:lnTo>
                  <a:lnTo>
                    <a:pt x="743" y="1159"/>
                  </a:lnTo>
                  <a:lnTo>
                    <a:pt x="737" y="1159"/>
                  </a:lnTo>
                  <a:lnTo>
                    <a:pt x="730" y="1159"/>
                  </a:lnTo>
                  <a:lnTo>
                    <a:pt x="724" y="1159"/>
                  </a:lnTo>
                  <a:lnTo>
                    <a:pt x="711" y="1159"/>
                  </a:lnTo>
                  <a:lnTo>
                    <a:pt x="704" y="1159"/>
                  </a:lnTo>
                  <a:lnTo>
                    <a:pt x="698" y="1159"/>
                  </a:lnTo>
                  <a:lnTo>
                    <a:pt x="691" y="1159"/>
                  </a:lnTo>
                  <a:lnTo>
                    <a:pt x="678" y="1159"/>
                  </a:lnTo>
                  <a:lnTo>
                    <a:pt x="672" y="1159"/>
                  </a:lnTo>
                  <a:lnTo>
                    <a:pt x="665" y="1159"/>
                  </a:lnTo>
                  <a:lnTo>
                    <a:pt x="658" y="1159"/>
                  </a:lnTo>
                  <a:lnTo>
                    <a:pt x="652" y="1159"/>
                  </a:lnTo>
                  <a:lnTo>
                    <a:pt x="639" y="1159"/>
                  </a:lnTo>
                  <a:lnTo>
                    <a:pt x="632" y="1159"/>
                  </a:lnTo>
                  <a:lnTo>
                    <a:pt x="626" y="1159"/>
                  </a:lnTo>
                  <a:lnTo>
                    <a:pt x="619" y="1159"/>
                  </a:lnTo>
                  <a:lnTo>
                    <a:pt x="613" y="1159"/>
                  </a:lnTo>
                  <a:lnTo>
                    <a:pt x="600" y="1159"/>
                  </a:lnTo>
                  <a:lnTo>
                    <a:pt x="593" y="1159"/>
                  </a:lnTo>
                  <a:lnTo>
                    <a:pt x="587" y="1159"/>
                  </a:lnTo>
                  <a:lnTo>
                    <a:pt x="580" y="1159"/>
                  </a:lnTo>
                  <a:lnTo>
                    <a:pt x="567" y="1159"/>
                  </a:lnTo>
                  <a:lnTo>
                    <a:pt x="561" y="1159"/>
                  </a:lnTo>
                  <a:lnTo>
                    <a:pt x="554" y="1159"/>
                  </a:lnTo>
                  <a:lnTo>
                    <a:pt x="548" y="1159"/>
                  </a:lnTo>
                  <a:lnTo>
                    <a:pt x="541" y="1159"/>
                  </a:lnTo>
                  <a:lnTo>
                    <a:pt x="528" y="1159"/>
                  </a:lnTo>
                  <a:lnTo>
                    <a:pt x="522" y="1159"/>
                  </a:lnTo>
                  <a:lnTo>
                    <a:pt x="515" y="1159"/>
                  </a:lnTo>
                  <a:lnTo>
                    <a:pt x="509" y="1159"/>
                  </a:lnTo>
                  <a:lnTo>
                    <a:pt x="496" y="1159"/>
                  </a:lnTo>
                  <a:lnTo>
                    <a:pt x="489" y="1159"/>
                  </a:lnTo>
                  <a:lnTo>
                    <a:pt x="483" y="1159"/>
                  </a:lnTo>
                  <a:lnTo>
                    <a:pt x="476" y="1159"/>
                  </a:lnTo>
                  <a:lnTo>
                    <a:pt x="470" y="1159"/>
                  </a:lnTo>
                  <a:lnTo>
                    <a:pt x="456" y="1159"/>
                  </a:lnTo>
                  <a:lnTo>
                    <a:pt x="450" y="1159"/>
                  </a:lnTo>
                  <a:lnTo>
                    <a:pt x="443" y="1159"/>
                  </a:lnTo>
                  <a:lnTo>
                    <a:pt x="437" y="1159"/>
                  </a:lnTo>
                  <a:lnTo>
                    <a:pt x="430" y="1159"/>
                  </a:lnTo>
                  <a:lnTo>
                    <a:pt x="417" y="1159"/>
                  </a:lnTo>
                  <a:lnTo>
                    <a:pt x="411" y="1159"/>
                  </a:lnTo>
                  <a:lnTo>
                    <a:pt x="404" y="1159"/>
                  </a:lnTo>
                  <a:lnTo>
                    <a:pt x="398" y="1159"/>
                  </a:lnTo>
                  <a:lnTo>
                    <a:pt x="385" y="1159"/>
                  </a:lnTo>
                  <a:lnTo>
                    <a:pt x="378" y="1159"/>
                  </a:lnTo>
                  <a:lnTo>
                    <a:pt x="372" y="1159"/>
                  </a:lnTo>
                  <a:lnTo>
                    <a:pt x="365" y="1159"/>
                  </a:lnTo>
                  <a:lnTo>
                    <a:pt x="359" y="1159"/>
                  </a:lnTo>
                  <a:lnTo>
                    <a:pt x="346" y="1159"/>
                  </a:lnTo>
                  <a:lnTo>
                    <a:pt x="339" y="1159"/>
                  </a:lnTo>
                  <a:lnTo>
                    <a:pt x="333" y="1159"/>
                  </a:lnTo>
                  <a:lnTo>
                    <a:pt x="326" y="1159"/>
                  </a:lnTo>
                  <a:lnTo>
                    <a:pt x="313" y="1159"/>
                  </a:lnTo>
                  <a:lnTo>
                    <a:pt x="307" y="1159"/>
                  </a:lnTo>
                  <a:lnTo>
                    <a:pt x="300" y="1159"/>
                  </a:lnTo>
                  <a:lnTo>
                    <a:pt x="294" y="1159"/>
                  </a:lnTo>
                  <a:lnTo>
                    <a:pt x="287" y="1159"/>
                  </a:lnTo>
                  <a:lnTo>
                    <a:pt x="274" y="1159"/>
                  </a:lnTo>
                  <a:lnTo>
                    <a:pt x="267" y="1159"/>
                  </a:lnTo>
                  <a:lnTo>
                    <a:pt x="261" y="1159"/>
                  </a:lnTo>
                  <a:lnTo>
                    <a:pt x="254" y="1159"/>
                  </a:lnTo>
                  <a:lnTo>
                    <a:pt x="248" y="1159"/>
                  </a:lnTo>
                  <a:lnTo>
                    <a:pt x="235" y="1159"/>
                  </a:lnTo>
                  <a:lnTo>
                    <a:pt x="228" y="1159"/>
                  </a:lnTo>
                  <a:lnTo>
                    <a:pt x="222" y="1159"/>
                  </a:lnTo>
                  <a:lnTo>
                    <a:pt x="215" y="1159"/>
                  </a:lnTo>
                  <a:lnTo>
                    <a:pt x="202" y="1159"/>
                  </a:lnTo>
                  <a:lnTo>
                    <a:pt x="196" y="1159"/>
                  </a:lnTo>
                  <a:lnTo>
                    <a:pt x="189" y="1159"/>
                  </a:lnTo>
                  <a:lnTo>
                    <a:pt x="183" y="1159"/>
                  </a:lnTo>
                  <a:lnTo>
                    <a:pt x="176" y="1159"/>
                  </a:lnTo>
                  <a:lnTo>
                    <a:pt x="163" y="1159"/>
                  </a:lnTo>
                  <a:lnTo>
                    <a:pt x="157" y="1159"/>
                  </a:lnTo>
                  <a:lnTo>
                    <a:pt x="150" y="1159"/>
                  </a:lnTo>
                  <a:lnTo>
                    <a:pt x="144" y="1159"/>
                  </a:lnTo>
                  <a:lnTo>
                    <a:pt x="131" y="1159"/>
                  </a:lnTo>
                  <a:lnTo>
                    <a:pt x="124" y="1159"/>
                  </a:lnTo>
                  <a:lnTo>
                    <a:pt x="118" y="1159"/>
                  </a:lnTo>
                  <a:lnTo>
                    <a:pt x="111" y="1159"/>
                  </a:lnTo>
                  <a:lnTo>
                    <a:pt x="105" y="1159"/>
                  </a:lnTo>
                  <a:lnTo>
                    <a:pt x="92" y="1159"/>
                  </a:lnTo>
                  <a:lnTo>
                    <a:pt x="85" y="1159"/>
                  </a:lnTo>
                  <a:lnTo>
                    <a:pt x="79" y="1159"/>
                  </a:lnTo>
                  <a:lnTo>
                    <a:pt x="72" y="1159"/>
                  </a:lnTo>
                  <a:lnTo>
                    <a:pt x="59" y="1159"/>
                  </a:lnTo>
                  <a:lnTo>
                    <a:pt x="52" y="1159"/>
                  </a:lnTo>
                  <a:lnTo>
                    <a:pt x="46" y="1159"/>
                  </a:lnTo>
                  <a:lnTo>
                    <a:pt x="39" y="1159"/>
                  </a:lnTo>
                  <a:lnTo>
                    <a:pt x="33" y="1159"/>
                  </a:lnTo>
                  <a:lnTo>
                    <a:pt x="20" y="1159"/>
                  </a:lnTo>
                  <a:lnTo>
                    <a:pt x="13" y="1159"/>
                  </a:lnTo>
                  <a:lnTo>
                    <a:pt x="7" y="1159"/>
                  </a:lnTo>
                  <a:lnTo>
                    <a:pt x="0" y="115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n-US"/>
            </a:p>
          </p:txBody>
        </p:sp>
        <p:sp>
          <p:nvSpPr>
            <p:cNvPr id="24595" name="Line 171">
              <a:extLst>
                <a:ext uri="{FF2B5EF4-FFF2-40B4-BE49-F238E27FC236}">
                  <a16:creationId xmlns:a16="http://schemas.microsoft.com/office/drawing/2014/main" id="{5BDE2F8D-492A-404E-8BDF-786281CAFEE1}"/>
                </a:ext>
              </a:extLst>
            </p:cNvPr>
            <p:cNvSpPr>
              <a:spLocks noChangeShapeType="1"/>
            </p:cNvSpPr>
            <p:nvPr/>
          </p:nvSpPr>
          <p:spPr bwMode="auto">
            <a:xfrm>
              <a:off x="3459" y="1167"/>
              <a:ext cx="0" cy="985"/>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6" name="Line 172">
              <a:extLst>
                <a:ext uri="{FF2B5EF4-FFF2-40B4-BE49-F238E27FC236}">
                  <a16:creationId xmlns:a16="http://schemas.microsoft.com/office/drawing/2014/main" id="{D16508C5-A8E0-4A56-B5B5-31F1D379FCCF}"/>
                </a:ext>
              </a:extLst>
            </p:cNvPr>
            <p:cNvSpPr>
              <a:spLocks noChangeShapeType="1"/>
            </p:cNvSpPr>
            <p:nvPr/>
          </p:nvSpPr>
          <p:spPr bwMode="auto">
            <a:xfrm>
              <a:off x="3443" y="2152"/>
              <a:ext cx="33" cy="0"/>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749" name="Line 173">
              <a:extLst>
                <a:ext uri="{FF2B5EF4-FFF2-40B4-BE49-F238E27FC236}">
                  <a16:creationId xmlns:a16="http://schemas.microsoft.com/office/drawing/2014/main" id="{83CC8DE8-3BAE-480B-9B4A-DAF268496D36}"/>
                </a:ext>
              </a:extLst>
            </p:cNvPr>
            <p:cNvSpPr>
              <a:spLocks noChangeShapeType="1"/>
            </p:cNvSpPr>
            <p:nvPr/>
          </p:nvSpPr>
          <p:spPr bwMode="auto">
            <a:xfrm>
              <a:off x="3443" y="1906"/>
              <a:ext cx="33" cy="0"/>
            </a:xfrm>
            <a:prstGeom prst="line">
              <a:avLst/>
            </a:prstGeom>
            <a:noFill/>
            <a:ln w="20638">
              <a:solidFill>
                <a:schemeClr val="tx2"/>
              </a:solidFill>
              <a:round/>
              <a:headEnd/>
              <a:tailEnd/>
            </a:ln>
            <a:effectLst>
              <a:outerShdw blurRad="63500" dist="38099" dir="2700000" algn="ctr" rotWithShape="0">
                <a:schemeClr val="bg2">
                  <a:alpha val="74998"/>
                </a:schemeClr>
              </a:outerShdw>
            </a:effectLst>
            <a:extLst>
              <a:ext uri="{909E8E84-426E-40DD-AFC4-6F175D3DCCD1}">
                <a14:hiddenFill xmlns:a14="http://schemas.microsoft.com/office/drawing/2010/main">
                  <a:noFill/>
                </a14:hiddenFill>
              </a:ext>
            </a:extLst>
          </p:spPr>
          <p:txBody>
            <a:bodyPr/>
            <a:lstStyle/>
            <a:p>
              <a:pPr>
                <a:defRPr/>
              </a:pPr>
              <a:endParaRPr lang="en-US">
                <a:latin typeface="Times New Roman" charset="0"/>
              </a:endParaRPr>
            </a:p>
          </p:txBody>
        </p:sp>
        <p:sp>
          <p:nvSpPr>
            <p:cNvPr id="24598" name="Line 174">
              <a:extLst>
                <a:ext uri="{FF2B5EF4-FFF2-40B4-BE49-F238E27FC236}">
                  <a16:creationId xmlns:a16="http://schemas.microsoft.com/office/drawing/2014/main" id="{D25E7769-CE08-4412-ABE8-5332A0A4531A}"/>
                </a:ext>
              </a:extLst>
            </p:cNvPr>
            <p:cNvSpPr>
              <a:spLocks noChangeShapeType="1"/>
            </p:cNvSpPr>
            <p:nvPr/>
          </p:nvSpPr>
          <p:spPr bwMode="auto">
            <a:xfrm>
              <a:off x="3443" y="1660"/>
              <a:ext cx="33" cy="0"/>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9" name="Line 175">
              <a:extLst>
                <a:ext uri="{FF2B5EF4-FFF2-40B4-BE49-F238E27FC236}">
                  <a16:creationId xmlns:a16="http://schemas.microsoft.com/office/drawing/2014/main" id="{58E2A44D-5694-4659-993B-FDCBF74448FE}"/>
                </a:ext>
              </a:extLst>
            </p:cNvPr>
            <p:cNvSpPr>
              <a:spLocks noChangeShapeType="1"/>
            </p:cNvSpPr>
            <p:nvPr/>
          </p:nvSpPr>
          <p:spPr bwMode="auto">
            <a:xfrm>
              <a:off x="3443" y="1414"/>
              <a:ext cx="33" cy="0"/>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0" name="Line 176">
              <a:extLst>
                <a:ext uri="{FF2B5EF4-FFF2-40B4-BE49-F238E27FC236}">
                  <a16:creationId xmlns:a16="http://schemas.microsoft.com/office/drawing/2014/main" id="{AC422435-6133-4A22-B43E-812789AFF6DB}"/>
                </a:ext>
              </a:extLst>
            </p:cNvPr>
            <p:cNvSpPr>
              <a:spLocks noChangeShapeType="1"/>
            </p:cNvSpPr>
            <p:nvPr/>
          </p:nvSpPr>
          <p:spPr bwMode="auto">
            <a:xfrm>
              <a:off x="3443" y="1167"/>
              <a:ext cx="33" cy="0"/>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1" name="Line 177">
              <a:extLst>
                <a:ext uri="{FF2B5EF4-FFF2-40B4-BE49-F238E27FC236}">
                  <a16:creationId xmlns:a16="http://schemas.microsoft.com/office/drawing/2014/main" id="{E0449BEC-3E90-4755-8F8D-2FD87CCCB436}"/>
                </a:ext>
              </a:extLst>
            </p:cNvPr>
            <p:cNvSpPr>
              <a:spLocks noChangeShapeType="1"/>
            </p:cNvSpPr>
            <p:nvPr/>
          </p:nvSpPr>
          <p:spPr bwMode="auto">
            <a:xfrm>
              <a:off x="3459" y="2152"/>
              <a:ext cx="2110" cy="0"/>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2" name="Line 178">
              <a:extLst>
                <a:ext uri="{FF2B5EF4-FFF2-40B4-BE49-F238E27FC236}">
                  <a16:creationId xmlns:a16="http://schemas.microsoft.com/office/drawing/2014/main" id="{A9225A8A-7788-4EDB-9BF9-43AC0F826D09}"/>
                </a:ext>
              </a:extLst>
            </p:cNvPr>
            <p:cNvSpPr>
              <a:spLocks noChangeShapeType="1"/>
            </p:cNvSpPr>
            <p:nvPr/>
          </p:nvSpPr>
          <p:spPr bwMode="auto">
            <a:xfrm flipV="1">
              <a:off x="3459"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3" name="Line 179">
              <a:extLst>
                <a:ext uri="{FF2B5EF4-FFF2-40B4-BE49-F238E27FC236}">
                  <a16:creationId xmlns:a16="http://schemas.microsoft.com/office/drawing/2014/main" id="{8C649FF6-8E20-4003-BF9F-F1E164B71FB1}"/>
                </a:ext>
              </a:extLst>
            </p:cNvPr>
            <p:cNvSpPr>
              <a:spLocks noChangeShapeType="1"/>
            </p:cNvSpPr>
            <p:nvPr/>
          </p:nvSpPr>
          <p:spPr bwMode="auto">
            <a:xfrm flipV="1">
              <a:off x="3500"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4" name="Line 180">
              <a:extLst>
                <a:ext uri="{FF2B5EF4-FFF2-40B4-BE49-F238E27FC236}">
                  <a16:creationId xmlns:a16="http://schemas.microsoft.com/office/drawing/2014/main" id="{57569164-1321-4162-A227-B74242F44C87}"/>
                </a:ext>
              </a:extLst>
            </p:cNvPr>
            <p:cNvSpPr>
              <a:spLocks noChangeShapeType="1"/>
            </p:cNvSpPr>
            <p:nvPr/>
          </p:nvSpPr>
          <p:spPr bwMode="auto">
            <a:xfrm flipV="1">
              <a:off x="3538"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5" name="Line 181">
              <a:extLst>
                <a:ext uri="{FF2B5EF4-FFF2-40B4-BE49-F238E27FC236}">
                  <a16:creationId xmlns:a16="http://schemas.microsoft.com/office/drawing/2014/main" id="{8536A595-041C-4455-A716-47E3E0879AE3}"/>
                </a:ext>
              </a:extLst>
            </p:cNvPr>
            <p:cNvSpPr>
              <a:spLocks noChangeShapeType="1"/>
            </p:cNvSpPr>
            <p:nvPr/>
          </p:nvSpPr>
          <p:spPr bwMode="auto">
            <a:xfrm flipV="1">
              <a:off x="3578"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6" name="Line 182">
              <a:extLst>
                <a:ext uri="{FF2B5EF4-FFF2-40B4-BE49-F238E27FC236}">
                  <a16:creationId xmlns:a16="http://schemas.microsoft.com/office/drawing/2014/main" id="{0D30453F-5C02-47CF-8436-DD8301D04997}"/>
                </a:ext>
              </a:extLst>
            </p:cNvPr>
            <p:cNvSpPr>
              <a:spLocks noChangeShapeType="1"/>
            </p:cNvSpPr>
            <p:nvPr/>
          </p:nvSpPr>
          <p:spPr bwMode="auto">
            <a:xfrm flipV="1">
              <a:off x="3615"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7" name="Line 183">
              <a:extLst>
                <a:ext uri="{FF2B5EF4-FFF2-40B4-BE49-F238E27FC236}">
                  <a16:creationId xmlns:a16="http://schemas.microsoft.com/office/drawing/2014/main" id="{98B22337-94E5-40BD-8A47-7A2FECC46E28}"/>
                </a:ext>
              </a:extLst>
            </p:cNvPr>
            <p:cNvSpPr>
              <a:spLocks noChangeShapeType="1"/>
            </p:cNvSpPr>
            <p:nvPr/>
          </p:nvSpPr>
          <p:spPr bwMode="auto">
            <a:xfrm flipV="1">
              <a:off x="3655"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8" name="Line 184">
              <a:extLst>
                <a:ext uri="{FF2B5EF4-FFF2-40B4-BE49-F238E27FC236}">
                  <a16:creationId xmlns:a16="http://schemas.microsoft.com/office/drawing/2014/main" id="{7CD67EA3-9E50-491D-A55B-247640F039B1}"/>
                </a:ext>
              </a:extLst>
            </p:cNvPr>
            <p:cNvSpPr>
              <a:spLocks noChangeShapeType="1"/>
            </p:cNvSpPr>
            <p:nvPr/>
          </p:nvSpPr>
          <p:spPr bwMode="auto">
            <a:xfrm flipV="1">
              <a:off x="3695"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9" name="Line 185">
              <a:extLst>
                <a:ext uri="{FF2B5EF4-FFF2-40B4-BE49-F238E27FC236}">
                  <a16:creationId xmlns:a16="http://schemas.microsoft.com/office/drawing/2014/main" id="{6D843646-0B61-4F5B-9B64-74388C87F8A8}"/>
                </a:ext>
              </a:extLst>
            </p:cNvPr>
            <p:cNvSpPr>
              <a:spLocks noChangeShapeType="1"/>
            </p:cNvSpPr>
            <p:nvPr/>
          </p:nvSpPr>
          <p:spPr bwMode="auto">
            <a:xfrm flipV="1">
              <a:off x="3733"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0" name="Line 186">
              <a:extLst>
                <a:ext uri="{FF2B5EF4-FFF2-40B4-BE49-F238E27FC236}">
                  <a16:creationId xmlns:a16="http://schemas.microsoft.com/office/drawing/2014/main" id="{72E2A957-FEB0-40A2-873B-8DA5DD26A584}"/>
                </a:ext>
              </a:extLst>
            </p:cNvPr>
            <p:cNvSpPr>
              <a:spLocks noChangeShapeType="1"/>
            </p:cNvSpPr>
            <p:nvPr/>
          </p:nvSpPr>
          <p:spPr bwMode="auto">
            <a:xfrm flipV="1">
              <a:off x="3773"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1" name="Line 187">
              <a:extLst>
                <a:ext uri="{FF2B5EF4-FFF2-40B4-BE49-F238E27FC236}">
                  <a16:creationId xmlns:a16="http://schemas.microsoft.com/office/drawing/2014/main" id="{FBF9491B-6F85-4AB4-B7F4-2703064EFBC0}"/>
                </a:ext>
              </a:extLst>
            </p:cNvPr>
            <p:cNvSpPr>
              <a:spLocks noChangeShapeType="1"/>
            </p:cNvSpPr>
            <p:nvPr/>
          </p:nvSpPr>
          <p:spPr bwMode="auto">
            <a:xfrm flipV="1">
              <a:off x="3813"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2" name="Line 188">
              <a:extLst>
                <a:ext uri="{FF2B5EF4-FFF2-40B4-BE49-F238E27FC236}">
                  <a16:creationId xmlns:a16="http://schemas.microsoft.com/office/drawing/2014/main" id="{E65E143D-77EA-4DEC-A738-66730E5A7C40}"/>
                </a:ext>
              </a:extLst>
            </p:cNvPr>
            <p:cNvSpPr>
              <a:spLocks noChangeShapeType="1"/>
            </p:cNvSpPr>
            <p:nvPr/>
          </p:nvSpPr>
          <p:spPr bwMode="auto">
            <a:xfrm flipV="1">
              <a:off x="3851"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3" name="Line 189">
              <a:extLst>
                <a:ext uri="{FF2B5EF4-FFF2-40B4-BE49-F238E27FC236}">
                  <a16:creationId xmlns:a16="http://schemas.microsoft.com/office/drawing/2014/main" id="{44AEB569-E211-48F9-861A-37BBA346CDBA}"/>
                </a:ext>
              </a:extLst>
            </p:cNvPr>
            <p:cNvSpPr>
              <a:spLocks noChangeShapeType="1"/>
            </p:cNvSpPr>
            <p:nvPr/>
          </p:nvSpPr>
          <p:spPr bwMode="auto">
            <a:xfrm flipV="1">
              <a:off x="3891"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4" name="Line 190">
              <a:extLst>
                <a:ext uri="{FF2B5EF4-FFF2-40B4-BE49-F238E27FC236}">
                  <a16:creationId xmlns:a16="http://schemas.microsoft.com/office/drawing/2014/main" id="{14245D25-658F-41BC-B26C-5F858C429A75}"/>
                </a:ext>
              </a:extLst>
            </p:cNvPr>
            <p:cNvSpPr>
              <a:spLocks noChangeShapeType="1"/>
            </p:cNvSpPr>
            <p:nvPr/>
          </p:nvSpPr>
          <p:spPr bwMode="auto">
            <a:xfrm flipV="1">
              <a:off x="3929"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5" name="Line 191">
              <a:extLst>
                <a:ext uri="{FF2B5EF4-FFF2-40B4-BE49-F238E27FC236}">
                  <a16:creationId xmlns:a16="http://schemas.microsoft.com/office/drawing/2014/main" id="{24E82A67-8BBE-4D91-8708-8863B43869BB}"/>
                </a:ext>
              </a:extLst>
            </p:cNvPr>
            <p:cNvSpPr>
              <a:spLocks noChangeShapeType="1"/>
            </p:cNvSpPr>
            <p:nvPr/>
          </p:nvSpPr>
          <p:spPr bwMode="auto">
            <a:xfrm flipV="1">
              <a:off x="3968"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6" name="Line 192">
              <a:extLst>
                <a:ext uri="{FF2B5EF4-FFF2-40B4-BE49-F238E27FC236}">
                  <a16:creationId xmlns:a16="http://schemas.microsoft.com/office/drawing/2014/main" id="{D8C3CFFF-0F8F-47D3-BF1F-E0AC42974CC9}"/>
                </a:ext>
              </a:extLst>
            </p:cNvPr>
            <p:cNvSpPr>
              <a:spLocks noChangeShapeType="1"/>
            </p:cNvSpPr>
            <p:nvPr/>
          </p:nvSpPr>
          <p:spPr bwMode="auto">
            <a:xfrm flipV="1">
              <a:off x="4008"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7" name="Line 193">
              <a:extLst>
                <a:ext uri="{FF2B5EF4-FFF2-40B4-BE49-F238E27FC236}">
                  <a16:creationId xmlns:a16="http://schemas.microsoft.com/office/drawing/2014/main" id="{761A9FFD-6460-4E53-9647-D7CB64242313}"/>
                </a:ext>
              </a:extLst>
            </p:cNvPr>
            <p:cNvSpPr>
              <a:spLocks noChangeShapeType="1"/>
            </p:cNvSpPr>
            <p:nvPr/>
          </p:nvSpPr>
          <p:spPr bwMode="auto">
            <a:xfrm flipV="1">
              <a:off x="4046"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8" name="Line 194">
              <a:extLst>
                <a:ext uri="{FF2B5EF4-FFF2-40B4-BE49-F238E27FC236}">
                  <a16:creationId xmlns:a16="http://schemas.microsoft.com/office/drawing/2014/main" id="{5050EF2B-666D-40CE-B9F8-D5EB96638AC2}"/>
                </a:ext>
              </a:extLst>
            </p:cNvPr>
            <p:cNvSpPr>
              <a:spLocks noChangeShapeType="1"/>
            </p:cNvSpPr>
            <p:nvPr/>
          </p:nvSpPr>
          <p:spPr bwMode="auto">
            <a:xfrm flipV="1">
              <a:off x="4086"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9" name="Line 195">
              <a:extLst>
                <a:ext uri="{FF2B5EF4-FFF2-40B4-BE49-F238E27FC236}">
                  <a16:creationId xmlns:a16="http://schemas.microsoft.com/office/drawing/2014/main" id="{06FC63A3-12D3-4696-AF16-8A63DE708390}"/>
                </a:ext>
              </a:extLst>
            </p:cNvPr>
            <p:cNvSpPr>
              <a:spLocks noChangeShapeType="1"/>
            </p:cNvSpPr>
            <p:nvPr/>
          </p:nvSpPr>
          <p:spPr bwMode="auto">
            <a:xfrm flipV="1">
              <a:off x="4123"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0" name="Line 196">
              <a:extLst>
                <a:ext uri="{FF2B5EF4-FFF2-40B4-BE49-F238E27FC236}">
                  <a16:creationId xmlns:a16="http://schemas.microsoft.com/office/drawing/2014/main" id="{086ED4EF-177A-4133-8FD4-1268E075E5E8}"/>
                </a:ext>
              </a:extLst>
            </p:cNvPr>
            <p:cNvSpPr>
              <a:spLocks noChangeShapeType="1"/>
            </p:cNvSpPr>
            <p:nvPr/>
          </p:nvSpPr>
          <p:spPr bwMode="auto">
            <a:xfrm flipV="1">
              <a:off x="4163" y="2152"/>
              <a:ext cx="2"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1" name="Line 197">
              <a:extLst>
                <a:ext uri="{FF2B5EF4-FFF2-40B4-BE49-F238E27FC236}">
                  <a16:creationId xmlns:a16="http://schemas.microsoft.com/office/drawing/2014/main" id="{B8802E3F-2602-4B62-A0EF-84940E441B94}"/>
                </a:ext>
              </a:extLst>
            </p:cNvPr>
            <p:cNvSpPr>
              <a:spLocks noChangeShapeType="1"/>
            </p:cNvSpPr>
            <p:nvPr/>
          </p:nvSpPr>
          <p:spPr bwMode="auto">
            <a:xfrm flipV="1">
              <a:off x="4204"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2" name="Line 198">
              <a:extLst>
                <a:ext uri="{FF2B5EF4-FFF2-40B4-BE49-F238E27FC236}">
                  <a16:creationId xmlns:a16="http://schemas.microsoft.com/office/drawing/2014/main" id="{C4B2609D-A69A-4475-A6C0-AF54D18444D0}"/>
                </a:ext>
              </a:extLst>
            </p:cNvPr>
            <p:cNvSpPr>
              <a:spLocks noChangeShapeType="1"/>
            </p:cNvSpPr>
            <p:nvPr/>
          </p:nvSpPr>
          <p:spPr bwMode="auto">
            <a:xfrm flipV="1">
              <a:off x="4242"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3" name="Line 199">
              <a:extLst>
                <a:ext uri="{FF2B5EF4-FFF2-40B4-BE49-F238E27FC236}">
                  <a16:creationId xmlns:a16="http://schemas.microsoft.com/office/drawing/2014/main" id="{2977BF63-9834-4F3E-AE0D-CDA876406137}"/>
                </a:ext>
              </a:extLst>
            </p:cNvPr>
            <p:cNvSpPr>
              <a:spLocks noChangeShapeType="1"/>
            </p:cNvSpPr>
            <p:nvPr/>
          </p:nvSpPr>
          <p:spPr bwMode="auto">
            <a:xfrm flipV="1">
              <a:off x="4282"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4" name="Line 200">
              <a:extLst>
                <a:ext uri="{FF2B5EF4-FFF2-40B4-BE49-F238E27FC236}">
                  <a16:creationId xmlns:a16="http://schemas.microsoft.com/office/drawing/2014/main" id="{68B2405C-E30F-4CFB-9AA1-C47663075A7C}"/>
                </a:ext>
              </a:extLst>
            </p:cNvPr>
            <p:cNvSpPr>
              <a:spLocks noChangeShapeType="1"/>
            </p:cNvSpPr>
            <p:nvPr/>
          </p:nvSpPr>
          <p:spPr bwMode="auto">
            <a:xfrm flipV="1">
              <a:off x="4322"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5" name="Line 201">
              <a:extLst>
                <a:ext uri="{FF2B5EF4-FFF2-40B4-BE49-F238E27FC236}">
                  <a16:creationId xmlns:a16="http://schemas.microsoft.com/office/drawing/2014/main" id="{FA729339-EA28-42C5-A31C-CFB7DE66B940}"/>
                </a:ext>
              </a:extLst>
            </p:cNvPr>
            <p:cNvSpPr>
              <a:spLocks noChangeShapeType="1"/>
            </p:cNvSpPr>
            <p:nvPr/>
          </p:nvSpPr>
          <p:spPr bwMode="auto">
            <a:xfrm flipV="1">
              <a:off x="4359"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6" name="Line 202">
              <a:extLst>
                <a:ext uri="{FF2B5EF4-FFF2-40B4-BE49-F238E27FC236}">
                  <a16:creationId xmlns:a16="http://schemas.microsoft.com/office/drawing/2014/main" id="{C920BB2E-049D-45B8-8A91-29D68390A087}"/>
                </a:ext>
              </a:extLst>
            </p:cNvPr>
            <p:cNvSpPr>
              <a:spLocks noChangeShapeType="1"/>
            </p:cNvSpPr>
            <p:nvPr/>
          </p:nvSpPr>
          <p:spPr bwMode="auto">
            <a:xfrm flipV="1">
              <a:off x="4399"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7" name="Line 203">
              <a:extLst>
                <a:ext uri="{FF2B5EF4-FFF2-40B4-BE49-F238E27FC236}">
                  <a16:creationId xmlns:a16="http://schemas.microsoft.com/office/drawing/2014/main" id="{9FE378EC-96B5-4F95-8A01-E33D6CC8E22D}"/>
                </a:ext>
              </a:extLst>
            </p:cNvPr>
            <p:cNvSpPr>
              <a:spLocks noChangeShapeType="1"/>
            </p:cNvSpPr>
            <p:nvPr/>
          </p:nvSpPr>
          <p:spPr bwMode="auto">
            <a:xfrm flipV="1">
              <a:off x="4437"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8" name="Line 204">
              <a:extLst>
                <a:ext uri="{FF2B5EF4-FFF2-40B4-BE49-F238E27FC236}">
                  <a16:creationId xmlns:a16="http://schemas.microsoft.com/office/drawing/2014/main" id="{C158483F-8AF6-4162-8DF9-CDF7DE2623E8}"/>
                </a:ext>
              </a:extLst>
            </p:cNvPr>
            <p:cNvSpPr>
              <a:spLocks noChangeShapeType="1"/>
            </p:cNvSpPr>
            <p:nvPr/>
          </p:nvSpPr>
          <p:spPr bwMode="auto">
            <a:xfrm flipV="1">
              <a:off x="4477"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9" name="Line 205">
              <a:extLst>
                <a:ext uri="{FF2B5EF4-FFF2-40B4-BE49-F238E27FC236}">
                  <a16:creationId xmlns:a16="http://schemas.microsoft.com/office/drawing/2014/main" id="{04982C0C-EE1B-4BE0-A972-E4131D0890AE}"/>
                </a:ext>
              </a:extLst>
            </p:cNvPr>
            <p:cNvSpPr>
              <a:spLocks noChangeShapeType="1"/>
            </p:cNvSpPr>
            <p:nvPr/>
          </p:nvSpPr>
          <p:spPr bwMode="auto">
            <a:xfrm flipV="1">
              <a:off x="4517"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0" name="Line 206">
              <a:extLst>
                <a:ext uri="{FF2B5EF4-FFF2-40B4-BE49-F238E27FC236}">
                  <a16:creationId xmlns:a16="http://schemas.microsoft.com/office/drawing/2014/main" id="{434CE421-4D9E-4CCF-BE64-360FEB7EC680}"/>
                </a:ext>
              </a:extLst>
            </p:cNvPr>
            <p:cNvSpPr>
              <a:spLocks noChangeShapeType="1"/>
            </p:cNvSpPr>
            <p:nvPr/>
          </p:nvSpPr>
          <p:spPr bwMode="auto">
            <a:xfrm flipV="1">
              <a:off x="4554" y="2152"/>
              <a:ext cx="2"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1" name="Line 207">
              <a:extLst>
                <a:ext uri="{FF2B5EF4-FFF2-40B4-BE49-F238E27FC236}">
                  <a16:creationId xmlns:a16="http://schemas.microsoft.com/office/drawing/2014/main" id="{6F59FDBB-E4F5-4DEB-8BD4-5B0966E0EC89}"/>
                </a:ext>
              </a:extLst>
            </p:cNvPr>
            <p:cNvSpPr>
              <a:spLocks noChangeShapeType="1"/>
            </p:cNvSpPr>
            <p:nvPr/>
          </p:nvSpPr>
          <p:spPr bwMode="auto">
            <a:xfrm flipV="1">
              <a:off x="4595"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2" name="Line 208">
              <a:extLst>
                <a:ext uri="{FF2B5EF4-FFF2-40B4-BE49-F238E27FC236}">
                  <a16:creationId xmlns:a16="http://schemas.microsoft.com/office/drawing/2014/main" id="{CEAC9C8C-9970-4CE4-9076-355E9749E624}"/>
                </a:ext>
              </a:extLst>
            </p:cNvPr>
            <p:cNvSpPr>
              <a:spLocks noChangeShapeType="1"/>
            </p:cNvSpPr>
            <p:nvPr/>
          </p:nvSpPr>
          <p:spPr bwMode="auto">
            <a:xfrm flipV="1">
              <a:off x="4633"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3" name="Line 209">
              <a:extLst>
                <a:ext uri="{FF2B5EF4-FFF2-40B4-BE49-F238E27FC236}">
                  <a16:creationId xmlns:a16="http://schemas.microsoft.com/office/drawing/2014/main" id="{8F2FB2B0-359D-42F3-8DC2-3B834471EA76}"/>
                </a:ext>
              </a:extLst>
            </p:cNvPr>
            <p:cNvSpPr>
              <a:spLocks noChangeShapeType="1"/>
            </p:cNvSpPr>
            <p:nvPr/>
          </p:nvSpPr>
          <p:spPr bwMode="auto">
            <a:xfrm flipV="1">
              <a:off x="4672"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4" name="Line 210">
              <a:extLst>
                <a:ext uri="{FF2B5EF4-FFF2-40B4-BE49-F238E27FC236}">
                  <a16:creationId xmlns:a16="http://schemas.microsoft.com/office/drawing/2014/main" id="{5592155C-FD5A-41D2-973D-E694E820F213}"/>
                </a:ext>
              </a:extLst>
            </p:cNvPr>
            <p:cNvSpPr>
              <a:spLocks noChangeShapeType="1"/>
            </p:cNvSpPr>
            <p:nvPr/>
          </p:nvSpPr>
          <p:spPr bwMode="auto">
            <a:xfrm flipV="1">
              <a:off x="4712"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5" name="Line 211">
              <a:extLst>
                <a:ext uri="{FF2B5EF4-FFF2-40B4-BE49-F238E27FC236}">
                  <a16:creationId xmlns:a16="http://schemas.microsoft.com/office/drawing/2014/main" id="{91302376-3704-4FD6-BA17-BC07C8418BEA}"/>
                </a:ext>
              </a:extLst>
            </p:cNvPr>
            <p:cNvSpPr>
              <a:spLocks noChangeShapeType="1"/>
            </p:cNvSpPr>
            <p:nvPr/>
          </p:nvSpPr>
          <p:spPr bwMode="auto">
            <a:xfrm flipV="1">
              <a:off x="4750"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6" name="Line 212">
              <a:extLst>
                <a:ext uri="{FF2B5EF4-FFF2-40B4-BE49-F238E27FC236}">
                  <a16:creationId xmlns:a16="http://schemas.microsoft.com/office/drawing/2014/main" id="{1C6482A7-D922-4CF2-B2D7-2A1D7725DD4A}"/>
                </a:ext>
              </a:extLst>
            </p:cNvPr>
            <p:cNvSpPr>
              <a:spLocks noChangeShapeType="1"/>
            </p:cNvSpPr>
            <p:nvPr/>
          </p:nvSpPr>
          <p:spPr bwMode="auto">
            <a:xfrm flipV="1">
              <a:off x="4790"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7" name="Line 213">
              <a:extLst>
                <a:ext uri="{FF2B5EF4-FFF2-40B4-BE49-F238E27FC236}">
                  <a16:creationId xmlns:a16="http://schemas.microsoft.com/office/drawing/2014/main" id="{58D0EA33-F680-4148-8CE1-03A2BAE5104F}"/>
                </a:ext>
              </a:extLst>
            </p:cNvPr>
            <p:cNvSpPr>
              <a:spLocks noChangeShapeType="1"/>
            </p:cNvSpPr>
            <p:nvPr/>
          </p:nvSpPr>
          <p:spPr bwMode="auto">
            <a:xfrm flipV="1">
              <a:off x="4831"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8" name="Line 214">
              <a:extLst>
                <a:ext uri="{FF2B5EF4-FFF2-40B4-BE49-F238E27FC236}">
                  <a16:creationId xmlns:a16="http://schemas.microsoft.com/office/drawing/2014/main" id="{B6742EA6-761D-49C1-9878-1D485406DE81}"/>
                </a:ext>
              </a:extLst>
            </p:cNvPr>
            <p:cNvSpPr>
              <a:spLocks noChangeShapeType="1"/>
            </p:cNvSpPr>
            <p:nvPr/>
          </p:nvSpPr>
          <p:spPr bwMode="auto">
            <a:xfrm flipV="1">
              <a:off x="4867" y="2152"/>
              <a:ext cx="2"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9" name="Line 215">
              <a:extLst>
                <a:ext uri="{FF2B5EF4-FFF2-40B4-BE49-F238E27FC236}">
                  <a16:creationId xmlns:a16="http://schemas.microsoft.com/office/drawing/2014/main" id="{1341D7BE-7DDF-4B8F-9B92-D432BD2A666B}"/>
                </a:ext>
              </a:extLst>
            </p:cNvPr>
            <p:cNvSpPr>
              <a:spLocks noChangeShapeType="1"/>
            </p:cNvSpPr>
            <p:nvPr/>
          </p:nvSpPr>
          <p:spPr bwMode="auto">
            <a:xfrm flipV="1">
              <a:off x="4908"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0" name="Line 216">
              <a:extLst>
                <a:ext uri="{FF2B5EF4-FFF2-40B4-BE49-F238E27FC236}">
                  <a16:creationId xmlns:a16="http://schemas.microsoft.com/office/drawing/2014/main" id="{C325E712-0F0B-49F0-9B85-3B7D4D82C485}"/>
                </a:ext>
              </a:extLst>
            </p:cNvPr>
            <p:cNvSpPr>
              <a:spLocks noChangeShapeType="1"/>
            </p:cNvSpPr>
            <p:nvPr/>
          </p:nvSpPr>
          <p:spPr bwMode="auto">
            <a:xfrm flipV="1">
              <a:off x="4946"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1" name="Line 217">
              <a:extLst>
                <a:ext uri="{FF2B5EF4-FFF2-40B4-BE49-F238E27FC236}">
                  <a16:creationId xmlns:a16="http://schemas.microsoft.com/office/drawing/2014/main" id="{86C6176D-2CE4-423B-AB4E-E55EB3248B13}"/>
                </a:ext>
              </a:extLst>
            </p:cNvPr>
            <p:cNvSpPr>
              <a:spLocks noChangeShapeType="1"/>
            </p:cNvSpPr>
            <p:nvPr/>
          </p:nvSpPr>
          <p:spPr bwMode="auto">
            <a:xfrm flipV="1">
              <a:off x="4986"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2" name="Line 218">
              <a:extLst>
                <a:ext uri="{FF2B5EF4-FFF2-40B4-BE49-F238E27FC236}">
                  <a16:creationId xmlns:a16="http://schemas.microsoft.com/office/drawing/2014/main" id="{5FCBE371-65F5-42EE-9150-2C4FFE19D792}"/>
                </a:ext>
              </a:extLst>
            </p:cNvPr>
            <p:cNvSpPr>
              <a:spLocks noChangeShapeType="1"/>
            </p:cNvSpPr>
            <p:nvPr/>
          </p:nvSpPr>
          <p:spPr bwMode="auto">
            <a:xfrm flipV="1">
              <a:off x="5026"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3" name="Line 219">
              <a:extLst>
                <a:ext uri="{FF2B5EF4-FFF2-40B4-BE49-F238E27FC236}">
                  <a16:creationId xmlns:a16="http://schemas.microsoft.com/office/drawing/2014/main" id="{E2FAA170-FEB5-4169-97DD-92C26774FDBD}"/>
                </a:ext>
              </a:extLst>
            </p:cNvPr>
            <p:cNvSpPr>
              <a:spLocks noChangeShapeType="1"/>
            </p:cNvSpPr>
            <p:nvPr/>
          </p:nvSpPr>
          <p:spPr bwMode="auto">
            <a:xfrm flipV="1">
              <a:off x="5063" y="2152"/>
              <a:ext cx="1"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4" name="Line 220">
              <a:extLst>
                <a:ext uri="{FF2B5EF4-FFF2-40B4-BE49-F238E27FC236}">
                  <a16:creationId xmlns:a16="http://schemas.microsoft.com/office/drawing/2014/main" id="{A49D3CCA-01CF-4A0F-B706-282B1A2189CF}"/>
                </a:ext>
              </a:extLst>
            </p:cNvPr>
            <p:cNvSpPr>
              <a:spLocks noChangeShapeType="1"/>
            </p:cNvSpPr>
            <p:nvPr/>
          </p:nvSpPr>
          <p:spPr bwMode="auto">
            <a:xfrm flipV="1">
              <a:off x="5103"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5" name="Line 221">
              <a:extLst>
                <a:ext uri="{FF2B5EF4-FFF2-40B4-BE49-F238E27FC236}">
                  <a16:creationId xmlns:a16="http://schemas.microsoft.com/office/drawing/2014/main" id="{98807433-5131-42B5-A008-E9FF4F6F3AEC}"/>
                </a:ext>
              </a:extLst>
            </p:cNvPr>
            <p:cNvSpPr>
              <a:spLocks noChangeShapeType="1"/>
            </p:cNvSpPr>
            <p:nvPr/>
          </p:nvSpPr>
          <p:spPr bwMode="auto">
            <a:xfrm flipV="1">
              <a:off x="5141"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6" name="Line 222">
              <a:extLst>
                <a:ext uri="{FF2B5EF4-FFF2-40B4-BE49-F238E27FC236}">
                  <a16:creationId xmlns:a16="http://schemas.microsoft.com/office/drawing/2014/main" id="{DBA572BE-C56F-4ECE-ACCC-0B0919A3A1D7}"/>
                </a:ext>
              </a:extLst>
            </p:cNvPr>
            <p:cNvSpPr>
              <a:spLocks noChangeShapeType="1"/>
            </p:cNvSpPr>
            <p:nvPr/>
          </p:nvSpPr>
          <p:spPr bwMode="auto">
            <a:xfrm flipV="1">
              <a:off x="5181"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7" name="Line 223">
              <a:extLst>
                <a:ext uri="{FF2B5EF4-FFF2-40B4-BE49-F238E27FC236}">
                  <a16:creationId xmlns:a16="http://schemas.microsoft.com/office/drawing/2014/main" id="{8FA11B44-F9D0-4626-914F-13A0EC65546F}"/>
                </a:ext>
              </a:extLst>
            </p:cNvPr>
            <p:cNvSpPr>
              <a:spLocks noChangeShapeType="1"/>
            </p:cNvSpPr>
            <p:nvPr/>
          </p:nvSpPr>
          <p:spPr bwMode="auto">
            <a:xfrm flipV="1">
              <a:off x="5222"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8" name="Line 224">
              <a:extLst>
                <a:ext uri="{FF2B5EF4-FFF2-40B4-BE49-F238E27FC236}">
                  <a16:creationId xmlns:a16="http://schemas.microsoft.com/office/drawing/2014/main" id="{B88FCEA7-17F0-49CF-9103-7862DC695DC9}"/>
                </a:ext>
              </a:extLst>
            </p:cNvPr>
            <p:cNvSpPr>
              <a:spLocks noChangeShapeType="1"/>
            </p:cNvSpPr>
            <p:nvPr/>
          </p:nvSpPr>
          <p:spPr bwMode="auto">
            <a:xfrm flipV="1">
              <a:off x="5258"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9" name="Line 225">
              <a:extLst>
                <a:ext uri="{FF2B5EF4-FFF2-40B4-BE49-F238E27FC236}">
                  <a16:creationId xmlns:a16="http://schemas.microsoft.com/office/drawing/2014/main" id="{F610076F-728E-4CB8-9239-887803AA7685}"/>
                </a:ext>
              </a:extLst>
            </p:cNvPr>
            <p:cNvSpPr>
              <a:spLocks noChangeShapeType="1"/>
            </p:cNvSpPr>
            <p:nvPr/>
          </p:nvSpPr>
          <p:spPr bwMode="auto">
            <a:xfrm flipV="1">
              <a:off x="5299"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50" name="Line 226">
              <a:extLst>
                <a:ext uri="{FF2B5EF4-FFF2-40B4-BE49-F238E27FC236}">
                  <a16:creationId xmlns:a16="http://schemas.microsoft.com/office/drawing/2014/main" id="{56476B28-104C-42C3-9717-E35E52EBC921}"/>
                </a:ext>
              </a:extLst>
            </p:cNvPr>
            <p:cNvSpPr>
              <a:spLocks noChangeShapeType="1"/>
            </p:cNvSpPr>
            <p:nvPr/>
          </p:nvSpPr>
          <p:spPr bwMode="auto">
            <a:xfrm flipV="1">
              <a:off x="5339"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51" name="Line 227">
              <a:extLst>
                <a:ext uri="{FF2B5EF4-FFF2-40B4-BE49-F238E27FC236}">
                  <a16:creationId xmlns:a16="http://schemas.microsoft.com/office/drawing/2014/main" id="{8FC7E48B-3CA7-428E-BD0A-8A38678EA993}"/>
                </a:ext>
              </a:extLst>
            </p:cNvPr>
            <p:cNvSpPr>
              <a:spLocks noChangeShapeType="1"/>
            </p:cNvSpPr>
            <p:nvPr/>
          </p:nvSpPr>
          <p:spPr bwMode="auto">
            <a:xfrm flipV="1">
              <a:off x="5377"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52" name="Line 228">
              <a:extLst>
                <a:ext uri="{FF2B5EF4-FFF2-40B4-BE49-F238E27FC236}">
                  <a16:creationId xmlns:a16="http://schemas.microsoft.com/office/drawing/2014/main" id="{03A91130-8658-482F-BB70-C1B77FB30228}"/>
                </a:ext>
              </a:extLst>
            </p:cNvPr>
            <p:cNvSpPr>
              <a:spLocks noChangeShapeType="1"/>
            </p:cNvSpPr>
            <p:nvPr/>
          </p:nvSpPr>
          <p:spPr bwMode="auto">
            <a:xfrm flipV="1">
              <a:off x="5417"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53" name="Line 229">
              <a:extLst>
                <a:ext uri="{FF2B5EF4-FFF2-40B4-BE49-F238E27FC236}">
                  <a16:creationId xmlns:a16="http://schemas.microsoft.com/office/drawing/2014/main" id="{2429D4F7-9BDF-499C-8131-44BFC8FDFACC}"/>
                </a:ext>
              </a:extLst>
            </p:cNvPr>
            <p:cNvSpPr>
              <a:spLocks noChangeShapeType="1"/>
            </p:cNvSpPr>
            <p:nvPr/>
          </p:nvSpPr>
          <p:spPr bwMode="auto">
            <a:xfrm flipV="1">
              <a:off x="5454"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54" name="Line 230">
              <a:extLst>
                <a:ext uri="{FF2B5EF4-FFF2-40B4-BE49-F238E27FC236}">
                  <a16:creationId xmlns:a16="http://schemas.microsoft.com/office/drawing/2014/main" id="{1826BD4C-A84D-455C-828E-01513548EB66}"/>
                </a:ext>
              </a:extLst>
            </p:cNvPr>
            <p:cNvSpPr>
              <a:spLocks noChangeShapeType="1"/>
            </p:cNvSpPr>
            <p:nvPr/>
          </p:nvSpPr>
          <p:spPr bwMode="auto">
            <a:xfrm flipV="1">
              <a:off x="5494"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55" name="Line 231">
              <a:extLst>
                <a:ext uri="{FF2B5EF4-FFF2-40B4-BE49-F238E27FC236}">
                  <a16:creationId xmlns:a16="http://schemas.microsoft.com/office/drawing/2014/main" id="{95AD00CD-EC33-4A25-AFC9-77F9AAEC716A}"/>
                </a:ext>
              </a:extLst>
            </p:cNvPr>
            <p:cNvSpPr>
              <a:spLocks noChangeShapeType="1"/>
            </p:cNvSpPr>
            <p:nvPr/>
          </p:nvSpPr>
          <p:spPr bwMode="auto">
            <a:xfrm flipV="1">
              <a:off x="5534" y="2152"/>
              <a:ext cx="0" cy="9"/>
            </a:xfrm>
            <a:prstGeom prst="line">
              <a:avLst/>
            </a:prstGeom>
            <a:noFill/>
            <a:ln w="20638">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808" name="Rectangle 232">
              <a:extLst>
                <a:ext uri="{FF2B5EF4-FFF2-40B4-BE49-F238E27FC236}">
                  <a16:creationId xmlns:a16="http://schemas.microsoft.com/office/drawing/2014/main" id="{E6829793-2385-4624-AAC3-ABB717C590AA}"/>
                </a:ext>
              </a:extLst>
            </p:cNvPr>
            <p:cNvSpPr>
              <a:spLocks noChangeArrowheads="1"/>
            </p:cNvSpPr>
            <p:nvPr/>
          </p:nvSpPr>
          <p:spPr bwMode="auto">
            <a:xfrm>
              <a:off x="4350" y="1828"/>
              <a:ext cx="34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8" tIns="44450" rIns="90488" bIns="44450">
              <a:spAutoFit/>
            </a:bodyPr>
            <a:lstStyle/>
            <a:p>
              <a:pPr algn="ctr">
                <a:defRPr/>
              </a:pPr>
              <a:r>
                <a:rPr lang="en-US" altLang="en-US" sz="700" b="1">
                  <a:latin typeface="Arial" charset="0"/>
                </a:rPr>
                <a:t>CYCLE</a:t>
              </a:r>
            </a:p>
            <a:p>
              <a:pPr algn="ctr">
                <a:defRPr/>
              </a:pPr>
              <a:r>
                <a:rPr lang="en-US" altLang="en-US" sz="700" b="1">
                  <a:latin typeface="Arial" charset="0"/>
                </a:rPr>
                <a:t>23</a:t>
              </a:r>
            </a:p>
          </p:txBody>
        </p:sp>
        <p:sp>
          <p:nvSpPr>
            <p:cNvPr id="24809" name="Rectangle 233">
              <a:extLst>
                <a:ext uri="{FF2B5EF4-FFF2-40B4-BE49-F238E27FC236}">
                  <a16:creationId xmlns:a16="http://schemas.microsoft.com/office/drawing/2014/main" id="{B2F01AF2-7EF0-43B5-8EFE-D92B64C38D5C}"/>
                </a:ext>
              </a:extLst>
            </p:cNvPr>
            <p:cNvSpPr>
              <a:spLocks noChangeArrowheads="1"/>
            </p:cNvSpPr>
            <p:nvPr/>
          </p:nvSpPr>
          <p:spPr bwMode="auto">
            <a:xfrm>
              <a:off x="4727" y="1834"/>
              <a:ext cx="32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defRPr/>
              </a:pPr>
              <a:r>
                <a:rPr lang="en-US" altLang="en-US" sz="700" b="1">
                  <a:latin typeface="Arial" charset="0"/>
                </a:rPr>
                <a:t> CYCLE</a:t>
              </a:r>
            </a:p>
            <a:p>
              <a:pPr algn="ctr">
                <a:defRPr/>
              </a:pPr>
              <a:r>
                <a:rPr lang="en-US" altLang="en-US" sz="700" b="1">
                  <a:latin typeface="Arial" charset="0"/>
                </a:rPr>
                <a:t>24</a:t>
              </a:r>
            </a:p>
          </p:txBody>
        </p:sp>
        <p:sp>
          <p:nvSpPr>
            <p:cNvPr id="24810" name="Rectangle 234">
              <a:extLst>
                <a:ext uri="{FF2B5EF4-FFF2-40B4-BE49-F238E27FC236}">
                  <a16:creationId xmlns:a16="http://schemas.microsoft.com/office/drawing/2014/main" id="{622F40A2-1030-4934-8A6F-4904EE9D7076}"/>
                </a:ext>
              </a:extLst>
            </p:cNvPr>
            <p:cNvSpPr>
              <a:spLocks noChangeArrowheads="1"/>
            </p:cNvSpPr>
            <p:nvPr/>
          </p:nvSpPr>
          <p:spPr bwMode="auto">
            <a:xfrm>
              <a:off x="3472" y="1834"/>
              <a:ext cx="32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defRPr/>
              </a:pPr>
              <a:r>
                <a:rPr lang="en-US" altLang="en-US" sz="700" b="1">
                  <a:latin typeface="Arial" charset="0"/>
                </a:rPr>
                <a:t> CYCLE</a:t>
              </a:r>
            </a:p>
            <a:p>
              <a:pPr algn="ctr">
                <a:defRPr/>
              </a:pPr>
              <a:r>
                <a:rPr lang="en-US" altLang="en-US" sz="700" b="1">
                  <a:latin typeface="Arial" charset="0"/>
                </a:rPr>
                <a:t>21</a:t>
              </a:r>
            </a:p>
          </p:txBody>
        </p:sp>
        <p:sp>
          <p:nvSpPr>
            <p:cNvPr id="24811" name="Rectangle 235">
              <a:extLst>
                <a:ext uri="{FF2B5EF4-FFF2-40B4-BE49-F238E27FC236}">
                  <a16:creationId xmlns:a16="http://schemas.microsoft.com/office/drawing/2014/main" id="{D8061F4B-B734-47F6-8668-67521E5903D0}"/>
                </a:ext>
              </a:extLst>
            </p:cNvPr>
            <p:cNvSpPr>
              <a:spLocks noChangeArrowheads="1"/>
            </p:cNvSpPr>
            <p:nvPr/>
          </p:nvSpPr>
          <p:spPr bwMode="auto">
            <a:xfrm>
              <a:off x="3909" y="1834"/>
              <a:ext cx="30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defRPr/>
              </a:pPr>
              <a:r>
                <a:rPr lang="en-US" altLang="en-US" sz="700" b="1" dirty="0">
                  <a:latin typeface="Arial" charset="0"/>
                </a:rPr>
                <a:t>CYCLE</a:t>
              </a:r>
            </a:p>
            <a:p>
              <a:pPr algn="ctr">
                <a:defRPr/>
              </a:pPr>
              <a:r>
                <a:rPr lang="en-US" altLang="en-US" sz="700" b="1" dirty="0">
                  <a:latin typeface="Arial" charset="0"/>
                </a:rPr>
                <a:t>22</a:t>
              </a:r>
            </a:p>
          </p:txBody>
        </p:sp>
        <p:sp>
          <p:nvSpPr>
            <p:cNvPr id="24812" name="Text Box 236">
              <a:extLst>
                <a:ext uri="{FF2B5EF4-FFF2-40B4-BE49-F238E27FC236}">
                  <a16:creationId xmlns:a16="http://schemas.microsoft.com/office/drawing/2014/main" id="{D3BDB6ED-0F96-4358-848C-572BFB836001}"/>
                </a:ext>
              </a:extLst>
            </p:cNvPr>
            <p:cNvSpPr txBox="1">
              <a:spLocks noChangeArrowheads="1"/>
            </p:cNvSpPr>
            <p:nvPr/>
          </p:nvSpPr>
          <p:spPr bwMode="auto">
            <a:xfrm>
              <a:off x="3437" y="2178"/>
              <a:ext cx="29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en-US" altLang="en-US" sz="900" b="1">
                  <a:latin typeface="Arial" charset="0"/>
                </a:rPr>
                <a:t> 1978</a:t>
              </a:r>
              <a:endParaRPr lang="en-US" altLang="en-US" sz="1000" b="1">
                <a:latin typeface="Arial" charset="0"/>
              </a:endParaRPr>
            </a:p>
          </p:txBody>
        </p:sp>
        <p:sp>
          <p:nvSpPr>
            <p:cNvPr id="24813" name="Text Box 237">
              <a:extLst>
                <a:ext uri="{FF2B5EF4-FFF2-40B4-BE49-F238E27FC236}">
                  <a16:creationId xmlns:a16="http://schemas.microsoft.com/office/drawing/2014/main" id="{00175AEF-373E-494C-B61F-7A85C8FEF52F}"/>
                </a:ext>
              </a:extLst>
            </p:cNvPr>
            <p:cNvSpPr txBox="1">
              <a:spLocks noChangeArrowheads="1"/>
            </p:cNvSpPr>
            <p:nvPr/>
          </p:nvSpPr>
          <p:spPr bwMode="auto">
            <a:xfrm>
              <a:off x="4052" y="2178"/>
              <a:ext cx="29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en-US" altLang="en-US" sz="900" b="1">
                  <a:latin typeface="Arial" charset="0"/>
                </a:rPr>
                <a:t> 1994</a:t>
              </a:r>
              <a:endParaRPr lang="en-US" altLang="en-US" sz="1000" b="1">
                <a:latin typeface="Arial" charset="0"/>
              </a:endParaRPr>
            </a:p>
          </p:txBody>
        </p:sp>
        <p:sp>
          <p:nvSpPr>
            <p:cNvPr id="24814" name="Text Box 238">
              <a:extLst>
                <a:ext uri="{FF2B5EF4-FFF2-40B4-BE49-F238E27FC236}">
                  <a16:creationId xmlns:a16="http://schemas.microsoft.com/office/drawing/2014/main" id="{44DCFEBC-20F9-4607-85A6-D043BA4A8B3E}"/>
                </a:ext>
              </a:extLst>
            </p:cNvPr>
            <p:cNvSpPr txBox="1">
              <a:spLocks noChangeArrowheads="1"/>
            </p:cNvSpPr>
            <p:nvPr/>
          </p:nvSpPr>
          <p:spPr bwMode="auto">
            <a:xfrm>
              <a:off x="4355" y="2178"/>
              <a:ext cx="31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en-US" altLang="en-US" sz="900" b="1">
                  <a:latin typeface="Arial" charset="0"/>
                </a:rPr>
                <a:t>  2002</a:t>
              </a:r>
              <a:endParaRPr lang="en-US" altLang="en-US" sz="1000" b="1">
                <a:latin typeface="Arial" charset="0"/>
              </a:endParaRPr>
            </a:p>
          </p:txBody>
        </p:sp>
        <p:sp>
          <p:nvSpPr>
            <p:cNvPr id="24815" name="Text Box 239">
              <a:extLst>
                <a:ext uri="{FF2B5EF4-FFF2-40B4-BE49-F238E27FC236}">
                  <a16:creationId xmlns:a16="http://schemas.microsoft.com/office/drawing/2014/main" id="{952F4918-8C7B-4B33-B0BB-159A2870BB80}"/>
                </a:ext>
              </a:extLst>
            </p:cNvPr>
            <p:cNvSpPr txBox="1">
              <a:spLocks noChangeArrowheads="1"/>
            </p:cNvSpPr>
            <p:nvPr/>
          </p:nvSpPr>
          <p:spPr bwMode="auto">
            <a:xfrm>
              <a:off x="4678" y="2178"/>
              <a:ext cx="298" cy="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en-US" altLang="en-US" sz="900" b="1">
                  <a:latin typeface="Arial" charset="0"/>
                </a:rPr>
                <a:t> 2010</a:t>
              </a:r>
              <a:endParaRPr lang="en-US" altLang="en-US" sz="1000" b="1">
                <a:latin typeface="Arial" charset="0"/>
              </a:endParaRPr>
            </a:p>
          </p:txBody>
        </p:sp>
        <p:sp>
          <p:nvSpPr>
            <p:cNvPr id="24816" name="Text Box 240">
              <a:extLst>
                <a:ext uri="{FF2B5EF4-FFF2-40B4-BE49-F238E27FC236}">
                  <a16:creationId xmlns:a16="http://schemas.microsoft.com/office/drawing/2014/main" id="{0F4B8748-63A1-4830-89DD-0755A1C2842E}"/>
                </a:ext>
              </a:extLst>
            </p:cNvPr>
            <p:cNvSpPr txBox="1">
              <a:spLocks noChangeArrowheads="1"/>
            </p:cNvSpPr>
            <p:nvPr/>
          </p:nvSpPr>
          <p:spPr bwMode="auto">
            <a:xfrm>
              <a:off x="3743" y="2178"/>
              <a:ext cx="29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en-US" altLang="en-US" sz="900" b="1">
                  <a:latin typeface="Arial" charset="0"/>
                </a:rPr>
                <a:t> 1986</a:t>
              </a:r>
              <a:endParaRPr lang="en-US" altLang="en-US" sz="1000" b="1">
                <a:latin typeface="Arial" charset="0"/>
              </a:endParaRPr>
            </a:p>
          </p:txBody>
        </p:sp>
        <p:sp>
          <p:nvSpPr>
            <p:cNvPr id="24817" name="Text Box 241">
              <a:extLst>
                <a:ext uri="{FF2B5EF4-FFF2-40B4-BE49-F238E27FC236}">
                  <a16:creationId xmlns:a16="http://schemas.microsoft.com/office/drawing/2014/main" id="{4236186A-0FF9-4F46-8C38-6D139517EEEF}"/>
                </a:ext>
              </a:extLst>
            </p:cNvPr>
            <p:cNvSpPr txBox="1">
              <a:spLocks noChangeArrowheads="1"/>
            </p:cNvSpPr>
            <p:nvPr/>
          </p:nvSpPr>
          <p:spPr bwMode="auto">
            <a:xfrm>
              <a:off x="4994" y="2178"/>
              <a:ext cx="298" cy="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en-US" altLang="en-US" sz="900" b="1">
                  <a:latin typeface="Arial" charset="0"/>
                </a:rPr>
                <a:t> 2018</a:t>
              </a:r>
              <a:endParaRPr lang="en-US" altLang="en-US" sz="1000" b="1">
                <a:latin typeface="Arial" charset="0"/>
              </a:endParaRPr>
            </a:p>
          </p:txBody>
        </p:sp>
        <p:sp>
          <p:nvSpPr>
            <p:cNvPr id="24818" name="Text Box 242">
              <a:extLst>
                <a:ext uri="{FF2B5EF4-FFF2-40B4-BE49-F238E27FC236}">
                  <a16:creationId xmlns:a16="http://schemas.microsoft.com/office/drawing/2014/main" id="{6A16E79A-7E51-4A4C-B5F0-8AF5EEA10BE2}"/>
                </a:ext>
              </a:extLst>
            </p:cNvPr>
            <p:cNvSpPr txBox="1">
              <a:spLocks noChangeArrowheads="1"/>
            </p:cNvSpPr>
            <p:nvPr/>
          </p:nvSpPr>
          <p:spPr bwMode="auto">
            <a:xfrm>
              <a:off x="5275" y="2178"/>
              <a:ext cx="338" cy="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en-US" altLang="en-US" sz="900" b="1">
                  <a:latin typeface="Arial" charset="0"/>
                </a:rPr>
                <a:t>   2026</a:t>
              </a:r>
              <a:endParaRPr lang="en-US" altLang="en-US" sz="1000" b="1">
                <a:latin typeface="Arial" charset="0"/>
              </a:endParaRPr>
            </a:p>
          </p:txBody>
        </p:sp>
        <p:sp>
          <p:nvSpPr>
            <p:cNvPr id="24819" name="Text Box 243">
              <a:extLst>
                <a:ext uri="{FF2B5EF4-FFF2-40B4-BE49-F238E27FC236}">
                  <a16:creationId xmlns:a16="http://schemas.microsoft.com/office/drawing/2014/main" id="{B65860CE-8394-4B7F-A605-0B453DCEF323}"/>
                </a:ext>
              </a:extLst>
            </p:cNvPr>
            <p:cNvSpPr txBox="1">
              <a:spLocks noChangeArrowheads="1"/>
            </p:cNvSpPr>
            <p:nvPr/>
          </p:nvSpPr>
          <p:spPr bwMode="auto">
            <a:xfrm>
              <a:off x="3257" y="1830"/>
              <a:ext cx="19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en-US" sz="900" b="1">
                  <a:latin typeface="Arial" charset="0"/>
                </a:rPr>
                <a:t>50</a:t>
              </a:r>
            </a:p>
          </p:txBody>
        </p:sp>
        <p:sp>
          <p:nvSpPr>
            <p:cNvPr id="24820" name="Text Box 244">
              <a:extLst>
                <a:ext uri="{FF2B5EF4-FFF2-40B4-BE49-F238E27FC236}">
                  <a16:creationId xmlns:a16="http://schemas.microsoft.com/office/drawing/2014/main" id="{AB635F78-F916-4434-B8BA-0E6E30DFEFC2}"/>
                </a:ext>
              </a:extLst>
            </p:cNvPr>
            <p:cNvSpPr txBox="1">
              <a:spLocks noChangeArrowheads="1"/>
            </p:cNvSpPr>
            <p:nvPr/>
          </p:nvSpPr>
          <p:spPr bwMode="auto">
            <a:xfrm>
              <a:off x="3170" y="1595"/>
              <a:ext cx="27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en-US" altLang="en-US" sz="900" b="1">
                  <a:latin typeface="Arial" charset="0"/>
                </a:rPr>
                <a:t>  100</a:t>
              </a:r>
            </a:p>
          </p:txBody>
        </p:sp>
        <p:sp>
          <p:nvSpPr>
            <p:cNvPr id="24821" name="Text Box 245">
              <a:extLst>
                <a:ext uri="{FF2B5EF4-FFF2-40B4-BE49-F238E27FC236}">
                  <a16:creationId xmlns:a16="http://schemas.microsoft.com/office/drawing/2014/main" id="{40AF44FC-7CE0-46D1-ABDE-24583A667679}"/>
                </a:ext>
              </a:extLst>
            </p:cNvPr>
            <p:cNvSpPr txBox="1">
              <a:spLocks noChangeArrowheads="1"/>
            </p:cNvSpPr>
            <p:nvPr/>
          </p:nvSpPr>
          <p:spPr bwMode="auto">
            <a:xfrm>
              <a:off x="3178" y="1352"/>
              <a:ext cx="27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en-US" altLang="en-US" sz="900" b="1">
                  <a:latin typeface="Arial" charset="0"/>
                </a:rPr>
                <a:t>  150</a:t>
              </a:r>
            </a:p>
          </p:txBody>
        </p:sp>
        <p:sp>
          <p:nvSpPr>
            <p:cNvPr id="24822" name="Text Box 246">
              <a:extLst>
                <a:ext uri="{FF2B5EF4-FFF2-40B4-BE49-F238E27FC236}">
                  <a16:creationId xmlns:a16="http://schemas.microsoft.com/office/drawing/2014/main" id="{D66EE4DC-C050-49C4-96FA-B4C37D7E9739}"/>
                </a:ext>
              </a:extLst>
            </p:cNvPr>
            <p:cNvSpPr txBox="1">
              <a:spLocks noChangeArrowheads="1"/>
            </p:cNvSpPr>
            <p:nvPr/>
          </p:nvSpPr>
          <p:spPr bwMode="auto">
            <a:xfrm>
              <a:off x="3170" y="1100"/>
              <a:ext cx="27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defRPr/>
              </a:pPr>
              <a:r>
                <a:rPr lang="en-US" altLang="en-US" sz="900" b="1">
                  <a:latin typeface="Arial" charset="0"/>
                </a:rPr>
                <a:t>  200</a:t>
              </a:r>
            </a:p>
          </p:txBody>
        </p:sp>
        <p:sp>
          <p:nvSpPr>
            <p:cNvPr id="24823" name="Line 247">
              <a:extLst>
                <a:ext uri="{FF2B5EF4-FFF2-40B4-BE49-F238E27FC236}">
                  <a16:creationId xmlns:a16="http://schemas.microsoft.com/office/drawing/2014/main" id="{6AFF48A6-A162-48B4-83E8-C504BFB577FB}"/>
                </a:ext>
              </a:extLst>
            </p:cNvPr>
            <p:cNvSpPr>
              <a:spLocks noChangeShapeType="1"/>
            </p:cNvSpPr>
            <p:nvPr/>
          </p:nvSpPr>
          <p:spPr bwMode="auto">
            <a:xfrm>
              <a:off x="4750" y="1370"/>
              <a:ext cx="23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4824" name="Line 248">
              <a:extLst>
                <a:ext uri="{FF2B5EF4-FFF2-40B4-BE49-F238E27FC236}">
                  <a16:creationId xmlns:a16="http://schemas.microsoft.com/office/drawing/2014/main" id="{4E39E0AC-67B5-4862-B68D-E5A6D26BA32A}"/>
                </a:ext>
              </a:extLst>
            </p:cNvPr>
            <p:cNvSpPr>
              <a:spLocks noChangeShapeType="1"/>
            </p:cNvSpPr>
            <p:nvPr/>
          </p:nvSpPr>
          <p:spPr bwMode="auto">
            <a:xfrm>
              <a:off x="3773" y="2107"/>
              <a:ext cx="19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4825" name="Rectangle 249">
              <a:extLst>
                <a:ext uri="{FF2B5EF4-FFF2-40B4-BE49-F238E27FC236}">
                  <a16:creationId xmlns:a16="http://schemas.microsoft.com/office/drawing/2014/main" id="{A2FE6A22-8D71-4EDD-B717-8C6D831FA97B}"/>
                </a:ext>
              </a:extLst>
            </p:cNvPr>
            <p:cNvSpPr>
              <a:spLocks noChangeArrowheads="1"/>
            </p:cNvSpPr>
            <p:nvPr/>
          </p:nvSpPr>
          <p:spPr bwMode="auto">
            <a:xfrm>
              <a:off x="4729" y="929"/>
              <a:ext cx="65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defRPr/>
              </a:pPr>
              <a:r>
                <a:rPr lang="en-US" altLang="en-US" sz="1000" b="1">
                  <a:solidFill>
                    <a:schemeClr val="accent2"/>
                  </a:solidFill>
                  <a:latin typeface="Arial" charset="0"/>
                </a:rPr>
                <a:t>Solar</a:t>
              </a:r>
            </a:p>
            <a:p>
              <a:pPr eaLnBrk="1" hangingPunct="1">
                <a:defRPr/>
              </a:pPr>
              <a:r>
                <a:rPr lang="en-US" altLang="en-US" sz="1000" b="1">
                  <a:solidFill>
                    <a:schemeClr val="accent2"/>
                  </a:solidFill>
                  <a:latin typeface="Arial" charset="0"/>
                </a:rPr>
                <a:t>Maximum</a:t>
              </a:r>
            </a:p>
          </p:txBody>
        </p:sp>
        <p:sp>
          <p:nvSpPr>
            <p:cNvPr id="24826" name="Rectangle 250">
              <a:extLst>
                <a:ext uri="{FF2B5EF4-FFF2-40B4-BE49-F238E27FC236}">
                  <a16:creationId xmlns:a16="http://schemas.microsoft.com/office/drawing/2014/main" id="{78C4BB43-1095-41C4-BB99-D2632C6BE37B}"/>
                </a:ext>
              </a:extLst>
            </p:cNvPr>
            <p:cNvSpPr>
              <a:spLocks noChangeArrowheads="1"/>
            </p:cNvSpPr>
            <p:nvPr/>
          </p:nvSpPr>
          <p:spPr bwMode="auto">
            <a:xfrm>
              <a:off x="3870" y="943"/>
              <a:ext cx="46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en-US" sz="1000" b="1" dirty="0">
                  <a:solidFill>
                    <a:schemeClr val="accent2"/>
                  </a:solidFill>
                  <a:latin typeface="Arial" charset="0"/>
                </a:rPr>
                <a:t>Solar </a:t>
              </a:r>
            </a:p>
            <a:p>
              <a:pPr eaLnBrk="1" hangingPunct="1">
                <a:defRPr/>
              </a:pPr>
              <a:r>
                <a:rPr lang="en-US" altLang="en-US" sz="1000" b="1" dirty="0">
                  <a:solidFill>
                    <a:schemeClr val="accent2"/>
                  </a:solidFill>
                  <a:latin typeface="Arial" charset="0"/>
                </a:rPr>
                <a:t>Minimum</a:t>
              </a:r>
            </a:p>
          </p:txBody>
        </p:sp>
        <p:sp>
          <p:nvSpPr>
            <p:cNvPr id="24827" name="Line 251">
              <a:extLst>
                <a:ext uri="{FF2B5EF4-FFF2-40B4-BE49-F238E27FC236}">
                  <a16:creationId xmlns:a16="http://schemas.microsoft.com/office/drawing/2014/main" id="{0A0865B2-3FE3-472A-B3B6-FE060427A59C}"/>
                </a:ext>
              </a:extLst>
            </p:cNvPr>
            <p:cNvSpPr>
              <a:spLocks noChangeShapeType="1"/>
            </p:cNvSpPr>
            <p:nvPr/>
          </p:nvSpPr>
          <p:spPr bwMode="auto">
            <a:xfrm rot="1580154">
              <a:off x="3733" y="1205"/>
              <a:ext cx="313" cy="753"/>
            </a:xfrm>
            <a:prstGeom prst="line">
              <a:avLst/>
            </a:prstGeom>
            <a:noFill/>
            <a:ln w="28575">
              <a:solidFill>
                <a:schemeClr val="tx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4828" name="Line 252">
              <a:extLst>
                <a:ext uri="{FF2B5EF4-FFF2-40B4-BE49-F238E27FC236}">
                  <a16:creationId xmlns:a16="http://schemas.microsoft.com/office/drawing/2014/main" id="{A6F3DDDD-B810-4856-B64F-264772516D64}"/>
                </a:ext>
              </a:extLst>
            </p:cNvPr>
            <p:cNvSpPr>
              <a:spLocks noChangeShapeType="1"/>
            </p:cNvSpPr>
            <p:nvPr/>
          </p:nvSpPr>
          <p:spPr bwMode="auto">
            <a:xfrm rot="2393569">
              <a:off x="4810" y="1205"/>
              <a:ext cx="99" cy="139"/>
            </a:xfrm>
            <a:prstGeom prst="line">
              <a:avLst/>
            </a:prstGeom>
            <a:noFill/>
            <a:ln w="28575">
              <a:solidFill>
                <a:schemeClr val="tx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4829" name="Rectangle 253">
              <a:extLst>
                <a:ext uri="{FF2B5EF4-FFF2-40B4-BE49-F238E27FC236}">
                  <a16:creationId xmlns:a16="http://schemas.microsoft.com/office/drawing/2014/main" id="{828DC5C4-FE35-4C92-89C4-5109CB0C9967}"/>
                </a:ext>
              </a:extLst>
            </p:cNvPr>
            <p:cNvSpPr>
              <a:spLocks noChangeArrowheads="1"/>
            </p:cNvSpPr>
            <p:nvPr/>
          </p:nvSpPr>
          <p:spPr bwMode="auto">
            <a:xfrm>
              <a:off x="5130" y="1834"/>
              <a:ext cx="32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defRPr/>
              </a:pPr>
              <a:r>
                <a:rPr lang="en-US" altLang="en-US" sz="700" b="1">
                  <a:latin typeface="Arial" charset="0"/>
                </a:rPr>
                <a:t> CYCLE</a:t>
              </a:r>
            </a:p>
            <a:p>
              <a:pPr algn="ctr">
                <a:defRPr/>
              </a:pPr>
              <a:r>
                <a:rPr lang="en-US" altLang="en-US" sz="700" b="1">
                  <a:latin typeface="Arial" charset="0"/>
                </a:rPr>
                <a:t>25</a:t>
              </a:r>
            </a:p>
          </p:txBody>
        </p:sp>
        <p:sp>
          <p:nvSpPr>
            <p:cNvPr id="24830" name="Text Box 254">
              <a:extLst>
                <a:ext uri="{FF2B5EF4-FFF2-40B4-BE49-F238E27FC236}">
                  <a16:creationId xmlns:a16="http://schemas.microsoft.com/office/drawing/2014/main" id="{F78B2D87-3EBE-4DB4-8F44-1D7AF47B1756}"/>
                </a:ext>
              </a:extLst>
            </p:cNvPr>
            <p:cNvSpPr txBox="1">
              <a:spLocks noChangeArrowheads="1"/>
            </p:cNvSpPr>
            <p:nvPr/>
          </p:nvSpPr>
          <p:spPr bwMode="auto">
            <a:xfrm>
              <a:off x="3679" y="2285"/>
              <a:ext cx="1621"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defRPr/>
              </a:pPr>
              <a:r>
                <a:rPr lang="en-US" altLang="en-US" sz="1000">
                  <a:latin typeface="Arial" charset="0"/>
                </a:rPr>
                <a:t>The Solar Cycle - www.sunspotcycle.com</a:t>
              </a:r>
            </a:p>
          </p:txBody>
        </p:sp>
        <p:sp>
          <p:nvSpPr>
            <p:cNvPr id="24831" name="Text Box 255">
              <a:extLst>
                <a:ext uri="{FF2B5EF4-FFF2-40B4-BE49-F238E27FC236}">
                  <a16:creationId xmlns:a16="http://schemas.microsoft.com/office/drawing/2014/main" id="{6B21481C-22B8-498B-A87C-2AA5629D20E2}"/>
                </a:ext>
              </a:extLst>
            </p:cNvPr>
            <p:cNvSpPr txBox="1">
              <a:spLocks noChangeArrowheads="1"/>
            </p:cNvSpPr>
            <p:nvPr/>
          </p:nvSpPr>
          <p:spPr bwMode="auto">
            <a:xfrm rot="-5400000">
              <a:off x="2688" y="1588"/>
              <a:ext cx="9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defRPr/>
              </a:pPr>
              <a:r>
                <a:rPr lang="en-US" altLang="en-US" sz="1000">
                  <a:latin typeface="Arial" charset="0"/>
                </a:rPr>
                <a:t>Numbers of Sunspots</a:t>
              </a:r>
            </a:p>
          </p:txBody>
        </p:sp>
      </p:grpSp>
      <p:sp>
        <p:nvSpPr>
          <p:cNvPr id="16" name="Slide Number Placeholder 15">
            <a:extLst>
              <a:ext uri="{FF2B5EF4-FFF2-40B4-BE49-F238E27FC236}">
                <a16:creationId xmlns:a16="http://schemas.microsoft.com/office/drawing/2014/main" id="{076C0D12-A4E1-4877-A93E-AD9883028426}"/>
              </a:ext>
            </a:extLst>
          </p:cNvPr>
          <p:cNvSpPr>
            <a:spLocks noGrp="1"/>
          </p:cNvSpPr>
          <p:nvPr>
            <p:ph type="sldNum" sz="quarter" idx="12"/>
          </p:nvPr>
        </p:nvSpPr>
        <p:spPr/>
        <p:txBody>
          <a:bodyPr/>
          <a:lstStyle/>
          <a:p>
            <a:fld id="{C83C362F-97FB-4C1E-B0F0-C3069DD0CDD1}" type="slidenum">
              <a:rPr lang="en-US" smtClean="0"/>
              <a:t>11</a:t>
            </a:fld>
            <a:endParaRPr lang="en-US"/>
          </a:p>
        </p:txBody>
      </p:sp>
      <p:sp>
        <p:nvSpPr>
          <p:cNvPr id="103" name="TextBox 102">
            <a:extLst>
              <a:ext uri="{FF2B5EF4-FFF2-40B4-BE49-F238E27FC236}">
                <a16:creationId xmlns:a16="http://schemas.microsoft.com/office/drawing/2014/main" id="{C692711B-D0D4-44E0-8191-579CF0962EB7}"/>
              </a:ext>
            </a:extLst>
          </p:cNvPr>
          <p:cNvSpPr txBox="1"/>
          <p:nvPr/>
        </p:nvSpPr>
        <p:spPr>
          <a:xfrm>
            <a:off x="7004805" y="2962549"/>
            <a:ext cx="4275097" cy="3881309"/>
          </a:xfrm>
          <a:prstGeom prst="rect">
            <a:avLst/>
          </a:prstGeom>
        </p:spPr>
        <p:txBody>
          <a:bodyPr vert="horz" lIns="91440" tIns="45720" rIns="91440" bIns="45720" rtlCol="0">
            <a:normAutofit/>
          </a:bodyPr>
          <a:lstStyle/>
          <a:p>
            <a:pPr defTabSz="914400">
              <a:lnSpc>
                <a:spcPct val="120000"/>
              </a:lnSpc>
              <a:spcAft>
                <a:spcPts val="600"/>
              </a:spcAft>
              <a:buClr>
                <a:schemeClr val="tx1"/>
              </a:buClr>
            </a:pPr>
            <a:r>
              <a:rPr lang="en-US" cap="all" dirty="0"/>
              <a:t>ALSO</a:t>
            </a:r>
          </a:p>
          <a:p>
            <a:pPr indent="-228600" defTabSz="914400">
              <a:lnSpc>
                <a:spcPct val="120000"/>
              </a:lnSpc>
              <a:spcAft>
                <a:spcPts val="600"/>
              </a:spcAft>
              <a:buClr>
                <a:schemeClr val="tx1"/>
              </a:buClr>
              <a:buFont typeface="Arial" panose="020B0604020202020204" pitchFamily="34" charset="0"/>
              <a:buChar char="•"/>
            </a:pPr>
            <a:r>
              <a:rPr lang="en-US" cap="all" dirty="0"/>
              <a:t>Chemical composition changes</a:t>
            </a:r>
          </a:p>
          <a:p>
            <a:pPr indent="-228600" defTabSz="914400">
              <a:lnSpc>
                <a:spcPct val="120000"/>
              </a:lnSpc>
              <a:spcAft>
                <a:spcPts val="600"/>
              </a:spcAft>
              <a:buClr>
                <a:schemeClr val="tx1"/>
              </a:buClr>
              <a:buFont typeface="Arial" panose="020B0604020202020204" pitchFamily="34" charset="0"/>
              <a:buChar char="•"/>
            </a:pPr>
            <a:r>
              <a:rPr lang="en-US" cap="all" dirty="0"/>
              <a:t>H varies with temperature</a:t>
            </a:r>
          </a:p>
          <a:p>
            <a:pPr indent="-228600" defTabSz="914400">
              <a:lnSpc>
                <a:spcPct val="120000"/>
              </a:lnSpc>
              <a:spcAft>
                <a:spcPts val="600"/>
              </a:spcAft>
              <a:buClr>
                <a:schemeClr val="tx1"/>
              </a:buClr>
              <a:buFont typeface="Arial" panose="020B0604020202020204" pitchFamily="34" charset="0"/>
              <a:buChar char="•"/>
            </a:pPr>
            <a:r>
              <a:rPr lang="en-US" cap="all" dirty="0" err="1"/>
              <a:t>Etc</a:t>
            </a:r>
            <a:r>
              <a:rPr lang="en-US" cap="all" dirty="0"/>
              <a:t>!</a:t>
            </a:r>
          </a:p>
        </p:txBody>
      </p:sp>
    </p:spTree>
    <p:extLst>
      <p:ext uri="{BB962C8B-B14F-4D97-AF65-F5344CB8AC3E}">
        <p14:creationId xmlns:p14="http://schemas.microsoft.com/office/powerpoint/2010/main" val="285407737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049" y="-120446"/>
            <a:ext cx="10364451" cy="1596177"/>
          </a:xfrm>
        </p:spPr>
        <p:txBody>
          <a:bodyPr/>
          <a:lstStyle/>
          <a:p>
            <a:pPr algn="ctr"/>
            <a:r>
              <a:rPr lang="en-US" dirty="0"/>
              <a:t>DRAG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77571" y="1966555"/>
                <a:ext cx="10364452" cy="3424107"/>
              </a:xfrm>
            </p:spPr>
            <p:txBody>
              <a:bodyPr>
                <a:normAutofit fontScale="70000" lnSpcReduction="20000"/>
              </a:bodyPr>
              <a:lstStyle/>
              <a:p>
                <a:r>
                  <a:rPr lang="en-US" dirty="0"/>
                  <a:t>&lt; 1200 KM ALT</a:t>
                </a:r>
              </a:p>
              <a:p>
                <a:endParaRPr lang="en-US" dirty="0"/>
              </a:p>
              <a:p>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𝑎</m:t>
                            </m:r>
                          </m:e>
                        </m:acc>
                      </m:e>
                      <m:sub>
                        <m:r>
                          <a:rPr lang="en-US" b="0" i="1" smtClean="0">
                            <a:latin typeface="Cambria Math" panose="02040503050406030204" pitchFamily="18" charset="0"/>
                          </a:rPr>
                          <m:t>𝐷𝑟𝑎𝑔</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𝜌</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𝐷</m:t>
                            </m:r>
                          </m:sub>
                        </m:sSub>
                        <m:r>
                          <a:rPr lang="en-US" b="0" i="1" smtClean="0">
                            <a:latin typeface="Cambria Math" panose="02040503050406030204" pitchFamily="18" charset="0"/>
                            <a:ea typeface="Cambria Math" panose="02040503050406030204" pitchFamily="18" charset="0"/>
                          </a:rPr>
                          <m:t>𝐴</m:t>
                        </m:r>
                      </m:num>
                      <m:den>
                        <m:r>
                          <a:rPr lang="en-US" b="0" i="1" smtClean="0">
                            <a:latin typeface="Cambria Math" panose="02040503050406030204" pitchFamily="18" charset="0"/>
                            <a:ea typeface="Cambria Math" panose="02040503050406030204" pitchFamily="18" charset="0"/>
                          </a:rPr>
                          <m:t>𝑚</m:t>
                        </m:r>
                      </m:den>
                    </m:f>
                    <m:r>
                      <a:rPr lang="en-US" b="0" i="1" smtClean="0">
                        <a:latin typeface="Cambria Math" panose="02040503050406030204" pitchFamily="18" charset="0"/>
                        <a:ea typeface="Cambria Math" panose="02040503050406030204" pitchFamily="18" charset="0"/>
                      </a:rPr>
                      <m:t>𝑉</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𝑉</m:t>
                        </m:r>
                      </m:e>
                    </m:acc>
                  </m:oMath>
                </a14:m>
                <a:endParaRPr lang="en-US" dirty="0"/>
              </a:p>
              <a:p>
                <a:pPr marL="0" indent="0">
                  <a:buNone/>
                </a:pPr>
                <a:endParaRPr lang="en-US" dirty="0"/>
              </a:p>
              <a:p>
                <a:pPr marL="0" indent="0">
                  <a:buNone/>
                </a:pP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𝑉</m:t>
                        </m:r>
                      </m:e>
                    </m:acc>
                    <m:r>
                      <a:rPr lang="en-US" b="0" i="1" smtClean="0">
                        <a:latin typeface="Cambria Math" panose="02040503050406030204" pitchFamily="18" charset="0"/>
                      </a:rPr>
                      <m:t>=</m:t>
                    </m:r>
                  </m:oMath>
                </a14:m>
                <a:r>
                  <a:rPr lang="en-US" dirty="0"/>
                  <a:t> velocity with respect to atmosphere</a:t>
                </a:r>
              </a:p>
              <a:p>
                <a:pPr marL="0" indent="0">
                  <a:buNone/>
                </a:pPr>
                <a:endParaRPr lang="en-US" dirty="0"/>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𝐷</m:t>
                        </m:r>
                      </m:sub>
                    </m:sSub>
                    <m:r>
                      <a:rPr lang="en-US" b="0" i="1" smtClean="0">
                        <a:latin typeface="Cambria Math" panose="02040503050406030204" pitchFamily="18" charset="0"/>
                      </a:rPr>
                      <m:t>=</m:t>
                    </m:r>
                  </m:oMath>
                </a14:m>
                <a:r>
                  <a:rPr lang="en-US" dirty="0"/>
                  <a:t>coefficient of drag</a:t>
                </a:r>
              </a:p>
              <a:p>
                <a:pPr marL="0" indent="0">
                  <a:buNone/>
                </a:pPr>
                <a:r>
                  <a:rPr lang="en-US" dirty="0"/>
                  <a:t>~ &lt;1.0 sphere</a:t>
                </a:r>
              </a:p>
              <a:p>
                <a:pPr marL="0" indent="0">
                  <a:buNone/>
                </a:pPr>
                <a:r>
                  <a:rPr lang="en-US" dirty="0"/>
                  <a:t>~ 2.0 satellite</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77571" y="1966555"/>
                <a:ext cx="10364452" cy="3424107"/>
              </a:xfrm>
              <a:blipFill>
                <a:blip r:embed="rId2"/>
                <a:stretch>
                  <a:fillRect l="-176" t="-17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D1AABF0-59A5-4037-929A-6287642C3B54}" type="slidenum">
              <a:rPr lang="en-US" smtClean="0"/>
              <a:t>12</a:t>
            </a:fld>
            <a:endParaRPr lang="en-US"/>
          </a:p>
        </p:txBody>
      </p:sp>
      <p:pic>
        <p:nvPicPr>
          <p:cNvPr id="1026" name="Picture 2" descr="http://www.aquaphoenix.com/lecture/matlab5/images-large/drag_coefficient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8840" y="2460956"/>
            <a:ext cx="5094222" cy="3787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685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203818"/>
            <a:ext cx="10364451" cy="1596177"/>
          </a:xfrm>
        </p:spPr>
        <p:txBody>
          <a:bodyPr/>
          <a:lstStyle/>
          <a:p>
            <a:pPr algn="ctr"/>
            <a:r>
              <a:rPr lang="en-US"/>
              <a:t>AERODYNAMIC FORCES</a:t>
            </a:r>
            <a:endParaRPr lang="en-US" dirty="0"/>
          </a:p>
        </p:txBody>
      </p:sp>
      <p:sp>
        <p:nvSpPr>
          <p:cNvPr id="4" name="Slide Number Placeholder 3"/>
          <p:cNvSpPr>
            <a:spLocks noGrp="1"/>
          </p:cNvSpPr>
          <p:nvPr>
            <p:ph type="sldNum" sz="quarter" idx="12"/>
          </p:nvPr>
        </p:nvSpPr>
        <p:spPr/>
        <p:txBody>
          <a:bodyPr/>
          <a:lstStyle/>
          <a:p>
            <a:fld id="{ED1AABF0-59A5-4037-929A-6287642C3B54}" type="slidenum">
              <a:rPr lang="en-US" smtClean="0"/>
              <a:t>13</a:t>
            </a:fld>
            <a:endParaRPr lang="en-US"/>
          </a:p>
        </p:txBody>
      </p:sp>
      <mc:AlternateContent xmlns:mc="http://schemas.openxmlformats.org/markup-compatibility/2006" xmlns:a14="http://schemas.microsoft.com/office/drawing/2010/main">
        <mc:Choice Requires="a14">
          <p:sp>
            <p:nvSpPr>
              <p:cNvPr id="5" name="Rectangle 4"/>
              <p:cNvSpPr/>
              <p:nvPr/>
            </p:nvSpPr>
            <p:spPr>
              <a:xfrm>
                <a:off x="1098346" y="2567585"/>
                <a:ext cx="3155864"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𝑎</m:t>
                              </m:r>
                            </m:e>
                          </m:acc>
                        </m:e>
                        <m:sub>
                          <m:r>
                            <a:rPr lang="en-US" sz="2400" i="1">
                              <a:latin typeface="Cambria Math" panose="02040503050406030204" pitchFamily="18" charset="0"/>
                            </a:rPr>
                            <m:t>𝐷𝑟𝑎𝑔</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r>
                        <a:rPr lang="en-US" sz="2400" i="1">
                          <a:latin typeface="Cambria Math" panose="02040503050406030204" pitchFamily="18" charset="0"/>
                          <a:ea typeface="Cambria Math" panose="02040503050406030204" pitchFamily="18" charset="0"/>
                        </a:rPr>
                        <m:t>𝜌</m:t>
                      </m:r>
                      <m:f>
                        <m:fPr>
                          <m:ctrlPr>
                            <a:rPr lang="en-US" sz="2400" i="1">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𝐶</m:t>
                              </m:r>
                            </m:e>
                            <m:sub>
                              <m:r>
                                <a:rPr lang="en-US" sz="2400" i="1">
                                  <a:latin typeface="Cambria Math" panose="02040503050406030204" pitchFamily="18" charset="0"/>
                                  <a:ea typeface="Cambria Math" panose="02040503050406030204" pitchFamily="18" charset="0"/>
                                </a:rPr>
                                <m:t>𝐷</m:t>
                              </m:r>
                            </m:sub>
                          </m:sSub>
                          <m:r>
                            <a:rPr lang="en-US" sz="2400" i="1">
                              <a:latin typeface="Cambria Math" panose="02040503050406030204" pitchFamily="18" charset="0"/>
                              <a:ea typeface="Cambria Math" panose="02040503050406030204" pitchFamily="18" charset="0"/>
                            </a:rPr>
                            <m:t>𝐴</m:t>
                          </m:r>
                        </m:num>
                        <m:den>
                          <m:r>
                            <a:rPr lang="en-US" sz="2400" i="1">
                              <a:latin typeface="Cambria Math" panose="02040503050406030204" pitchFamily="18" charset="0"/>
                              <a:ea typeface="Cambria Math" panose="02040503050406030204" pitchFamily="18" charset="0"/>
                            </a:rPr>
                            <m:t>𝑚</m:t>
                          </m:r>
                        </m:den>
                      </m:f>
                      <m:r>
                        <a:rPr lang="en-US" sz="2400" i="1">
                          <a:latin typeface="Cambria Math" panose="02040503050406030204" pitchFamily="18" charset="0"/>
                          <a:ea typeface="Cambria Math" panose="02040503050406030204" pitchFamily="18" charset="0"/>
                        </a:rPr>
                        <m:t>𝑉</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𝑉</m:t>
                          </m:r>
                        </m:e>
                      </m:acc>
                    </m:oMath>
                  </m:oMathPara>
                </a14:m>
                <a:endParaRPr lang="en-US" sz="2400" dirty="0"/>
              </a:p>
            </p:txBody>
          </p:sp>
        </mc:Choice>
        <mc:Fallback xmlns="">
          <p:sp>
            <p:nvSpPr>
              <p:cNvPr id="5" name="Rectangle 4"/>
              <p:cNvSpPr>
                <a:spLocks noRot="1" noChangeAspect="1" noMove="1" noResize="1" noEditPoints="1" noAdjustHandles="1" noChangeArrowheads="1" noChangeShapeType="1" noTextEdit="1"/>
              </p:cNvSpPr>
              <p:nvPr/>
            </p:nvSpPr>
            <p:spPr>
              <a:xfrm>
                <a:off x="1098346" y="2567585"/>
                <a:ext cx="3155864" cy="786241"/>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499047" y="4507386"/>
                <a:ext cx="1428404" cy="6939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𝐷</m:t>
                              </m:r>
                            </m:sub>
                          </m:sSub>
                          <m:r>
                            <a:rPr lang="en-US" sz="2400" b="0" i="1" smtClean="0">
                              <a:latin typeface="Cambria Math" panose="02040503050406030204" pitchFamily="18" charset="0"/>
                            </a:rPr>
                            <m:t>𝐴</m:t>
                          </m:r>
                        </m:num>
                        <m:den>
                          <m:r>
                            <a:rPr lang="en-US" sz="2400" b="0" i="1" smtClean="0">
                              <a:latin typeface="Cambria Math" panose="02040503050406030204" pitchFamily="18" charset="0"/>
                            </a:rPr>
                            <m:t>𝑚</m:t>
                          </m:r>
                        </m:den>
                      </m:f>
                      <m:r>
                        <a:rPr lang="en-US" sz="240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𝐵𝐶</m:t>
                          </m:r>
                        </m:den>
                      </m:f>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499047" y="4507386"/>
                <a:ext cx="1428404" cy="693908"/>
              </a:xfrm>
              <a:prstGeom prst="rect">
                <a:avLst/>
              </a:prstGeom>
              <a:blipFill rotWithShape="0">
                <a:blip r:embed="rId3"/>
                <a:stretch>
                  <a:fillRect/>
                </a:stretch>
              </a:blipFill>
            </p:spPr>
            <p:txBody>
              <a:bodyPr/>
              <a:lstStyle/>
              <a:p>
                <a:r>
                  <a:rPr lang="en-US">
                    <a:noFill/>
                  </a:rPr>
                  <a:t> </a:t>
                </a:r>
              </a:p>
            </p:txBody>
          </p:sp>
        </mc:Fallback>
      </mc:AlternateContent>
      <p:pic>
        <p:nvPicPr>
          <p:cNvPr id="4098" name="Picture 2" descr="http://images.clipshrine.com/download/wheel/medium-nuclear-rocket-weapon-warhead-missile-166.6-1630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954055">
            <a:off x="7091534" y="573164"/>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178358" y="2186555"/>
            <a:ext cx="1672009" cy="369332"/>
          </a:xfrm>
          <a:prstGeom prst="rect">
            <a:avLst/>
          </a:prstGeom>
          <a:noFill/>
        </p:spPr>
        <p:txBody>
          <a:bodyPr wrap="square" rtlCol="0">
            <a:spAutoFit/>
          </a:bodyPr>
          <a:lstStyle/>
          <a:p>
            <a:r>
              <a:rPr lang="en-US" dirty="0"/>
              <a:t>High BC</a:t>
            </a:r>
          </a:p>
        </p:txBody>
      </p:sp>
      <p:pic>
        <p:nvPicPr>
          <p:cNvPr id="4100" name="Picture 4" descr="http://s.hswstatic.com/gif/spaceship-apollo-12.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341" y="3513977"/>
            <a:ext cx="3810000" cy="287655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5178358" y="4767586"/>
            <a:ext cx="1288302" cy="369332"/>
          </a:xfrm>
          <a:prstGeom prst="rect">
            <a:avLst/>
          </a:prstGeom>
          <a:noFill/>
        </p:spPr>
        <p:txBody>
          <a:bodyPr wrap="square" rtlCol="0">
            <a:spAutoFit/>
          </a:bodyPr>
          <a:lstStyle/>
          <a:p>
            <a:r>
              <a:rPr lang="en-US" dirty="0"/>
              <a:t>Low BC</a:t>
            </a:r>
          </a:p>
        </p:txBody>
      </p:sp>
    </p:spTree>
    <p:extLst>
      <p:ext uri="{BB962C8B-B14F-4D97-AF65-F5344CB8AC3E}">
        <p14:creationId xmlns:p14="http://schemas.microsoft.com/office/powerpoint/2010/main" val="3176708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D1AABF0-59A5-4037-929A-6287642C3B54}" type="slidenum">
              <a:rPr lang="en-US" smtClean="0"/>
              <a:t>14</a:t>
            </a:fld>
            <a:endParaRPr lang="en-US"/>
          </a:p>
        </p:txBody>
      </p:sp>
      <p:pic>
        <p:nvPicPr>
          <p:cNvPr id="11268" name="Picture 4" descr="https://www.agi.com/resources/educational-alliance-program/astro-primer/images/propagators-30.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7981" y="2091917"/>
            <a:ext cx="5720255" cy="424933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8">
            <a:extLst>
              <a:ext uri="{FF2B5EF4-FFF2-40B4-BE49-F238E27FC236}">
                <a16:creationId xmlns:a16="http://schemas.microsoft.com/office/drawing/2014/main" id="{6F863A52-E001-422B-9D04-C785162F7D57}"/>
              </a:ext>
            </a:extLst>
          </p:cNvPr>
          <p:cNvSpPr>
            <a:spLocks noGrp="1"/>
          </p:cNvSpPr>
          <p:nvPr>
            <p:ph type="title"/>
          </p:nvPr>
        </p:nvSpPr>
        <p:spPr>
          <a:xfrm>
            <a:off x="4365856" y="200187"/>
            <a:ext cx="10515600" cy="1325563"/>
          </a:xfrm>
        </p:spPr>
        <p:txBody>
          <a:bodyPr/>
          <a:lstStyle/>
          <a:p>
            <a:r>
              <a:rPr lang="en-US" dirty="0"/>
              <a:t>PERTURBATIONS</a:t>
            </a:r>
          </a:p>
        </p:txBody>
      </p:sp>
      <p:sp>
        <p:nvSpPr>
          <p:cNvPr id="13" name="TextBox 12">
            <a:extLst>
              <a:ext uri="{FF2B5EF4-FFF2-40B4-BE49-F238E27FC236}">
                <a16:creationId xmlns:a16="http://schemas.microsoft.com/office/drawing/2014/main" id="{041DE7DD-85B6-4B9C-BD6E-3F17770DE2AA}"/>
              </a:ext>
            </a:extLst>
          </p:cNvPr>
          <p:cNvSpPr txBox="1"/>
          <p:nvPr/>
        </p:nvSpPr>
        <p:spPr>
          <a:xfrm>
            <a:off x="2475187" y="1381380"/>
            <a:ext cx="4247488" cy="523220"/>
          </a:xfrm>
          <a:prstGeom prst="rect">
            <a:avLst/>
          </a:prstGeom>
          <a:noFill/>
        </p:spPr>
        <p:txBody>
          <a:bodyPr wrap="square" rtlCol="0">
            <a:spAutoFit/>
          </a:bodyPr>
          <a:lstStyle/>
          <a:p>
            <a:r>
              <a:rPr lang="en-US" sz="2800" dirty="0"/>
              <a:t>DRAG EFFECTS</a:t>
            </a:r>
          </a:p>
        </p:txBody>
      </p:sp>
      <p:sp>
        <p:nvSpPr>
          <p:cNvPr id="10" name="TextBox 9">
            <a:extLst>
              <a:ext uri="{FF2B5EF4-FFF2-40B4-BE49-F238E27FC236}">
                <a16:creationId xmlns:a16="http://schemas.microsoft.com/office/drawing/2014/main" id="{C3618DC7-A3D9-4B8B-94B0-4E0A01F6D3A5}"/>
              </a:ext>
            </a:extLst>
          </p:cNvPr>
          <p:cNvSpPr txBox="1"/>
          <p:nvPr/>
        </p:nvSpPr>
        <p:spPr>
          <a:xfrm>
            <a:off x="5052714" y="981270"/>
            <a:ext cx="7440602" cy="923330"/>
          </a:xfrm>
          <a:prstGeom prst="rect">
            <a:avLst/>
          </a:prstGeom>
          <a:noFill/>
        </p:spPr>
        <p:txBody>
          <a:bodyPr wrap="square">
            <a:spAutoFit/>
          </a:bodyPr>
          <a:lstStyle/>
          <a:p>
            <a:r>
              <a:rPr lang="en-US" b="1" i="0" dirty="0">
                <a:solidFill>
                  <a:srgbClr val="404040"/>
                </a:solidFill>
                <a:effectLst/>
                <a:latin typeface="Lato"/>
              </a:rPr>
              <a:t>The swelling of Earth’s upper atmosphere during geomagnetic storms can alter the orbits of satellites, bringing them lower and lower.</a:t>
            </a:r>
            <a:endParaRPr lang="en-US" dirty="0"/>
          </a:p>
        </p:txBody>
      </p:sp>
    </p:spTree>
    <p:extLst>
      <p:ext uri="{BB962C8B-B14F-4D97-AF65-F5344CB8AC3E}">
        <p14:creationId xmlns:p14="http://schemas.microsoft.com/office/powerpoint/2010/main" val="991366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EA2CEC-1222-2461-180D-2D3A0EF9BFB2}"/>
              </a:ext>
            </a:extLst>
          </p:cNvPr>
          <p:cNvSpPr>
            <a:spLocks noGrp="1"/>
          </p:cNvSpPr>
          <p:nvPr>
            <p:ph type="sldNum" sz="quarter" idx="12"/>
          </p:nvPr>
        </p:nvSpPr>
        <p:spPr/>
        <p:txBody>
          <a:bodyPr/>
          <a:lstStyle/>
          <a:p>
            <a:fld id="{24520853-C384-4919-8F9A-9CB57A0B2B64}" type="slidenum">
              <a:rPr lang="en-US" smtClean="0"/>
              <a:t>15</a:t>
            </a:fld>
            <a:endParaRPr lang="en-US"/>
          </a:p>
        </p:txBody>
      </p:sp>
      <p:pic>
        <p:nvPicPr>
          <p:cNvPr id="6" name="Picture 5">
            <a:extLst>
              <a:ext uri="{FF2B5EF4-FFF2-40B4-BE49-F238E27FC236}">
                <a16:creationId xmlns:a16="http://schemas.microsoft.com/office/drawing/2014/main" id="{533838F6-EF71-BEF0-8BCF-294409693C8A}"/>
              </a:ext>
            </a:extLst>
          </p:cNvPr>
          <p:cNvPicPr>
            <a:picLocks noChangeAspect="1"/>
          </p:cNvPicPr>
          <p:nvPr/>
        </p:nvPicPr>
        <p:blipFill>
          <a:blip r:embed="rId2"/>
          <a:stretch>
            <a:fillRect/>
          </a:stretch>
        </p:blipFill>
        <p:spPr>
          <a:xfrm>
            <a:off x="1340069" y="9394"/>
            <a:ext cx="9503042" cy="6864371"/>
          </a:xfrm>
          <a:prstGeom prst="rect">
            <a:avLst/>
          </a:prstGeom>
        </p:spPr>
      </p:pic>
    </p:spTree>
    <p:extLst>
      <p:ext uri="{BB962C8B-B14F-4D97-AF65-F5344CB8AC3E}">
        <p14:creationId xmlns:p14="http://schemas.microsoft.com/office/powerpoint/2010/main" val="3651918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7D13B4B-BA41-5A78-8EFE-D88C6D7ECC33}"/>
              </a:ext>
            </a:extLst>
          </p:cNvPr>
          <p:cNvSpPr>
            <a:spLocks noGrp="1"/>
          </p:cNvSpPr>
          <p:nvPr>
            <p:ph type="sldNum" sz="quarter" idx="12"/>
          </p:nvPr>
        </p:nvSpPr>
        <p:spPr/>
        <p:txBody>
          <a:bodyPr/>
          <a:lstStyle/>
          <a:p>
            <a:fld id="{C83C362F-97FB-4C1E-B0F0-C3069DD0CDD1}" type="slidenum">
              <a:rPr lang="en-US" smtClean="0"/>
              <a:t>16</a:t>
            </a:fld>
            <a:endParaRPr lang="en-US"/>
          </a:p>
        </p:txBody>
      </p:sp>
      <p:graphicFrame>
        <p:nvGraphicFramePr>
          <p:cNvPr id="4" name="Object 3">
            <a:extLst>
              <a:ext uri="{FF2B5EF4-FFF2-40B4-BE49-F238E27FC236}">
                <a16:creationId xmlns:a16="http://schemas.microsoft.com/office/drawing/2014/main" id="{2ACFBF54-BB61-7394-2DCF-F671B0EA21DC}"/>
              </a:ext>
            </a:extLst>
          </p:cNvPr>
          <p:cNvGraphicFramePr>
            <a:graphicFrameLocks noChangeAspect="1"/>
          </p:cNvGraphicFramePr>
          <p:nvPr>
            <p:extLst>
              <p:ext uri="{D42A27DB-BD31-4B8C-83A1-F6EECF244321}">
                <p14:modId xmlns:p14="http://schemas.microsoft.com/office/powerpoint/2010/main" val="4243336976"/>
              </p:ext>
            </p:extLst>
          </p:nvPr>
        </p:nvGraphicFramePr>
        <p:xfrm>
          <a:off x="3016909" y="305655"/>
          <a:ext cx="6681787" cy="2681287"/>
        </p:xfrm>
        <a:graphic>
          <a:graphicData uri="http://schemas.openxmlformats.org/presentationml/2006/ole">
            <mc:AlternateContent xmlns:mc="http://schemas.openxmlformats.org/markup-compatibility/2006">
              <mc:Choice xmlns:v="urn:schemas-microsoft-com:vml" Requires="v">
                <p:oleObj name="Bitmap Image" r:id="rId2" imgW="6681960" imgH="2681280" progId="Paint.Picture">
                  <p:embed/>
                </p:oleObj>
              </mc:Choice>
              <mc:Fallback>
                <p:oleObj name="Bitmap Image" r:id="rId2" imgW="6681960" imgH="2681280" progId="Paint.Picture">
                  <p:embed/>
                  <p:pic>
                    <p:nvPicPr>
                      <p:cNvPr id="4" name="Object 3">
                        <a:extLst>
                          <a:ext uri="{FF2B5EF4-FFF2-40B4-BE49-F238E27FC236}">
                            <a16:creationId xmlns:a16="http://schemas.microsoft.com/office/drawing/2014/main" id="{2ACFBF54-BB61-7394-2DCF-F671B0EA21DC}"/>
                          </a:ext>
                        </a:extLst>
                      </p:cNvPr>
                      <p:cNvPicPr/>
                      <p:nvPr/>
                    </p:nvPicPr>
                    <p:blipFill>
                      <a:blip r:embed="rId3"/>
                      <a:stretch>
                        <a:fillRect/>
                      </a:stretch>
                    </p:blipFill>
                    <p:spPr>
                      <a:xfrm>
                        <a:off x="3016909" y="305655"/>
                        <a:ext cx="6681787" cy="2681287"/>
                      </a:xfrm>
                      <a:prstGeom prst="rect">
                        <a:avLst/>
                      </a:prstGeom>
                    </p:spPr>
                  </p:pic>
                </p:oleObj>
              </mc:Fallback>
            </mc:AlternateContent>
          </a:graphicData>
        </a:graphic>
      </p:graphicFrame>
    </p:spTree>
    <p:extLst>
      <p:ext uri="{BB962C8B-B14F-4D97-AF65-F5344CB8AC3E}">
        <p14:creationId xmlns:p14="http://schemas.microsoft.com/office/powerpoint/2010/main" val="3242010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9BF583-7C7F-B4FB-54CA-5CFAE130251B}"/>
              </a:ext>
            </a:extLst>
          </p:cNvPr>
          <p:cNvSpPr>
            <a:spLocks noGrp="1"/>
          </p:cNvSpPr>
          <p:nvPr>
            <p:ph type="sldNum" sz="quarter" idx="12"/>
          </p:nvPr>
        </p:nvSpPr>
        <p:spPr/>
        <p:txBody>
          <a:bodyPr/>
          <a:lstStyle/>
          <a:p>
            <a:fld id="{C83C362F-97FB-4C1E-B0F0-C3069DD0CDD1}" type="slidenum">
              <a:rPr lang="en-US" smtClean="0"/>
              <a:t>17</a:t>
            </a:fld>
            <a:endParaRPr lang="en-US"/>
          </a:p>
        </p:txBody>
      </p:sp>
      <p:graphicFrame>
        <p:nvGraphicFramePr>
          <p:cNvPr id="4" name="Object 3">
            <a:extLst>
              <a:ext uri="{FF2B5EF4-FFF2-40B4-BE49-F238E27FC236}">
                <a16:creationId xmlns:a16="http://schemas.microsoft.com/office/drawing/2014/main" id="{464F2D7E-06E7-88DF-8771-1F903D3D964C}"/>
              </a:ext>
            </a:extLst>
          </p:cNvPr>
          <p:cNvGraphicFramePr>
            <a:graphicFrameLocks noChangeAspect="1"/>
          </p:cNvGraphicFramePr>
          <p:nvPr>
            <p:extLst>
              <p:ext uri="{D42A27DB-BD31-4B8C-83A1-F6EECF244321}">
                <p14:modId xmlns:p14="http://schemas.microsoft.com/office/powerpoint/2010/main" val="2497376914"/>
              </p:ext>
            </p:extLst>
          </p:nvPr>
        </p:nvGraphicFramePr>
        <p:xfrm>
          <a:off x="1555914" y="369734"/>
          <a:ext cx="8307861" cy="1648253"/>
        </p:xfrm>
        <a:graphic>
          <a:graphicData uri="http://schemas.openxmlformats.org/presentationml/2006/ole">
            <mc:AlternateContent xmlns:mc="http://schemas.openxmlformats.org/markup-compatibility/2006">
              <mc:Choice xmlns:v="urn:schemas-microsoft-com:vml" Requires="v">
                <p:oleObj name="Bitmap Image" r:id="rId2" imgW="4753080" imgH="942840" progId="Paint.Picture">
                  <p:embed/>
                </p:oleObj>
              </mc:Choice>
              <mc:Fallback>
                <p:oleObj name="Bitmap Image" r:id="rId2" imgW="4753080" imgH="942840" progId="Paint.Picture">
                  <p:embed/>
                  <p:pic>
                    <p:nvPicPr>
                      <p:cNvPr id="4" name="Object 3">
                        <a:extLst>
                          <a:ext uri="{FF2B5EF4-FFF2-40B4-BE49-F238E27FC236}">
                            <a16:creationId xmlns:a16="http://schemas.microsoft.com/office/drawing/2014/main" id="{464F2D7E-06E7-88DF-8771-1F903D3D964C}"/>
                          </a:ext>
                        </a:extLst>
                      </p:cNvPr>
                      <p:cNvPicPr/>
                      <p:nvPr/>
                    </p:nvPicPr>
                    <p:blipFill>
                      <a:blip r:embed="rId3"/>
                      <a:stretch>
                        <a:fillRect/>
                      </a:stretch>
                    </p:blipFill>
                    <p:spPr>
                      <a:xfrm>
                        <a:off x="1555914" y="369734"/>
                        <a:ext cx="8307861" cy="1648253"/>
                      </a:xfrm>
                      <a:prstGeom prst="rect">
                        <a:avLst/>
                      </a:prstGeom>
                    </p:spPr>
                  </p:pic>
                </p:oleObj>
              </mc:Fallback>
            </mc:AlternateContent>
          </a:graphicData>
        </a:graphic>
      </p:graphicFrame>
    </p:spTree>
    <p:extLst>
      <p:ext uri="{BB962C8B-B14F-4D97-AF65-F5344CB8AC3E}">
        <p14:creationId xmlns:p14="http://schemas.microsoft.com/office/powerpoint/2010/main" val="1111105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899EAC1-12D0-D06F-EBC2-EF01F5933218}"/>
              </a:ext>
            </a:extLst>
          </p:cNvPr>
          <p:cNvSpPr>
            <a:spLocks noGrp="1"/>
          </p:cNvSpPr>
          <p:nvPr>
            <p:ph type="sldNum" sz="quarter" idx="12"/>
          </p:nvPr>
        </p:nvSpPr>
        <p:spPr/>
        <p:txBody>
          <a:bodyPr/>
          <a:lstStyle/>
          <a:p>
            <a:fld id="{C83C362F-97FB-4C1E-B0F0-C3069DD0CDD1}" type="slidenum">
              <a:rPr lang="en-US" smtClean="0"/>
              <a:t>18</a:t>
            </a:fld>
            <a:endParaRPr lang="en-US"/>
          </a:p>
        </p:txBody>
      </p:sp>
      <p:graphicFrame>
        <p:nvGraphicFramePr>
          <p:cNvPr id="4" name="Object 3">
            <a:extLst>
              <a:ext uri="{FF2B5EF4-FFF2-40B4-BE49-F238E27FC236}">
                <a16:creationId xmlns:a16="http://schemas.microsoft.com/office/drawing/2014/main" id="{8A5CE080-DAC1-25D0-7B91-01234B03607C}"/>
              </a:ext>
            </a:extLst>
          </p:cNvPr>
          <p:cNvGraphicFramePr>
            <a:graphicFrameLocks noChangeAspect="1"/>
          </p:cNvGraphicFramePr>
          <p:nvPr>
            <p:extLst>
              <p:ext uri="{D42A27DB-BD31-4B8C-83A1-F6EECF244321}">
                <p14:modId xmlns:p14="http://schemas.microsoft.com/office/powerpoint/2010/main" val="1818247561"/>
              </p:ext>
            </p:extLst>
          </p:nvPr>
        </p:nvGraphicFramePr>
        <p:xfrm>
          <a:off x="1596571" y="691029"/>
          <a:ext cx="8160646" cy="1839337"/>
        </p:xfrm>
        <a:graphic>
          <a:graphicData uri="http://schemas.openxmlformats.org/presentationml/2006/ole">
            <mc:AlternateContent xmlns:mc="http://schemas.openxmlformats.org/markup-compatibility/2006">
              <mc:Choice xmlns:v="urn:schemas-microsoft-com:vml" Requires="v">
                <p:oleObj name="Bitmap Image" r:id="rId2" imgW="5176800" imgH="1166760" progId="Paint.Picture">
                  <p:embed/>
                </p:oleObj>
              </mc:Choice>
              <mc:Fallback>
                <p:oleObj name="Bitmap Image" r:id="rId2" imgW="5176800" imgH="1166760" progId="Paint.Picture">
                  <p:embed/>
                  <p:pic>
                    <p:nvPicPr>
                      <p:cNvPr id="4" name="Object 3">
                        <a:extLst>
                          <a:ext uri="{FF2B5EF4-FFF2-40B4-BE49-F238E27FC236}">
                            <a16:creationId xmlns:a16="http://schemas.microsoft.com/office/drawing/2014/main" id="{8A5CE080-DAC1-25D0-7B91-01234B03607C}"/>
                          </a:ext>
                        </a:extLst>
                      </p:cNvPr>
                      <p:cNvPicPr/>
                      <p:nvPr/>
                    </p:nvPicPr>
                    <p:blipFill>
                      <a:blip r:embed="rId3"/>
                      <a:stretch>
                        <a:fillRect/>
                      </a:stretch>
                    </p:blipFill>
                    <p:spPr>
                      <a:xfrm>
                        <a:off x="1596571" y="691029"/>
                        <a:ext cx="8160646" cy="1839337"/>
                      </a:xfrm>
                      <a:prstGeom prst="rect">
                        <a:avLst/>
                      </a:prstGeom>
                    </p:spPr>
                  </p:pic>
                </p:oleObj>
              </mc:Fallback>
            </mc:AlternateContent>
          </a:graphicData>
        </a:graphic>
      </p:graphicFrame>
    </p:spTree>
    <p:extLst>
      <p:ext uri="{BB962C8B-B14F-4D97-AF65-F5344CB8AC3E}">
        <p14:creationId xmlns:p14="http://schemas.microsoft.com/office/powerpoint/2010/main" val="304068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882C287-BC91-D12E-6288-0300C28316CF}"/>
              </a:ext>
            </a:extLst>
          </p:cNvPr>
          <p:cNvSpPr>
            <a:spLocks noGrp="1"/>
          </p:cNvSpPr>
          <p:nvPr>
            <p:ph type="sldNum" sz="quarter" idx="12"/>
          </p:nvPr>
        </p:nvSpPr>
        <p:spPr/>
        <p:txBody>
          <a:bodyPr/>
          <a:lstStyle/>
          <a:p>
            <a:fld id="{C83C362F-97FB-4C1E-B0F0-C3069DD0CDD1}" type="slidenum">
              <a:rPr lang="en-US" smtClean="0"/>
              <a:t>19</a:t>
            </a:fld>
            <a:endParaRPr lang="en-US"/>
          </a:p>
        </p:txBody>
      </p:sp>
      <p:graphicFrame>
        <p:nvGraphicFramePr>
          <p:cNvPr id="4" name="Object 3">
            <a:extLst>
              <a:ext uri="{FF2B5EF4-FFF2-40B4-BE49-F238E27FC236}">
                <a16:creationId xmlns:a16="http://schemas.microsoft.com/office/drawing/2014/main" id="{1F546241-0886-A34F-B285-F5E5EF84265A}"/>
              </a:ext>
            </a:extLst>
          </p:cNvPr>
          <p:cNvGraphicFramePr>
            <a:graphicFrameLocks noChangeAspect="1"/>
          </p:cNvGraphicFramePr>
          <p:nvPr>
            <p:extLst>
              <p:ext uri="{D42A27DB-BD31-4B8C-83A1-F6EECF244321}">
                <p14:modId xmlns:p14="http://schemas.microsoft.com/office/powerpoint/2010/main" val="4255592117"/>
              </p:ext>
            </p:extLst>
          </p:nvPr>
        </p:nvGraphicFramePr>
        <p:xfrm>
          <a:off x="1223652" y="609600"/>
          <a:ext cx="9581518" cy="1399547"/>
        </p:xfrm>
        <a:graphic>
          <a:graphicData uri="http://schemas.openxmlformats.org/presentationml/2006/ole">
            <mc:AlternateContent xmlns:mc="http://schemas.openxmlformats.org/markup-compatibility/2006">
              <mc:Choice xmlns:v="urn:schemas-microsoft-com:vml" Requires="v">
                <p:oleObj name="Bitmap Image" r:id="rId2" imgW="6357960" imgH="928800" progId="Paint.Picture">
                  <p:embed/>
                </p:oleObj>
              </mc:Choice>
              <mc:Fallback>
                <p:oleObj name="Bitmap Image" r:id="rId2" imgW="6357960" imgH="928800" progId="Paint.Picture">
                  <p:embed/>
                  <p:pic>
                    <p:nvPicPr>
                      <p:cNvPr id="4" name="Object 3">
                        <a:extLst>
                          <a:ext uri="{FF2B5EF4-FFF2-40B4-BE49-F238E27FC236}">
                            <a16:creationId xmlns:a16="http://schemas.microsoft.com/office/drawing/2014/main" id="{1F546241-0886-A34F-B285-F5E5EF84265A}"/>
                          </a:ext>
                        </a:extLst>
                      </p:cNvPr>
                      <p:cNvPicPr/>
                      <p:nvPr/>
                    </p:nvPicPr>
                    <p:blipFill>
                      <a:blip r:embed="rId3"/>
                      <a:stretch>
                        <a:fillRect/>
                      </a:stretch>
                    </p:blipFill>
                    <p:spPr>
                      <a:xfrm>
                        <a:off x="1223652" y="609600"/>
                        <a:ext cx="9581518" cy="1399547"/>
                      </a:xfrm>
                      <a:prstGeom prst="rect">
                        <a:avLst/>
                      </a:prstGeom>
                    </p:spPr>
                  </p:pic>
                </p:oleObj>
              </mc:Fallback>
            </mc:AlternateContent>
          </a:graphicData>
        </a:graphic>
      </p:graphicFrame>
    </p:spTree>
    <p:extLst>
      <p:ext uri="{BB962C8B-B14F-4D97-AF65-F5344CB8AC3E}">
        <p14:creationId xmlns:p14="http://schemas.microsoft.com/office/powerpoint/2010/main" val="411431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A62E-2344-8DBF-9124-D1353E7E1BE7}"/>
              </a:ext>
            </a:extLst>
          </p:cNvPr>
          <p:cNvSpPr>
            <a:spLocks noGrp="1"/>
          </p:cNvSpPr>
          <p:nvPr>
            <p:ph type="sldNum" sz="quarter" idx="12"/>
          </p:nvPr>
        </p:nvSpPr>
        <p:spPr/>
        <p:txBody>
          <a:bodyPr/>
          <a:lstStyle/>
          <a:p>
            <a:fld id="{C83C362F-97FB-4C1E-B0F0-C3069DD0CDD1}" type="slidenum">
              <a:rPr lang="en-US" smtClean="0"/>
              <a:t>20</a:t>
            </a:fld>
            <a:endParaRPr lang="en-US"/>
          </a:p>
        </p:txBody>
      </p:sp>
      <p:graphicFrame>
        <p:nvGraphicFramePr>
          <p:cNvPr id="4" name="Object 3">
            <a:extLst>
              <a:ext uri="{FF2B5EF4-FFF2-40B4-BE49-F238E27FC236}">
                <a16:creationId xmlns:a16="http://schemas.microsoft.com/office/drawing/2014/main" id="{3E36F144-C87C-6AB9-9417-20B7C26EA823}"/>
              </a:ext>
            </a:extLst>
          </p:cNvPr>
          <p:cNvGraphicFramePr>
            <a:graphicFrameLocks noChangeAspect="1"/>
          </p:cNvGraphicFramePr>
          <p:nvPr>
            <p:extLst>
              <p:ext uri="{D42A27DB-BD31-4B8C-83A1-F6EECF244321}">
                <p14:modId xmlns:p14="http://schemas.microsoft.com/office/powerpoint/2010/main" val="3707881892"/>
              </p:ext>
            </p:extLst>
          </p:nvPr>
        </p:nvGraphicFramePr>
        <p:xfrm>
          <a:off x="3132553" y="578485"/>
          <a:ext cx="4857750" cy="942975"/>
        </p:xfrm>
        <a:graphic>
          <a:graphicData uri="http://schemas.openxmlformats.org/presentationml/2006/ole">
            <mc:AlternateContent xmlns:mc="http://schemas.openxmlformats.org/markup-compatibility/2006">
              <mc:Choice xmlns:v="urn:schemas-microsoft-com:vml" Requires="v">
                <p:oleObj name="Bitmap Image" r:id="rId2" imgW="4857840" imgH="942840" progId="Paint.Picture">
                  <p:embed/>
                </p:oleObj>
              </mc:Choice>
              <mc:Fallback>
                <p:oleObj name="Bitmap Image" r:id="rId2" imgW="4857840" imgH="942840" progId="Paint.Picture">
                  <p:embed/>
                  <p:pic>
                    <p:nvPicPr>
                      <p:cNvPr id="4" name="Object 3">
                        <a:extLst>
                          <a:ext uri="{FF2B5EF4-FFF2-40B4-BE49-F238E27FC236}">
                            <a16:creationId xmlns:a16="http://schemas.microsoft.com/office/drawing/2014/main" id="{3E36F144-C87C-6AB9-9417-20B7C26EA823}"/>
                          </a:ext>
                        </a:extLst>
                      </p:cNvPr>
                      <p:cNvPicPr/>
                      <p:nvPr/>
                    </p:nvPicPr>
                    <p:blipFill>
                      <a:blip r:embed="rId3"/>
                      <a:stretch>
                        <a:fillRect/>
                      </a:stretch>
                    </p:blipFill>
                    <p:spPr>
                      <a:xfrm>
                        <a:off x="3132553" y="578485"/>
                        <a:ext cx="4857750" cy="942975"/>
                      </a:xfrm>
                      <a:prstGeom prst="rect">
                        <a:avLst/>
                      </a:prstGeom>
                    </p:spPr>
                  </p:pic>
                </p:oleObj>
              </mc:Fallback>
            </mc:AlternateContent>
          </a:graphicData>
        </a:graphic>
      </p:graphicFrame>
    </p:spTree>
    <p:extLst>
      <p:ext uri="{BB962C8B-B14F-4D97-AF65-F5344CB8AC3E}">
        <p14:creationId xmlns:p14="http://schemas.microsoft.com/office/powerpoint/2010/main" val="1883573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EA2CEC-1222-2461-180D-2D3A0EF9BFB2}"/>
              </a:ext>
            </a:extLst>
          </p:cNvPr>
          <p:cNvSpPr>
            <a:spLocks noGrp="1"/>
          </p:cNvSpPr>
          <p:nvPr>
            <p:ph type="sldNum" sz="quarter" idx="12"/>
          </p:nvPr>
        </p:nvSpPr>
        <p:spPr/>
        <p:txBody>
          <a:bodyPr/>
          <a:lstStyle/>
          <a:p>
            <a:fld id="{24520853-C384-4919-8F9A-9CB57A0B2B64}" type="slidenum">
              <a:rPr lang="en-US" smtClean="0"/>
              <a:t>21</a:t>
            </a:fld>
            <a:endParaRPr lang="en-US"/>
          </a:p>
        </p:txBody>
      </p:sp>
      <p:pic>
        <p:nvPicPr>
          <p:cNvPr id="6" name="Picture 5">
            <a:extLst>
              <a:ext uri="{FF2B5EF4-FFF2-40B4-BE49-F238E27FC236}">
                <a16:creationId xmlns:a16="http://schemas.microsoft.com/office/drawing/2014/main" id="{533838F6-EF71-BEF0-8BCF-294409693C8A}"/>
              </a:ext>
            </a:extLst>
          </p:cNvPr>
          <p:cNvPicPr>
            <a:picLocks noChangeAspect="1"/>
          </p:cNvPicPr>
          <p:nvPr/>
        </p:nvPicPr>
        <p:blipFill>
          <a:blip r:embed="rId2"/>
          <a:stretch>
            <a:fillRect/>
          </a:stretch>
        </p:blipFill>
        <p:spPr>
          <a:xfrm>
            <a:off x="1340069" y="9394"/>
            <a:ext cx="9503042" cy="6864371"/>
          </a:xfrm>
          <a:prstGeom prst="rect">
            <a:avLst/>
          </a:prstGeom>
        </p:spPr>
      </p:pic>
    </p:spTree>
    <p:extLst>
      <p:ext uri="{BB962C8B-B14F-4D97-AF65-F5344CB8AC3E}">
        <p14:creationId xmlns:p14="http://schemas.microsoft.com/office/powerpoint/2010/main" val="2057486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A5B76-E6EF-DC8F-2887-8ABF550519CA}"/>
              </a:ext>
            </a:extLst>
          </p:cNvPr>
          <p:cNvSpPr>
            <a:spLocks noGrp="1"/>
          </p:cNvSpPr>
          <p:nvPr>
            <p:ph type="title"/>
          </p:nvPr>
        </p:nvSpPr>
        <p:spPr/>
        <p:txBody>
          <a:bodyPr/>
          <a:lstStyle/>
          <a:p>
            <a:r>
              <a:rPr lang="en-US" dirty="0"/>
              <a:t>HOMEWORK PROBLEM 3</a:t>
            </a:r>
          </a:p>
        </p:txBody>
      </p:sp>
      <p:sp>
        <p:nvSpPr>
          <p:cNvPr id="4" name="Slide Number Placeholder 3">
            <a:extLst>
              <a:ext uri="{FF2B5EF4-FFF2-40B4-BE49-F238E27FC236}">
                <a16:creationId xmlns:a16="http://schemas.microsoft.com/office/drawing/2014/main" id="{F2D305EE-E4B4-5057-1670-F736164CB768}"/>
              </a:ext>
            </a:extLst>
          </p:cNvPr>
          <p:cNvSpPr>
            <a:spLocks noGrp="1"/>
          </p:cNvSpPr>
          <p:nvPr>
            <p:ph type="sldNum" sz="quarter" idx="12"/>
          </p:nvPr>
        </p:nvSpPr>
        <p:spPr/>
        <p:txBody>
          <a:bodyPr/>
          <a:lstStyle/>
          <a:p>
            <a:fld id="{24520853-C384-4919-8F9A-9CB57A0B2B64}" type="slidenum">
              <a:rPr lang="en-US" smtClean="0"/>
              <a:t>22</a:t>
            </a:fld>
            <a:endParaRPr lang="en-US"/>
          </a:p>
        </p:txBody>
      </p:sp>
      <p:sp>
        <p:nvSpPr>
          <p:cNvPr id="6" name="TextBox 5">
            <a:extLst>
              <a:ext uri="{FF2B5EF4-FFF2-40B4-BE49-F238E27FC236}">
                <a16:creationId xmlns:a16="http://schemas.microsoft.com/office/drawing/2014/main" id="{DDB663CB-9510-167E-C5C8-F5DADDB10853}"/>
              </a:ext>
            </a:extLst>
          </p:cNvPr>
          <p:cNvSpPr txBox="1"/>
          <p:nvPr/>
        </p:nvSpPr>
        <p:spPr>
          <a:xfrm>
            <a:off x="1893194" y="2047742"/>
            <a:ext cx="7249196" cy="126464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3.  How much drag makeup fuel is needed for the spacecraft in problem 2 to maintain its original orbit for one year?  Assume average solar cycle conditions and monopropellant fuel with an I</a:t>
            </a:r>
            <a:r>
              <a:rPr lang="en-US" sz="1800" baseline="-25000" dirty="0">
                <a:effectLst/>
                <a:latin typeface="Calibri" panose="020F0502020204030204" pitchFamily="34" charset="0"/>
                <a:ea typeface="Calibri" panose="020F0502020204030204" pitchFamily="34" charset="0"/>
                <a:cs typeface="Times New Roman" panose="02020603050405020304" pitchFamily="18" charset="0"/>
              </a:rPr>
              <a:t>sp</a:t>
            </a:r>
            <a:r>
              <a:rPr lang="en-US" sz="1800" dirty="0">
                <a:effectLst/>
                <a:latin typeface="Calibri" panose="020F0502020204030204" pitchFamily="34" charset="0"/>
                <a:ea typeface="Calibri" panose="020F0502020204030204" pitchFamily="34" charset="0"/>
                <a:cs typeface="Times New Roman" panose="02020603050405020304" pitchFamily="18" charset="0"/>
              </a:rPr>
              <a:t> = 200 seconds.  Use your model </a:t>
            </a:r>
            <a:r>
              <a:rPr lang="en-US" sz="1800">
                <a:effectLst/>
                <a:latin typeface="Calibri" panose="020F0502020204030204" pitchFamily="34" charset="0"/>
                <a:ea typeface="Calibri" panose="020F0502020204030204" pitchFamily="34" charset="0"/>
                <a:cs typeface="Times New Roman" panose="02020603050405020304" pitchFamily="18" charset="0"/>
              </a:rPr>
              <a:t>from problem 2 </a:t>
            </a:r>
            <a:r>
              <a:rPr lang="en-US" sz="1800" dirty="0">
                <a:effectLst/>
                <a:latin typeface="Calibri" panose="020F0502020204030204" pitchFamily="34" charset="0"/>
                <a:ea typeface="Calibri" panose="020F0502020204030204" pitchFamily="34" charset="0"/>
                <a:cs typeface="Times New Roman" panose="02020603050405020304" pitchFamily="18" charset="0"/>
              </a:rPr>
              <a:t>to find the atmospheric density.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24573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gradFill rotWithShape="1">
            <a:gsLst>
              <a:gs pos="0">
                <a:schemeClr val="bg1">
                  <a:tint val="90000"/>
                  <a:lumMod val="110000"/>
                </a:schemeClr>
              </a:gs>
              <a:gs pos="100000">
                <a:schemeClr val="bg1">
                  <a:shade val="64000"/>
                  <a:lumMod val="88000"/>
                </a:schemeClr>
              </a:gs>
            </a:gsLst>
            <a:lin ang="5400000" scaled="0"/>
          </a:gradFill>
          <a:ln>
            <a:noFill/>
          </a:ln>
          <a:effectLst/>
        </p:spPr>
        <p:txBody>
          <a:bodyPr/>
          <a:lstStyle/>
          <a:p>
            <a:endParaRPr lang="en-US"/>
          </a:p>
        </p:txBody>
      </p:sp>
      <p:pic>
        <p:nvPicPr>
          <p:cNvPr id="11" name="Picture 2" descr="A picture containing electronics&#10;&#10;Description generated with high confidence"/>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picture containing thing&#10;&#10;Description generated with high confidence"/>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Rectangle 14"/>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solidFill>
            <a:schemeClr val="tx1">
              <a:lumMod val="95000"/>
              <a:lumOff val="5000"/>
            </a:schemeClr>
          </a:solidFill>
          <a:ln>
            <a:noFill/>
          </a:ln>
          <a:effectLst>
            <a:outerShdw blurRad="88900" dist="25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descr="A picture containing thing&#10;&#10;Description generated with high confidence"/>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Title 1">
            <a:extLst>
              <a:ext uri="{FF2B5EF4-FFF2-40B4-BE49-F238E27FC236}">
                <a16:creationId xmlns:a16="http://schemas.microsoft.com/office/drawing/2014/main" id="{65AF3C92-8B92-49DC-A7B4-5BD379644949}"/>
              </a:ext>
            </a:extLst>
          </p:cNvPr>
          <p:cNvSpPr>
            <a:spLocks noGrp="1"/>
          </p:cNvSpPr>
          <p:nvPr>
            <p:ph type="title"/>
          </p:nvPr>
        </p:nvSpPr>
        <p:spPr>
          <a:xfrm>
            <a:off x="959896" y="960814"/>
            <a:ext cx="2732249" cy="4912936"/>
          </a:xfrm>
        </p:spPr>
        <p:txBody>
          <a:bodyPr vert="horz" lIns="91440" tIns="45720" rIns="91440" bIns="45720" rtlCol="0" anchor="b">
            <a:normAutofit/>
          </a:bodyPr>
          <a:lstStyle/>
          <a:p>
            <a:pPr algn="r"/>
            <a:r>
              <a:rPr lang="en-US" sz="4000">
                <a:solidFill>
                  <a:schemeClr val="bg1"/>
                </a:solidFill>
              </a:rPr>
              <a:t>REFERENCES</a:t>
            </a:r>
          </a:p>
        </p:txBody>
      </p:sp>
      <p:sp>
        <p:nvSpPr>
          <p:cNvPr id="3" name="Slide Number Placeholder 2">
            <a:extLst>
              <a:ext uri="{FF2B5EF4-FFF2-40B4-BE49-F238E27FC236}">
                <a16:creationId xmlns:a16="http://schemas.microsoft.com/office/drawing/2014/main" id="{AB98A346-860C-40AF-9268-05BB4DF5849E}"/>
              </a:ext>
            </a:extLst>
          </p:cNvPr>
          <p:cNvSpPr>
            <a:spLocks noGrp="1"/>
          </p:cNvSpPr>
          <p:nvPr>
            <p:ph type="sldNum" sz="quarter" idx="12"/>
          </p:nvPr>
        </p:nvSpPr>
        <p:spPr>
          <a:xfrm>
            <a:off x="10385779" y="5883275"/>
            <a:ext cx="841021" cy="365125"/>
          </a:xfrm>
        </p:spPr>
        <p:txBody>
          <a:bodyPr vert="horz" lIns="91440" tIns="45720" rIns="91440" bIns="45720" rtlCol="0" anchor="ctr">
            <a:normAutofit/>
          </a:bodyPr>
          <a:lstStyle/>
          <a:p>
            <a:fld id="{C83C362F-97FB-4C1E-B0F0-C3069DD0CDD1}" type="slidenum">
              <a:rPr lang="en-US" kern="1200" dirty="0">
                <a:solidFill>
                  <a:schemeClr val="tx1"/>
                </a:solidFill>
                <a:latin typeface="+mn-lt"/>
                <a:ea typeface="+mn-ea"/>
                <a:cs typeface="+mn-cs"/>
              </a:rPr>
              <a:pPr/>
              <a:t>23</a:t>
            </a:fld>
            <a:endParaRPr lang="en-US" kern="1200" dirty="0">
              <a:solidFill>
                <a:schemeClr val="tx1"/>
              </a:solidFill>
              <a:latin typeface="+mn-lt"/>
              <a:ea typeface="+mn-ea"/>
              <a:cs typeface="+mn-cs"/>
            </a:endParaRPr>
          </a:p>
        </p:txBody>
      </p:sp>
      <p:sp>
        <p:nvSpPr>
          <p:cNvPr id="4" name="TextBox 3">
            <a:extLst>
              <a:ext uri="{FF2B5EF4-FFF2-40B4-BE49-F238E27FC236}">
                <a16:creationId xmlns:a16="http://schemas.microsoft.com/office/drawing/2014/main" id="{17DB62D9-EFF1-454D-B1A7-39368DFC01DC}"/>
              </a:ext>
            </a:extLst>
          </p:cNvPr>
          <p:cNvSpPr txBox="1"/>
          <p:nvPr/>
        </p:nvSpPr>
        <p:spPr>
          <a:xfrm>
            <a:off x="4979078" y="960814"/>
            <a:ext cx="6247722" cy="4830385"/>
          </a:xfrm>
          <a:prstGeom prst="rect">
            <a:avLst/>
          </a:prstGeom>
        </p:spPr>
        <p:txBody>
          <a:bodyPr vert="horz" lIns="91440" tIns="45720" rIns="91440" bIns="45720" rtlCol="0" anchor="ctr">
            <a:normAutofit/>
          </a:bodyPr>
          <a:lstStyle/>
          <a:p>
            <a:pPr indent="-228600" defTabSz="914400">
              <a:lnSpc>
                <a:spcPct val="120000"/>
              </a:lnSpc>
              <a:buClr>
                <a:schemeClr val="tx1"/>
              </a:buClr>
              <a:buFont typeface="Arial" panose="020B0604020202020204" pitchFamily="34" charset="0"/>
              <a:buChar char="•"/>
            </a:pPr>
            <a:r>
              <a:rPr lang="en-US" dirty="0" err="1">
                <a:effectLst/>
              </a:rPr>
              <a:t>MAMcIntosh</a:t>
            </a:r>
            <a:r>
              <a:rPr lang="en-US" dirty="0">
                <a:effectLst/>
              </a:rPr>
              <a:t>. (2016, December 14). </a:t>
            </a:r>
            <a:r>
              <a:rPr lang="en-US" i="1" dirty="0">
                <a:effectLst/>
              </a:rPr>
              <a:t>Revolutions in Understanding the Ionosphere, Earth's Interface to Space</a:t>
            </a:r>
            <a:r>
              <a:rPr lang="en-US" dirty="0">
                <a:effectLst/>
              </a:rPr>
              <a:t>. </a:t>
            </a:r>
            <a:r>
              <a:rPr lang="en-US" dirty="0" err="1">
                <a:effectLst/>
              </a:rPr>
              <a:t>Brewminate</a:t>
            </a:r>
            <a:r>
              <a:rPr lang="en-US" dirty="0">
                <a:effectLst/>
              </a:rPr>
              <a:t>. </a:t>
            </a:r>
            <a:r>
              <a:rPr lang="en-US" dirty="0">
                <a:effectLst/>
                <a:hlinkClick r:id="rId4"/>
              </a:rPr>
              <a:t>https://brewminate.com/revolutions-in-understanding-the-ionosphere-earths-interface-to-space/</a:t>
            </a:r>
            <a:endParaRPr lang="en-US" dirty="0">
              <a:effectLst/>
            </a:endParaRPr>
          </a:p>
          <a:p>
            <a:pPr indent="-228600" defTabSz="914400">
              <a:lnSpc>
                <a:spcPct val="120000"/>
              </a:lnSpc>
              <a:buClr>
                <a:schemeClr val="tx1"/>
              </a:buClr>
              <a:buFont typeface="Arial" panose="020B0604020202020204" pitchFamily="34" charset="0"/>
              <a:buChar char="•"/>
            </a:pPr>
            <a:r>
              <a:rPr lang="en-US" dirty="0">
                <a:effectLst/>
              </a:rPr>
              <a:t> </a:t>
            </a:r>
            <a:r>
              <a:rPr lang="en-US" i="1" dirty="0">
                <a:effectLst/>
              </a:rPr>
              <a:t>News</a:t>
            </a:r>
            <a:r>
              <a:rPr lang="en-US" dirty="0">
                <a:effectLst/>
              </a:rPr>
              <a:t>. NOAA National Environmental Satellite, Data, and Information Service (NESDIS). (2016, February 22). </a:t>
            </a:r>
            <a:r>
              <a:rPr lang="en-US" dirty="0">
                <a:effectLst/>
                <a:hlinkClick r:id="rId5"/>
              </a:rPr>
              <a:t>https://www.nesdis.noaa.gov/content/peeling-back-layers-atmosphere</a:t>
            </a:r>
            <a:r>
              <a:rPr lang="en-US" dirty="0">
                <a:effectLst/>
              </a:rPr>
              <a:t> </a:t>
            </a:r>
          </a:p>
          <a:p>
            <a:pPr defTabSz="914400">
              <a:lnSpc>
                <a:spcPct val="120000"/>
              </a:lnSpc>
              <a:buClr>
                <a:schemeClr val="tx1"/>
              </a:buClr>
            </a:pPr>
            <a:endParaRPr lang="en-US" dirty="0">
              <a:effectLst/>
            </a:endParaRPr>
          </a:p>
          <a:p>
            <a:pPr defTabSz="914400">
              <a:lnSpc>
                <a:spcPct val="120000"/>
              </a:lnSpc>
              <a:buClr>
                <a:schemeClr val="tx1"/>
              </a:buClr>
            </a:pPr>
            <a:endParaRPr lang="en-US" cap="all" dirty="0"/>
          </a:p>
        </p:txBody>
      </p:sp>
    </p:spTree>
    <p:extLst>
      <p:ext uri="{BB962C8B-B14F-4D97-AF65-F5344CB8AC3E}">
        <p14:creationId xmlns:p14="http://schemas.microsoft.com/office/powerpoint/2010/main" val="159846105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1338</TotalTime>
  <Words>614</Words>
  <Application>Microsoft Office PowerPoint</Application>
  <PresentationFormat>Widescreen</PresentationFormat>
  <Paragraphs>118</Paragraphs>
  <Slides>23</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3" baseType="lpstr">
      <vt:lpstr>Arial</vt:lpstr>
      <vt:lpstr>Arial Black</vt:lpstr>
      <vt:lpstr>Calibri</vt:lpstr>
      <vt:lpstr>Cambria Math</vt:lpstr>
      <vt:lpstr>Lato</vt:lpstr>
      <vt:lpstr>Symbol</vt:lpstr>
      <vt:lpstr>Times New Roman</vt:lpstr>
      <vt:lpstr>Tw Cen MT</vt:lpstr>
      <vt:lpstr>Droplet</vt:lpstr>
      <vt:lpstr>Bitmap Image</vt:lpstr>
      <vt:lpstr>PowerPoint Presentation</vt:lpstr>
      <vt:lpstr>FORMATION OF THE EARTH’S ATMOSPHERE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AERODYNAMIC FORCES</vt:lpstr>
      <vt:lpstr>Atmospheric Neutral Environment:  Aerodynamic Drag</vt:lpstr>
      <vt:lpstr>DRAG</vt:lpstr>
      <vt:lpstr>AERODYNAMIC FORCES</vt:lpstr>
      <vt:lpstr>PERTURBATIONS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HOMEWORK PROBLEM 3</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Lynnane George</dc:creator>
  <cp:lastModifiedBy>Lynnane George</cp:lastModifiedBy>
  <cp:revision>63</cp:revision>
  <dcterms:created xsi:type="dcterms:W3CDTF">2017-06-12T22:04:21Z</dcterms:created>
  <dcterms:modified xsi:type="dcterms:W3CDTF">2026-06-25T00:54:09Z</dcterms:modified>
</cp:coreProperties>
</file>