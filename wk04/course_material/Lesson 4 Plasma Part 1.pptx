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34"/>
  </p:notesMasterIdLst>
  <p:sldIdLst>
    <p:sldId id="256" r:id="rId2"/>
    <p:sldId id="527" r:id="rId3"/>
    <p:sldId id="521" r:id="rId4"/>
    <p:sldId id="528" r:id="rId5"/>
    <p:sldId id="536" r:id="rId6"/>
    <p:sldId id="258" r:id="rId7"/>
    <p:sldId id="319" r:id="rId8"/>
    <p:sldId id="320" r:id="rId9"/>
    <p:sldId id="322" r:id="rId10"/>
    <p:sldId id="323" r:id="rId11"/>
    <p:sldId id="270" r:id="rId12"/>
    <p:sldId id="326" r:id="rId13"/>
    <p:sldId id="525" r:id="rId14"/>
    <p:sldId id="529" r:id="rId15"/>
    <p:sldId id="530" r:id="rId16"/>
    <p:sldId id="526" r:id="rId17"/>
    <p:sldId id="531" r:id="rId18"/>
    <p:sldId id="523" r:id="rId19"/>
    <p:sldId id="324" r:id="rId20"/>
    <p:sldId id="325" r:id="rId21"/>
    <p:sldId id="327" r:id="rId22"/>
    <p:sldId id="534" r:id="rId23"/>
    <p:sldId id="328" r:id="rId24"/>
    <p:sldId id="535" r:id="rId25"/>
    <p:sldId id="329" r:id="rId26"/>
    <p:sldId id="330" r:id="rId27"/>
    <p:sldId id="333" r:id="rId28"/>
    <p:sldId id="332" r:id="rId29"/>
    <p:sldId id="334" r:id="rId30"/>
    <p:sldId id="524" r:id="rId31"/>
    <p:sldId id="537" r:id="rId32"/>
    <p:sldId id="321"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7010BC-67B9-4074-8342-2D46208D8F18}" v="5" dt="2026-07-08T21:27:12.7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72" y="8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nnane George" userId="065056628ae16e64" providerId="LiveId" clId="{1E9AE552-6B83-46CE-A2DC-1FB506DB1638}"/>
    <pc:docChg chg="custSel addSld delSld modSld">
      <pc:chgData name="Lynnane George" userId="065056628ae16e64" providerId="LiveId" clId="{1E9AE552-6B83-46CE-A2DC-1FB506DB1638}" dt="2026-07-08T21:48:50.954" v="473" actId="478"/>
      <pc:docMkLst>
        <pc:docMk/>
      </pc:docMkLst>
      <pc:sldChg chg="addSp delSp modSp mod">
        <pc:chgData name="Lynnane George" userId="065056628ae16e64" providerId="LiveId" clId="{1E9AE552-6B83-46CE-A2DC-1FB506DB1638}" dt="2026-07-08T21:25:02.630" v="431" actId="478"/>
        <pc:sldMkLst>
          <pc:docMk/>
          <pc:sldMk cId="1838523007" sldId="258"/>
        </pc:sldMkLst>
        <pc:spChg chg="add">
          <ac:chgData name="Lynnane George" userId="065056628ae16e64" providerId="LiveId" clId="{1E9AE552-6B83-46CE-A2DC-1FB506DB1638}" dt="2026-07-04T18:08:17.045" v="37"/>
          <ac:spMkLst>
            <pc:docMk/>
            <pc:sldMk cId="1838523007" sldId="258"/>
            <ac:spMk id="4" creationId="{3E142B86-E777-0FBC-FC94-A5CBB0C9D405}"/>
          </ac:spMkLst>
        </pc:spChg>
        <pc:inkChg chg="add del">
          <ac:chgData name="Lynnane George" userId="065056628ae16e64" providerId="LiveId" clId="{1E9AE552-6B83-46CE-A2DC-1FB506DB1638}" dt="2026-07-08T21:25:02.630" v="431" actId="478"/>
          <ac:inkMkLst>
            <pc:docMk/>
            <pc:sldMk cId="1838523007" sldId="258"/>
            <ac:inkMk id="3" creationId="{D1A70888-410A-9D6A-5189-87FE8959B8DC}"/>
          </ac:inkMkLst>
        </pc:inkChg>
      </pc:sldChg>
      <pc:sldChg chg="addSp delSp mod">
        <pc:chgData name="Lynnane George" userId="065056628ae16e64" providerId="LiveId" clId="{1E9AE552-6B83-46CE-A2DC-1FB506DB1638}" dt="2026-07-08T21:25:37.591" v="436" actId="478"/>
        <pc:sldMkLst>
          <pc:docMk/>
          <pc:sldMk cId="3190384309" sldId="324"/>
        </pc:sldMkLst>
        <pc:inkChg chg="add del">
          <ac:chgData name="Lynnane George" userId="065056628ae16e64" providerId="LiveId" clId="{1E9AE552-6B83-46CE-A2DC-1FB506DB1638}" dt="2026-07-08T21:25:37.591" v="436" actId="478"/>
          <ac:inkMkLst>
            <pc:docMk/>
            <pc:sldMk cId="3190384309" sldId="324"/>
            <ac:inkMk id="3" creationId="{2E3756BC-09A3-8DBB-292A-5572F044EBAE}"/>
          </ac:inkMkLst>
        </pc:inkChg>
      </pc:sldChg>
      <pc:sldChg chg="addSp delSp mod">
        <pc:chgData name="Lynnane George" userId="065056628ae16e64" providerId="LiveId" clId="{1E9AE552-6B83-46CE-A2DC-1FB506DB1638}" dt="2026-07-08T21:25:41.655" v="437" actId="478"/>
        <pc:sldMkLst>
          <pc:docMk/>
          <pc:sldMk cId="1245312993" sldId="325"/>
        </pc:sldMkLst>
        <pc:inkChg chg="add del">
          <ac:chgData name="Lynnane George" userId="065056628ae16e64" providerId="LiveId" clId="{1E9AE552-6B83-46CE-A2DC-1FB506DB1638}" dt="2026-07-08T21:25:41.655" v="437" actId="478"/>
          <ac:inkMkLst>
            <pc:docMk/>
            <pc:sldMk cId="1245312993" sldId="325"/>
            <ac:inkMk id="3" creationId="{D5BE61B5-ADA1-CB2D-9A93-811F588ECCA9}"/>
          </ac:inkMkLst>
        </pc:inkChg>
      </pc:sldChg>
      <pc:sldChg chg="addSp delSp mod">
        <pc:chgData name="Lynnane George" userId="065056628ae16e64" providerId="LiveId" clId="{1E9AE552-6B83-46CE-A2DC-1FB506DB1638}" dt="2026-07-08T21:25:15.481" v="432" actId="478"/>
        <pc:sldMkLst>
          <pc:docMk/>
          <pc:sldMk cId="655594734" sldId="326"/>
        </pc:sldMkLst>
        <pc:inkChg chg="add del">
          <ac:chgData name="Lynnane George" userId="065056628ae16e64" providerId="LiveId" clId="{1E9AE552-6B83-46CE-A2DC-1FB506DB1638}" dt="2026-07-08T21:25:15.481" v="432" actId="478"/>
          <ac:inkMkLst>
            <pc:docMk/>
            <pc:sldMk cId="655594734" sldId="326"/>
            <ac:inkMk id="3" creationId="{1C0E24E5-0DBB-D057-4E0B-7938145DAF3B}"/>
          </ac:inkMkLst>
        </pc:inkChg>
      </pc:sldChg>
      <pc:sldChg chg="addSp delSp modSp mod">
        <pc:chgData name="Lynnane George" userId="065056628ae16e64" providerId="LiveId" clId="{1E9AE552-6B83-46CE-A2DC-1FB506DB1638}" dt="2026-07-08T21:25:45.546" v="438" actId="478"/>
        <pc:sldMkLst>
          <pc:docMk/>
          <pc:sldMk cId="2944205094" sldId="327"/>
        </pc:sldMkLst>
        <pc:spChg chg="mod">
          <ac:chgData name="Lynnane George" userId="065056628ae16e64" providerId="LiveId" clId="{1E9AE552-6B83-46CE-A2DC-1FB506DB1638}" dt="2026-07-04T20:56:56.656" v="169" actId="20577"/>
          <ac:spMkLst>
            <pc:docMk/>
            <pc:sldMk cId="2944205094" sldId="327"/>
            <ac:spMk id="3" creationId="{8CFE9765-B6AA-40B8-8B58-ADA4619D1BB6}"/>
          </ac:spMkLst>
        </pc:spChg>
        <pc:inkChg chg="add del">
          <ac:chgData name="Lynnane George" userId="065056628ae16e64" providerId="LiveId" clId="{1E9AE552-6B83-46CE-A2DC-1FB506DB1638}" dt="2026-07-08T21:25:45.546" v="438" actId="478"/>
          <ac:inkMkLst>
            <pc:docMk/>
            <pc:sldMk cId="2944205094" sldId="327"/>
            <ac:inkMk id="5" creationId="{010CA513-0BA0-09EC-DF4C-96D1A28C88DB}"/>
          </ac:inkMkLst>
        </pc:inkChg>
      </pc:sldChg>
      <pc:sldChg chg="addSp delSp mod">
        <pc:chgData name="Lynnane George" userId="065056628ae16e64" providerId="LiveId" clId="{1E9AE552-6B83-46CE-A2DC-1FB506DB1638}" dt="2026-07-08T21:26:08.559" v="443" actId="478"/>
        <pc:sldMkLst>
          <pc:docMk/>
          <pc:sldMk cId="4084500160" sldId="328"/>
        </pc:sldMkLst>
        <pc:inkChg chg="add del">
          <ac:chgData name="Lynnane George" userId="065056628ae16e64" providerId="LiveId" clId="{1E9AE552-6B83-46CE-A2DC-1FB506DB1638}" dt="2026-07-08T21:26:08.559" v="443" actId="478"/>
          <ac:inkMkLst>
            <pc:docMk/>
            <pc:sldMk cId="4084500160" sldId="328"/>
            <ac:inkMk id="6" creationId="{C3830730-52EA-77EB-86D2-FA77A212D1F7}"/>
          </ac:inkMkLst>
        </pc:inkChg>
      </pc:sldChg>
      <pc:sldChg chg="addSp delSp mod">
        <pc:chgData name="Lynnane George" userId="065056628ae16e64" providerId="LiveId" clId="{1E9AE552-6B83-46CE-A2DC-1FB506DB1638}" dt="2026-07-08T21:26:19.270" v="445" actId="478"/>
        <pc:sldMkLst>
          <pc:docMk/>
          <pc:sldMk cId="3172008932" sldId="329"/>
        </pc:sldMkLst>
        <pc:inkChg chg="add del">
          <ac:chgData name="Lynnane George" userId="065056628ae16e64" providerId="LiveId" clId="{1E9AE552-6B83-46CE-A2DC-1FB506DB1638}" dt="2026-07-08T21:26:19.270" v="445" actId="478"/>
          <ac:inkMkLst>
            <pc:docMk/>
            <pc:sldMk cId="3172008932" sldId="329"/>
            <ac:inkMk id="5" creationId="{22AD3276-B471-4681-3781-2C537168A97D}"/>
          </ac:inkMkLst>
        </pc:inkChg>
      </pc:sldChg>
      <pc:sldChg chg="addSp delSp mod">
        <pc:chgData name="Lynnane George" userId="065056628ae16e64" providerId="LiveId" clId="{1E9AE552-6B83-46CE-A2DC-1FB506DB1638}" dt="2026-07-08T21:48:44.736" v="472" actId="478"/>
        <pc:sldMkLst>
          <pc:docMk/>
          <pc:sldMk cId="1163786011" sldId="330"/>
        </pc:sldMkLst>
        <pc:inkChg chg="add del">
          <ac:chgData name="Lynnane George" userId="065056628ae16e64" providerId="LiveId" clId="{1E9AE552-6B83-46CE-A2DC-1FB506DB1638}" dt="2026-07-08T21:48:44.736" v="472" actId="478"/>
          <ac:inkMkLst>
            <pc:docMk/>
            <pc:sldMk cId="1163786011" sldId="330"/>
            <ac:inkMk id="3" creationId="{4B56247F-6B49-8AA9-0413-A68640DF5252}"/>
          </ac:inkMkLst>
        </pc:inkChg>
      </pc:sldChg>
      <pc:sldChg chg="addSp delSp modSp mod">
        <pc:chgData name="Lynnane George" userId="065056628ae16e64" providerId="LiveId" clId="{1E9AE552-6B83-46CE-A2DC-1FB506DB1638}" dt="2026-07-08T21:26:23.606" v="446" actId="478"/>
        <pc:sldMkLst>
          <pc:docMk/>
          <pc:sldMk cId="3887724446" sldId="332"/>
        </pc:sldMkLst>
        <pc:spChg chg="mod">
          <ac:chgData name="Lynnane George" userId="065056628ae16e64" providerId="LiveId" clId="{1E9AE552-6B83-46CE-A2DC-1FB506DB1638}" dt="2026-07-05T13:31:33.521" v="310"/>
          <ac:spMkLst>
            <pc:docMk/>
            <pc:sldMk cId="3887724446" sldId="332"/>
            <ac:spMk id="9" creationId="{32E0F0B1-412B-4EC9-945E-4D364AB0D6BC}"/>
          </ac:spMkLst>
        </pc:spChg>
        <pc:inkChg chg="add del">
          <ac:chgData name="Lynnane George" userId="065056628ae16e64" providerId="LiveId" clId="{1E9AE552-6B83-46CE-A2DC-1FB506DB1638}" dt="2026-07-08T21:26:23.606" v="446" actId="478"/>
          <ac:inkMkLst>
            <pc:docMk/>
            <pc:sldMk cId="3887724446" sldId="332"/>
            <ac:inkMk id="3" creationId="{C027416C-C414-11CA-1D47-6022BE9E470D}"/>
          </ac:inkMkLst>
        </pc:inkChg>
      </pc:sldChg>
      <pc:sldChg chg="addSp delSp modSp mod">
        <pc:chgData name="Lynnane George" userId="065056628ae16e64" providerId="LiveId" clId="{1E9AE552-6B83-46CE-A2DC-1FB506DB1638}" dt="2026-07-08T21:48:50.954" v="473" actId="478"/>
        <pc:sldMkLst>
          <pc:docMk/>
          <pc:sldMk cId="3418723864" sldId="333"/>
        </pc:sldMkLst>
        <pc:spChg chg="mod">
          <ac:chgData name="Lynnane George" userId="065056628ae16e64" providerId="LiveId" clId="{1E9AE552-6B83-46CE-A2DC-1FB506DB1638}" dt="2026-07-06T18:32:17.206" v="331" actId="20577"/>
          <ac:spMkLst>
            <pc:docMk/>
            <pc:sldMk cId="3418723864" sldId="333"/>
            <ac:spMk id="7" creationId="{FC6E0517-D029-443C-B521-CEFCEF6F20B6}"/>
          </ac:spMkLst>
        </pc:spChg>
        <pc:spChg chg="mod">
          <ac:chgData name="Lynnane George" userId="065056628ae16e64" providerId="LiveId" clId="{1E9AE552-6B83-46CE-A2DC-1FB506DB1638}" dt="2026-07-05T13:21:11.769" v="309" actId="20577"/>
          <ac:spMkLst>
            <pc:docMk/>
            <pc:sldMk cId="3418723864" sldId="333"/>
            <ac:spMk id="9" creationId="{32E0F0B1-412B-4EC9-945E-4D364AB0D6BC}"/>
          </ac:spMkLst>
        </pc:spChg>
        <pc:inkChg chg="add del">
          <ac:chgData name="Lynnane George" userId="065056628ae16e64" providerId="LiveId" clId="{1E9AE552-6B83-46CE-A2DC-1FB506DB1638}" dt="2026-07-08T21:48:50.954" v="473" actId="478"/>
          <ac:inkMkLst>
            <pc:docMk/>
            <pc:sldMk cId="3418723864" sldId="333"/>
            <ac:inkMk id="3" creationId="{ECA7FCD2-D0AC-065C-E2CF-E4F43CED4826}"/>
          </ac:inkMkLst>
        </pc:inkChg>
      </pc:sldChg>
      <pc:sldChg chg="modSp add mod">
        <pc:chgData name="Lynnane George" userId="065056628ae16e64" providerId="LiveId" clId="{1E9AE552-6B83-46CE-A2DC-1FB506DB1638}" dt="2026-07-08T21:22:56.393" v="363" actId="20577"/>
        <pc:sldMkLst>
          <pc:docMk/>
          <pc:sldMk cId="1100958776" sldId="521"/>
        </pc:sldMkLst>
        <pc:spChg chg="mod">
          <ac:chgData name="Lynnane George" userId="065056628ae16e64" providerId="LiveId" clId="{1E9AE552-6B83-46CE-A2DC-1FB506DB1638}" dt="2026-07-08T21:22:45.402" v="344" actId="20577"/>
          <ac:spMkLst>
            <pc:docMk/>
            <pc:sldMk cId="1100958776" sldId="521"/>
            <ac:spMk id="2" creationId="{717D92E9-03CE-2741-CCF7-D4961BFD242F}"/>
          </ac:spMkLst>
        </pc:spChg>
        <pc:spChg chg="mod">
          <ac:chgData name="Lynnane George" userId="065056628ae16e64" providerId="LiveId" clId="{1E9AE552-6B83-46CE-A2DC-1FB506DB1638}" dt="2026-07-08T21:22:56.393" v="363" actId="20577"/>
          <ac:spMkLst>
            <pc:docMk/>
            <pc:sldMk cId="1100958776" sldId="521"/>
            <ac:spMk id="4" creationId="{85705547-0D64-4E8B-ABC3-B75751765CF3}"/>
          </ac:spMkLst>
        </pc:spChg>
        <pc:picChg chg="mod">
          <ac:chgData name="Lynnane George" userId="065056628ae16e64" providerId="LiveId" clId="{1E9AE552-6B83-46CE-A2DC-1FB506DB1638}" dt="2026-07-06T00:09:32.637" v="327"/>
          <ac:picMkLst>
            <pc:docMk/>
            <pc:sldMk cId="1100958776" sldId="521"/>
            <ac:picMk id="1026" creationId="{41BCF404-E05D-449A-AA7D-9487C21ED74A}"/>
          </ac:picMkLst>
        </pc:picChg>
      </pc:sldChg>
      <pc:sldChg chg="addSp delSp modSp mod">
        <pc:chgData name="Lynnane George" userId="065056628ae16e64" providerId="LiveId" clId="{1E9AE552-6B83-46CE-A2DC-1FB506DB1638}" dt="2026-07-08T21:48:27.238" v="471" actId="1076"/>
        <pc:sldMkLst>
          <pc:docMk/>
          <pc:sldMk cId="2673739170" sldId="523"/>
        </pc:sldMkLst>
        <pc:picChg chg="add mod">
          <ac:chgData name="Lynnane George" userId="065056628ae16e64" providerId="LiveId" clId="{1E9AE552-6B83-46CE-A2DC-1FB506DB1638}" dt="2026-07-08T21:48:08.661" v="468" actId="1076"/>
          <ac:picMkLst>
            <pc:docMk/>
            <pc:sldMk cId="2673739170" sldId="523"/>
            <ac:picMk id="3" creationId="{EC575B86-7532-2BDF-D762-5C7C20FEBD6A}"/>
          </ac:picMkLst>
        </pc:picChg>
        <pc:picChg chg="add del mod">
          <ac:chgData name="Lynnane George" userId="065056628ae16e64" providerId="LiveId" clId="{1E9AE552-6B83-46CE-A2DC-1FB506DB1638}" dt="2026-07-08T21:47:35.729" v="464" actId="478"/>
          <ac:picMkLst>
            <pc:docMk/>
            <pc:sldMk cId="2673739170" sldId="523"/>
            <ac:picMk id="5" creationId="{85B3FA3E-BB4E-A060-211C-D9DEB9713F4B}"/>
          </ac:picMkLst>
        </pc:picChg>
        <pc:picChg chg="add mod">
          <ac:chgData name="Lynnane George" userId="065056628ae16e64" providerId="LiveId" clId="{1E9AE552-6B83-46CE-A2DC-1FB506DB1638}" dt="2026-07-08T21:48:27.238" v="471" actId="1076"/>
          <ac:picMkLst>
            <pc:docMk/>
            <pc:sldMk cId="2673739170" sldId="523"/>
            <ac:picMk id="7" creationId="{3793AAF0-1770-AF9A-7154-A8E637887031}"/>
          </ac:picMkLst>
        </pc:picChg>
        <pc:picChg chg="add del mod">
          <ac:chgData name="Lynnane George" userId="065056628ae16e64" providerId="LiveId" clId="{1E9AE552-6B83-46CE-A2DC-1FB506DB1638}" dt="2026-07-08T21:47:38.684" v="465" actId="478"/>
          <ac:picMkLst>
            <pc:docMk/>
            <pc:sldMk cId="2673739170" sldId="523"/>
            <ac:picMk id="9" creationId="{EE5FE8B1-AF0F-F708-A009-C1EF93FA65F1}"/>
          </ac:picMkLst>
        </pc:picChg>
      </pc:sldChg>
      <pc:sldChg chg="addSp delSp modSp mod">
        <pc:chgData name="Lynnane George" userId="065056628ae16e64" providerId="LiveId" clId="{1E9AE552-6B83-46CE-A2DC-1FB506DB1638}" dt="2026-07-08T21:47:21.195" v="463" actId="478"/>
        <pc:sldMkLst>
          <pc:docMk/>
          <pc:sldMk cId="1383458480" sldId="525"/>
        </pc:sldMkLst>
        <pc:spChg chg="mod">
          <ac:chgData name="Lynnane George" userId="065056628ae16e64" providerId="LiveId" clId="{1E9AE552-6B83-46CE-A2DC-1FB506DB1638}" dt="2026-07-04T19:27:02.116" v="67" actId="20577"/>
          <ac:spMkLst>
            <pc:docMk/>
            <pc:sldMk cId="1383458480" sldId="525"/>
            <ac:spMk id="3" creationId="{18D12C69-DC56-4C94-6AC4-22627F26C189}"/>
          </ac:spMkLst>
        </pc:spChg>
        <pc:inkChg chg="add del">
          <ac:chgData name="Lynnane George" userId="065056628ae16e64" providerId="LiveId" clId="{1E9AE552-6B83-46CE-A2DC-1FB506DB1638}" dt="2026-07-08T21:47:21.195" v="463" actId="478"/>
          <ac:inkMkLst>
            <pc:docMk/>
            <pc:sldMk cId="1383458480" sldId="525"/>
            <ac:inkMk id="5" creationId="{95D42FFC-D996-888F-FFD2-E2ABB7217EEB}"/>
          </ac:inkMkLst>
        </pc:inkChg>
      </pc:sldChg>
      <pc:sldChg chg="addSp delSp mod">
        <pc:chgData name="Lynnane George" userId="065056628ae16e64" providerId="LiveId" clId="{1E9AE552-6B83-46CE-A2DC-1FB506DB1638}" dt="2026-07-08T21:25:26.668" v="434" actId="478"/>
        <pc:sldMkLst>
          <pc:docMk/>
          <pc:sldMk cId="2202247574" sldId="526"/>
        </pc:sldMkLst>
        <pc:inkChg chg="add del">
          <ac:chgData name="Lynnane George" userId="065056628ae16e64" providerId="LiveId" clId="{1E9AE552-6B83-46CE-A2DC-1FB506DB1638}" dt="2026-07-08T21:25:26.668" v="434" actId="478"/>
          <ac:inkMkLst>
            <pc:docMk/>
            <pc:sldMk cId="2202247574" sldId="526"/>
            <ac:inkMk id="3" creationId="{725914C5-E07D-0CC5-3CEF-FD0A5391269C}"/>
          </ac:inkMkLst>
        </pc:inkChg>
      </pc:sldChg>
      <pc:sldChg chg="addSp modSp new mod">
        <pc:chgData name="Lynnane George" userId="065056628ae16e64" providerId="LiveId" clId="{1E9AE552-6B83-46CE-A2DC-1FB506DB1638}" dt="2026-07-04T17:56:38.835" v="35"/>
        <pc:sldMkLst>
          <pc:docMk/>
          <pc:sldMk cId="1067905193" sldId="527"/>
        </pc:sldMkLst>
        <pc:spChg chg="mod">
          <ac:chgData name="Lynnane George" userId="065056628ae16e64" providerId="LiveId" clId="{1E9AE552-6B83-46CE-A2DC-1FB506DB1638}" dt="2026-07-04T17:56:36.235" v="34" actId="20577"/>
          <ac:spMkLst>
            <pc:docMk/>
            <pc:sldMk cId="1067905193" sldId="527"/>
            <ac:spMk id="2" creationId="{6B6AB94B-F022-B1C4-07FC-E854159597DD}"/>
          </ac:spMkLst>
        </pc:spChg>
        <pc:graphicFrameChg chg="add mod">
          <ac:chgData name="Lynnane George" userId="065056628ae16e64" providerId="LiveId" clId="{1E9AE552-6B83-46CE-A2DC-1FB506DB1638}" dt="2026-07-04T17:56:38.835" v="35"/>
          <ac:graphicFrameMkLst>
            <pc:docMk/>
            <pc:sldMk cId="1067905193" sldId="527"/>
            <ac:graphicFrameMk id="4" creationId="{F11B677C-F573-02C7-DA0B-A6C46982CAA8}"/>
          </ac:graphicFrameMkLst>
        </pc:graphicFrameChg>
      </pc:sldChg>
      <pc:sldChg chg="modSp add mod">
        <pc:chgData name="Lynnane George" userId="065056628ae16e64" providerId="LiveId" clId="{1E9AE552-6B83-46CE-A2DC-1FB506DB1638}" dt="2026-07-08T21:23:55.401" v="408" actId="20577"/>
        <pc:sldMkLst>
          <pc:docMk/>
          <pc:sldMk cId="3851775674" sldId="528"/>
        </pc:sldMkLst>
        <pc:spChg chg="mod">
          <ac:chgData name="Lynnane George" userId="065056628ae16e64" providerId="LiveId" clId="{1E9AE552-6B83-46CE-A2DC-1FB506DB1638}" dt="2026-07-08T21:23:55.401" v="408" actId="20577"/>
          <ac:spMkLst>
            <pc:docMk/>
            <pc:sldMk cId="3851775674" sldId="528"/>
            <ac:spMk id="2" creationId="{D5ADE160-9744-74AA-5FEE-C3F59FA6DA8C}"/>
          </ac:spMkLst>
        </pc:spChg>
        <pc:spChg chg="mod">
          <ac:chgData name="Lynnane George" userId="065056628ae16e64" providerId="LiveId" clId="{1E9AE552-6B83-46CE-A2DC-1FB506DB1638}" dt="2026-07-08T21:23:12.357" v="388" actId="20577"/>
          <ac:spMkLst>
            <pc:docMk/>
            <pc:sldMk cId="3851775674" sldId="528"/>
            <ac:spMk id="4" creationId="{5F0DFC5F-AEAA-1597-D54A-9EA101F62A70}"/>
          </ac:spMkLst>
        </pc:spChg>
      </pc:sldChg>
      <pc:sldChg chg="addSp delSp modSp new mod">
        <pc:chgData name="Lynnane George" userId="065056628ae16e64" providerId="LiveId" clId="{1E9AE552-6B83-46CE-A2DC-1FB506DB1638}" dt="2026-07-04T19:42:36.757" v="128" actId="1076"/>
        <pc:sldMkLst>
          <pc:docMk/>
          <pc:sldMk cId="520482416" sldId="529"/>
        </pc:sldMkLst>
        <pc:spChg chg="mod">
          <ac:chgData name="Lynnane George" userId="065056628ae16e64" providerId="LiveId" clId="{1E9AE552-6B83-46CE-A2DC-1FB506DB1638}" dt="2026-07-04T19:40:10.084" v="101" actId="1076"/>
          <ac:spMkLst>
            <pc:docMk/>
            <pc:sldMk cId="520482416" sldId="529"/>
            <ac:spMk id="2" creationId="{0CADD2F6-E3CB-AA38-7417-4DD52C65FA41}"/>
          </ac:spMkLst>
        </pc:spChg>
        <pc:picChg chg="add mod">
          <ac:chgData name="Lynnane George" userId="065056628ae16e64" providerId="LiveId" clId="{1E9AE552-6B83-46CE-A2DC-1FB506DB1638}" dt="2026-07-04T19:42:36.757" v="128" actId="1076"/>
          <ac:picMkLst>
            <pc:docMk/>
            <pc:sldMk cId="520482416" sldId="529"/>
            <ac:picMk id="5" creationId="{8FA1A189-1C55-BD61-66C5-9D75C91D9B27}"/>
          </ac:picMkLst>
        </pc:picChg>
        <pc:picChg chg="add mod ord">
          <ac:chgData name="Lynnane George" userId="065056628ae16e64" providerId="LiveId" clId="{1E9AE552-6B83-46CE-A2DC-1FB506DB1638}" dt="2026-07-04T19:42:02.555" v="127" actId="14100"/>
          <ac:picMkLst>
            <pc:docMk/>
            <pc:sldMk cId="520482416" sldId="529"/>
            <ac:picMk id="6" creationId="{257C0591-6E04-A507-E8DB-B303A7D44F6C}"/>
          </ac:picMkLst>
        </pc:picChg>
        <pc:picChg chg="add mod">
          <ac:chgData name="Lynnane George" userId="065056628ae16e64" providerId="LiveId" clId="{1E9AE552-6B83-46CE-A2DC-1FB506DB1638}" dt="2026-07-04T19:41:34.850" v="119" actId="1076"/>
          <ac:picMkLst>
            <pc:docMk/>
            <pc:sldMk cId="520482416" sldId="529"/>
            <ac:picMk id="7" creationId="{302949CF-DDB9-A0CB-7137-91AAAF944063}"/>
          </ac:picMkLst>
        </pc:picChg>
      </pc:sldChg>
      <pc:sldChg chg="addSp delSp add mod">
        <pc:chgData name="Lynnane George" userId="065056628ae16e64" providerId="LiveId" clId="{1E9AE552-6B83-46CE-A2DC-1FB506DB1638}" dt="2026-07-08T21:25:22.441" v="433" actId="478"/>
        <pc:sldMkLst>
          <pc:docMk/>
          <pc:sldMk cId="2954253185" sldId="530"/>
        </pc:sldMkLst>
        <pc:inkChg chg="add del">
          <ac:chgData name="Lynnane George" userId="065056628ae16e64" providerId="LiveId" clId="{1E9AE552-6B83-46CE-A2DC-1FB506DB1638}" dt="2026-07-08T21:25:22.441" v="433" actId="478"/>
          <ac:inkMkLst>
            <pc:docMk/>
            <pc:sldMk cId="2954253185" sldId="530"/>
            <ac:inkMk id="3" creationId="{234E2313-A4C5-0C99-A1C8-863B852F363F}"/>
          </ac:inkMkLst>
        </pc:inkChg>
      </pc:sldChg>
      <pc:sldChg chg="addSp delSp modSp add mod">
        <pc:chgData name="Lynnane George" userId="065056628ae16e64" providerId="LiveId" clId="{1E9AE552-6B83-46CE-A2DC-1FB506DB1638}" dt="2026-07-08T21:25:33.588" v="435" actId="478"/>
        <pc:sldMkLst>
          <pc:docMk/>
          <pc:sldMk cId="3365327823" sldId="531"/>
        </pc:sldMkLst>
        <pc:spChg chg="mod">
          <ac:chgData name="Lynnane George" userId="065056628ae16e64" providerId="LiveId" clId="{1E9AE552-6B83-46CE-A2DC-1FB506DB1638}" dt="2026-07-04T19:59:15.047" v="136" actId="1076"/>
          <ac:spMkLst>
            <pc:docMk/>
            <pc:sldMk cId="3365327823" sldId="531"/>
            <ac:spMk id="2" creationId="{E8FB2499-0212-D13A-C594-926BE6A7DECA}"/>
          </ac:spMkLst>
        </pc:spChg>
        <pc:inkChg chg="add del">
          <ac:chgData name="Lynnane George" userId="065056628ae16e64" providerId="LiveId" clId="{1E9AE552-6B83-46CE-A2DC-1FB506DB1638}" dt="2026-07-08T21:25:33.588" v="435" actId="478"/>
          <ac:inkMkLst>
            <pc:docMk/>
            <pc:sldMk cId="3365327823" sldId="531"/>
            <ac:inkMk id="3" creationId="{1FFCBF0B-0736-19BC-287E-12ECAA3F3415}"/>
          </ac:inkMkLst>
        </pc:inkChg>
      </pc:sldChg>
      <pc:sldChg chg="addSp delSp modSp add mod">
        <pc:chgData name="Lynnane George" userId="065056628ae16e64" providerId="LiveId" clId="{1E9AE552-6B83-46CE-A2DC-1FB506DB1638}" dt="2026-07-08T21:26:03.926" v="442" actId="1076"/>
        <pc:sldMkLst>
          <pc:docMk/>
          <pc:sldMk cId="651721678" sldId="534"/>
        </pc:sldMkLst>
        <pc:spChg chg="mod">
          <ac:chgData name="Lynnane George" userId="065056628ae16e64" providerId="LiveId" clId="{1E9AE552-6B83-46CE-A2DC-1FB506DB1638}" dt="2026-07-08T21:25:59.570" v="441" actId="1076"/>
          <ac:spMkLst>
            <pc:docMk/>
            <pc:sldMk cId="651721678" sldId="534"/>
            <ac:spMk id="2" creationId="{C28C1082-EFF4-6FDC-3630-02DF5B5E6C63}"/>
          </ac:spMkLst>
        </pc:spChg>
        <pc:spChg chg="mod">
          <ac:chgData name="Lynnane George" userId="065056628ae16e64" providerId="LiveId" clId="{1E9AE552-6B83-46CE-A2DC-1FB506DB1638}" dt="2026-07-08T21:26:03.926" v="442" actId="1076"/>
          <ac:spMkLst>
            <pc:docMk/>
            <pc:sldMk cId="651721678" sldId="534"/>
            <ac:spMk id="5" creationId="{B8FA2E63-5C2F-AB5D-533B-5EFFF514C9BE}"/>
          </ac:spMkLst>
        </pc:spChg>
        <pc:inkChg chg="add del">
          <ac:chgData name="Lynnane George" userId="065056628ae16e64" providerId="LiveId" clId="{1E9AE552-6B83-46CE-A2DC-1FB506DB1638}" dt="2026-07-08T21:25:50.327" v="439" actId="478"/>
          <ac:inkMkLst>
            <pc:docMk/>
            <pc:sldMk cId="651721678" sldId="534"/>
            <ac:inkMk id="3" creationId="{0C8600E7-BF5E-210B-DD4D-FAAA0F6289A4}"/>
          </ac:inkMkLst>
        </pc:inkChg>
        <pc:inkChg chg="add del">
          <ac:chgData name="Lynnane George" userId="065056628ae16e64" providerId="LiveId" clId="{1E9AE552-6B83-46CE-A2DC-1FB506DB1638}" dt="2026-07-08T21:25:52.774" v="440" actId="478"/>
          <ac:inkMkLst>
            <pc:docMk/>
            <pc:sldMk cId="651721678" sldId="534"/>
            <ac:inkMk id="6" creationId="{0C94C50F-02B6-0164-88FC-5CE8681B60D8}"/>
          </ac:inkMkLst>
        </pc:inkChg>
      </pc:sldChg>
      <pc:sldChg chg="addSp delSp new mod">
        <pc:chgData name="Lynnane George" userId="065056628ae16e64" providerId="LiveId" clId="{1E9AE552-6B83-46CE-A2DC-1FB506DB1638}" dt="2026-07-08T21:26:12.946" v="444" actId="478"/>
        <pc:sldMkLst>
          <pc:docMk/>
          <pc:sldMk cId="31361820" sldId="535"/>
        </pc:sldMkLst>
        <pc:inkChg chg="add del">
          <ac:chgData name="Lynnane George" userId="065056628ae16e64" providerId="LiveId" clId="{1E9AE552-6B83-46CE-A2DC-1FB506DB1638}" dt="2026-07-08T21:26:12.946" v="444" actId="478"/>
          <ac:inkMkLst>
            <pc:docMk/>
            <pc:sldMk cId="31361820" sldId="535"/>
            <ac:inkMk id="2" creationId="{5CB229C3-8A86-1629-C81A-2D2A83531B1D}"/>
          </ac:inkMkLst>
        </pc:inkChg>
      </pc:sldChg>
      <pc:sldChg chg="modSp add mod">
        <pc:chgData name="Lynnane George" userId="065056628ae16e64" providerId="LiveId" clId="{1E9AE552-6B83-46CE-A2DC-1FB506DB1638}" dt="2026-07-08T21:24:22.394" v="430" actId="20577"/>
        <pc:sldMkLst>
          <pc:docMk/>
          <pc:sldMk cId="2068650061" sldId="536"/>
        </pc:sldMkLst>
        <pc:spChg chg="mod">
          <ac:chgData name="Lynnane George" userId="065056628ae16e64" providerId="LiveId" clId="{1E9AE552-6B83-46CE-A2DC-1FB506DB1638}" dt="2026-07-08T21:24:16.687" v="428" actId="20577"/>
          <ac:spMkLst>
            <pc:docMk/>
            <pc:sldMk cId="2068650061" sldId="536"/>
            <ac:spMk id="2" creationId="{C7016D6C-15B4-05D8-31E0-61A0A066273D}"/>
          </ac:spMkLst>
        </pc:spChg>
        <pc:spChg chg="mod">
          <ac:chgData name="Lynnane George" userId="065056628ae16e64" providerId="LiveId" clId="{1E9AE552-6B83-46CE-A2DC-1FB506DB1638}" dt="2026-07-08T21:24:22.394" v="430" actId="20577"/>
          <ac:spMkLst>
            <pc:docMk/>
            <pc:sldMk cId="2068650061" sldId="536"/>
            <ac:spMk id="4" creationId="{EAAB9473-81E9-FDF2-D1AA-323D003EEC89}"/>
          </ac:spMkLst>
        </pc:spChg>
      </pc:sldChg>
      <pc:sldChg chg="modSp add mod">
        <pc:chgData name="Lynnane George" userId="065056628ae16e64" providerId="LiveId" clId="{1E9AE552-6B83-46CE-A2DC-1FB506DB1638}" dt="2026-07-08T21:27:12.745" v="462" actId="1076"/>
        <pc:sldMkLst>
          <pc:docMk/>
          <pc:sldMk cId="633984919" sldId="537"/>
        </pc:sldMkLst>
        <pc:spChg chg="mod">
          <ac:chgData name="Lynnane George" userId="065056628ae16e64" providerId="LiveId" clId="{1E9AE552-6B83-46CE-A2DC-1FB506DB1638}" dt="2026-07-08T21:27:06.571" v="459" actId="20577"/>
          <ac:spMkLst>
            <pc:docMk/>
            <pc:sldMk cId="633984919" sldId="537"/>
            <ac:spMk id="3" creationId="{0539140E-1A72-796A-AECF-0A18171BB7B2}"/>
          </ac:spMkLst>
        </pc:spChg>
        <pc:picChg chg="mod">
          <ac:chgData name="Lynnane George" userId="065056628ae16e64" providerId="LiveId" clId="{1E9AE552-6B83-46CE-A2DC-1FB506DB1638}" dt="2026-07-08T21:27:12.745" v="462" actId="1076"/>
          <ac:picMkLst>
            <pc:docMk/>
            <pc:sldMk cId="633984919" sldId="537"/>
            <ac:picMk id="1026" creationId="{E52E0346-A0B5-ED6B-DF9A-8037E8DF0BE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326BDA-DC63-4F1E-89FF-0162DDA85E00}" type="datetimeFigureOut">
              <a:rPr lang="en-US" smtClean="0"/>
              <a:t>7/8/2026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EE1DA9-70CD-4924-8F6B-D46BA6EEAFB6}" type="slidenum">
              <a:rPr lang="en-US" smtClean="0"/>
              <a:t>‹#›</a:t>
            </a:fld>
            <a:endParaRPr lang="en-US"/>
          </a:p>
        </p:txBody>
      </p:sp>
    </p:spTree>
    <p:extLst>
      <p:ext uri="{BB962C8B-B14F-4D97-AF65-F5344CB8AC3E}">
        <p14:creationId xmlns:p14="http://schemas.microsoft.com/office/powerpoint/2010/main" val="2460534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028BD7AB-1398-40B5-8AE6-F386DA96E3D5}"/>
              </a:ext>
            </a:extLst>
          </p:cNvPr>
          <p:cNvSpPr>
            <a:spLocks noGrp="1" noRot="1" noChangeAspect="1" noChangeArrowheads="1" noTextEdit="1"/>
          </p:cNvSpPr>
          <p:nvPr>
            <p:ph type="sldImg"/>
          </p:nvPr>
        </p:nvSpPr>
        <p:spPr>
          <a:xfrm>
            <a:off x="460375" y="2590800"/>
            <a:ext cx="6124575" cy="3446463"/>
          </a:xfrm>
          <a:ln/>
        </p:spPr>
      </p:sp>
      <p:sp>
        <p:nvSpPr>
          <p:cNvPr id="87044" name="Oval 4">
            <a:extLst>
              <a:ext uri="{FF2B5EF4-FFF2-40B4-BE49-F238E27FC236}">
                <a16:creationId xmlns:a16="http://schemas.microsoft.com/office/drawing/2014/main" id="{D4F9039F-6558-46D9-9B0A-1BAC63A271D6}"/>
              </a:ext>
            </a:extLst>
          </p:cNvPr>
          <p:cNvSpPr>
            <a:spLocks noChangeArrowheads="1"/>
          </p:cNvSpPr>
          <p:nvPr/>
        </p:nvSpPr>
        <p:spPr bwMode="auto">
          <a:xfrm>
            <a:off x="3043238" y="4381500"/>
            <a:ext cx="606425" cy="180975"/>
          </a:xfrm>
          <a:prstGeom prst="ellipse">
            <a:avLst/>
          </a:prstGeom>
          <a:noFill/>
          <a:ln w="28575">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87045" name="Oval 5">
            <a:extLst>
              <a:ext uri="{FF2B5EF4-FFF2-40B4-BE49-F238E27FC236}">
                <a16:creationId xmlns:a16="http://schemas.microsoft.com/office/drawing/2014/main" id="{F53D9A16-F4E0-4C0F-B358-AAF0283B4530}"/>
              </a:ext>
            </a:extLst>
          </p:cNvPr>
          <p:cNvSpPr>
            <a:spLocks noChangeArrowheads="1"/>
          </p:cNvSpPr>
          <p:nvPr/>
        </p:nvSpPr>
        <p:spPr bwMode="auto">
          <a:xfrm>
            <a:off x="3762375" y="5222875"/>
            <a:ext cx="606425" cy="180975"/>
          </a:xfrm>
          <a:prstGeom prst="ellipse">
            <a:avLst/>
          </a:prstGeom>
          <a:noFill/>
          <a:ln w="28575">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87046" name="Oval 6">
            <a:extLst>
              <a:ext uri="{FF2B5EF4-FFF2-40B4-BE49-F238E27FC236}">
                <a16:creationId xmlns:a16="http://schemas.microsoft.com/office/drawing/2014/main" id="{44C6B91B-2DBC-485C-81AB-83EB693842E1}"/>
              </a:ext>
            </a:extLst>
          </p:cNvPr>
          <p:cNvSpPr>
            <a:spLocks noChangeArrowheads="1"/>
          </p:cNvSpPr>
          <p:nvPr/>
        </p:nvSpPr>
        <p:spPr bwMode="auto">
          <a:xfrm>
            <a:off x="2454275" y="5013325"/>
            <a:ext cx="606425" cy="180975"/>
          </a:xfrm>
          <a:prstGeom prst="ellipse">
            <a:avLst/>
          </a:prstGeom>
          <a:noFill/>
          <a:ln w="28575">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87047" name="Oval 7">
            <a:extLst>
              <a:ext uri="{FF2B5EF4-FFF2-40B4-BE49-F238E27FC236}">
                <a16:creationId xmlns:a16="http://schemas.microsoft.com/office/drawing/2014/main" id="{88627244-4E34-47AB-93D4-42DAE34B54CC}"/>
              </a:ext>
            </a:extLst>
          </p:cNvPr>
          <p:cNvSpPr>
            <a:spLocks noChangeArrowheads="1"/>
          </p:cNvSpPr>
          <p:nvPr/>
        </p:nvSpPr>
        <p:spPr bwMode="auto">
          <a:xfrm>
            <a:off x="2427288" y="4816475"/>
            <a:ext cx="606425" cy="179388"/>
          </a:xfrm>
          <a:prstGeom prst="ellipse">
            <a:avLst/>
          </a:prstGeom>
          <a:noFill/>
          <a:ln w="28575">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87048" name="Oval 8">
            <a:extLst>
              <a:ext uri="{FF2B5EF4-FFF2-40B4-BE49-F238E27FC236}">
                <a16:creationId xmlns:a16="http://schemas.microsoft.com/office/drawing/2014/main" id="{63ECD872-F8C8-4F9D-8CFD-21FC36997884}"/>
              </a:ext>
            </a:extLst>
          </p:cNvPr>
          <p:cNvSpPr>
            <a:spLocks noChangeArrowheads="1"/>
          </p:cNvSpPr>
          <p:nvPr/>
        </p:nvSpPr>
        <p:spPr bwMode="auto">
          <a:xfrm>
            <a:off x="2201863" y="4579938"/>
            <a:ext cx="828675" cy="190500"/>
          </a:xfrm>
          <a:prstGeom prst="ellipse">
            <a:avLst/>
          </a:prstGeom>
          <a:noFill/>
          <a:ln w="28575">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87049" name="Text Box 9">
            <a:extLst>
              <a:ext uri="{FF2B5EF4-FFF2-40B4-BE49-F238E27FC236}">
                <a16:creationId xmlns:a16="http://schemas.microsoft.com/office/drawing/2014/main" id="{9945CD99-1C10-49AC-A876-8E578A0A22D7}"/>
              </a:ext>
            </a:extLst>
          </p:cNvPr>
          <p:cNvSpPr txBox="1">
            <a:spLocks noChangeArrowheads="1"/>
          </p:cNvSpPr>
          <p:nvPr/>
        </p:nvSpPr>
        <p:spPr bwMode="auto">
          <a:xfrm>
            <a:off x="1243013" y="4654550"/>
            <a:ext cx="666750"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5 key areas</a:t>
            </a:r>
          </a:p>
        </p:txBody>
      </p:sp>
      <p:sp>
        <p:nvSpPr>
          <p:cNvPr id="87050" name="Text Box 10">
            <a:extLst>
              <a:ext uri="{FF2B5EF4-FFF2-40B4-BE49-F238E27FC236}">
                <a16:creationId xmlns:a16="http://schemas.microsoft.com/office/drawing/2014/main" id="{457BAB65-215B-4468-B05D-B75BB76BE7C9}"/>
              </a:ext>
            </a:extLst>
          </p:cNvPr>
          <p:cNvSpPr txBox="1">
            <a:spLocks noChangeArrowheads="1"/>
          </p:cNvSpPr>
          <p:nvPr/>
        </p:nvSpPr>
        <p:spPr bwMode="auto">
          <a:xfrm>
            <a:off x="1816100" y="1143000"/>
            <a:ext cx="3173413"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lgn="ctr">
              <a:defRPr/>
            </a:pPr>
            <a:r>
              <a:rPr lang="en-US" altLang="en-US" sz="900" i="1"/>
              <a:t>Before moving into the details of designing space missions, it’s important to take a look at the constraints we’ll be operating under</a:t>
            </a:r>
          </a:p>
        </p:txBody>
      </p:sp>
      <p:sp>
        <p:nvSpPr>
          <p:cNvPr id="2" name="Notes Placeholder 1">
            <a:extLst>
              <a:ext uri="{FF2B5EF4-FFF2-40B4-BE49-F238E27FC236}">
                <a16:creationId xmlns:a16="http://schemas.microsoft.com/office/drawing/2014/main" id="{F8C1989A-E83B-4ADD-9BA1-ABB97083BC7B}"/>
              </a:ext>
            </a:extLst>
          </p:cNvPr>
          <p:cNvSpPr>
            <a:spLocks noGrp="1"/>
          </p:cNvSpPr>
          <p:nvPr>
            <p:ph type="body" idx="1"/>
          </p:nvPr>
        </p:nvSpPr>
        <p:spPr/>
        <p:txBody>
          <a:bodyPr/>
          <a:lstStyle/>
          <a:p>
            <a:r>
              <a:rPr lang="en-US" dirty="0"/>
              <a:t>Expedition 47 from the ISS</a:t>
            </a:r>
          </a:p>
        </p:txBody>
      </p:sp>
    </p:spTree>
    <p:extLst>
      <p:ext uri="{BB962C8B-B14F-4D97-AF65-F5344CB8AC3E}">
        <p14:creationId xmlns:p14="http://schemas.microsoft.com/office/powerpoint/2010/main" val="3176203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369080C2-6FCB-4017-ADFB-9AF863EB7125}"/>
              </a:ext>
            </a:extLst>
          </p:cNvPr>
          <p:cNvSpPr>
            <a:spLocks noGrp="1" noRot="1" noChangeAspect="1" noChangeArrowheads="1" noTextEdit="1"/>
          </p:cNvSpPr>
          <p:nvPr>
            <p:ph type="sldImg"/>
          </p:nvPr>
        </p:nvSpPr>
        <p:spPr>
          <a:xfrm>
            <a:off x="460375" y="2590800"/>
            <a:ext cx="6124575" cy="3446463"/>
          </a:xfrm>
          <a:ln/>
        </p:spPr>
      </p:sp>
      <p:sp>
        <p:nvSpPr>
          <p:cNvPr id="95236" name="Text Box 4">
            <a:extLst>
              <a:ext uri="{FF2B5EF4-FFF2-40B4-BE49-F238E27FC236}">
                <a16:creationId xmlns:a16="http://schemas.microsoft.com/office/drawing/2014/main" id="{C8F38A5C-4EC2-4306-87E2-2EA0AB16D95A}"/>
              </a:ext>
            </a:extLst>
          </p:cNvPr>
          <p:cNvSpPr txBox="1">
            <a:spLocks noChangeArrowheads="1"/>
          </p:cNvSpPr>
          <p:nvPr/>
        </p:nvSpPr>
        <p:spPr bwMode="auto">
          <a:xfrm>
            <a:off x="392113" y="1846263"/>
            <a:ext cx="34163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 variety of environmental effects have a direct impact on the ability of spacecraft subsystems to execute their design objectives</a:t>
            </a:r>
          </a:p>
        </p:txBody>
      </p:sp>
      <p:sp>
        <p:nvSpPr>
          <p:cNvPr id="95237" name="Line 5">
            <a:extLst>
              <a:ext uri="{FF2B5EF4-FFF2-40B4-BE49-F238E27FC236}">
                <a16:creationId xmlns:a16="http://schemas.microsoft.com/office/drawing/2014/main" id="{097650BB-0663-4562-9113-C41D5E5A08DD}"/>
              </a:ext>
            </a:extLst>
          </p:cNvPr>
          <p:cNvSpPr>
            <a:spLocks noChangeShapeType="1"/>
          </p:cNvSpPr>
          <p:nvPr/>
        </p:nvSpPr>
        <p:spPr bwMode="auto">
          <a:xfrm>
            <a:off x="657225" y="2200275"/>
            <a:ext cx="666750" cy="112395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5238" name="Text Box 6">
            <a:extLst>
              <a:ext uri="{FF2B5EF4-FFF2-40B4-BE49-F238E27FC236}">
                <a16:creationId xmlns:a16="http://schemas.microsoft.com/office/drawing/2014/main" id="{EA69EE6C-C9C1-45B7-BEED-60CD343413AE}"/>
              </a:ext>
            </a:extLst>
          </p:cNvPr>
          <p:cNvSpPr txBox="1">
            <a:spLocks noChangeArrowheads="1"/>
          </p:cNvSpPr>
          <p:nvPr/>
        </p:nvSpPr>
        <p:spPr bwMode="auto">
          <a:xfrm>
            <a:off x="1835150" y="7469188"/>
            <a:ext cx="3417888"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This chart provides a good summary of the impacts of the space environment on these subsystems</a:t>
            </a:r>
          </a:p>
          <a:p>
            <a:pPr>
              <a:defRPr/>
            </a:pPr>
            <a:endParaRPr lang="en-US" altLang="en-US" sz="900" i="1"/>
          </a:p>
          <a:p>
            <a:pPr>
              <a:defRPr/>
            </a:pPr>
            <a:r>
              <a:rPr lang="en-US" altLang="en-US" sz="900" i="1">
                <a:sym typeface="Symbol" charset="2"/>
              </a:rPr>
              <a:t>     we’ll walk through each of these areas in the next several slides</a:t>
            </a:r>
            <a:endParaRPr lang="en-US" altLang="en-US" sz="900" i="1"/>
          </a:p>
        </p:txBody>
      </p:sp>
      <p:sp>
        <p:nvSpPr>
          <p:cNvPr id="95239" name="Text Box 7">
            <a:extLst>
              <a:ext uri="{FF2B5EF4-FFF2-40B4-BE49-F238E27FC236}">
                <a16:creationId xmlns:a16="http://schemas.microsoft.com/office/drawing/2014/main" id="{8CC6C045-5E15-4322-8738-58B34454455F}"/>
              </a:ext>
            </a:extLst>
          </p:cNvPr>
          <p:cNvSpPr txBox="1">
            <a:spLocks noChangeArrowheads="1"/>
          </p:cNvSpPr>
          <p:nvPr/>
        </p:nvSpPr>
        <p:spPr bwMode="auto">
          <a:xfrm>
            <a:off x="2462213" y="6184900"/>
            <a:ext cx="34163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Must recognize that extra margin must be designed into spacecraft subsystems to handle these impacts</a:t>
            </a:r>
          </a:p>
        </p:txBody>
      </p:sp>
      <p:sp>
        <p:nvSpPr>
          <p:cNvPr id="95240" name="Line 8">
            <a:extLst>
              <a:ext uri="{FF2B5EF4-FFF2-40B4-BE49-F238E27FC236}">
                <a16:creationId xmlns:a16="http://schemas.microsoft.com/office/drawing/2014/main" id="{A1934AB7-F442-4324-827B-9792A680AEB9}"/>
              </a:ext>
            </a:extLst>
          </p:cNvPr>
          <p:cNvSpPr>
            <a:spLocks noChangeShapeType="1"/>
          </p:cNvSpPr>
          <p:nvPr/>
        </p:nvSpPr>
        <p:spPr bwMode="auto">
          <a:xfrm flipV="1">
            <a:off x="2555875" y="5726113"/>
            <a:ext cx="342900" cy="481012"/>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5241" name="Line 9">
            <a:extLst>
              <a:ext uri="{FF2B5EF4-FFF2-40B4-BE49-F238E27FC236}">
                <a16:creationId xmlns:a16="http://schemas.microsoft.com/office/drawing/2014/main" id="{EAAD7E58-E024-402C-9109-48B783EAFEDE}"/>
              </a:ext>
            </a:extLst>
          </p:cNvPr>
          <p:cNvSpPr>
            <a:spLocks noChangeShapeType="1"/>
          </p:cNvSpPr>
          <p:nvPr/>
        </p:nvSpPr>
        <p:spPr bwMode="auto">
          <a:xfrm flipH="1" flipV="1">
            <a:off x="5000625" y="5684838"/>
            <a:ext cx="363538" cy="503237"/>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2" name="Notes Placeholder 1">
            <a:extLst>
              <a:ext uri="{FF2B5EF4-FFF2-40B4-BE49-F238E27FC236}">
                <a16:creationId xmlns:a16="http://schemas.microsoft.com/office/drawing/2014/main" id="{D38C454D-CE4E-4CF7-81B9-BC627D5ED66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29538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7F630BD-6AFD-485A-AF1E-DA1FBB5D3BE9}"/>
              </a:ext>
            </a:extLst>
          </p:cNvPr>
          <p:cNvSpPr>
            <a:spLocks noGrp="1" noRot="1" noChangeAspect="1" noChangeArrowheads="1" noTextEdit="1"/>
          </p:cNvSpPr>
          <p:nvPr>
            <p:ph type="sldImg"/>
          </p:nvPr>
        </p:nvSpPr>
        <p:spPr>
          <a:xfrm>
            <a:off x="460375" y="2590800"/>
            <a:ext cx="6124575" cy="3446463"/>
          </a:xfrm>
          <a:ln/>
        </p:spPr>
      </p:sp>
      <p:sp>
        <p:nvSpPr>
          <p:cNvPr id="107524" name="Text Box 4">
            <a:extLst>
              <a:ext uri="{FF2B5EF4-FFF2-40B4-BE49-F238E27FC236}">
                <a16:creationId xmlns:a16="http://schemas.microsoft.com/office/drawing/2014/main" id="{99700C0A-DC45-454B-A22A-50F6F284651D}"/>
              </a:ext>
            </a:extLst>
          </p:cNvPr>
          <p:cNvSpPr txBox="1">
            <a:spLocks noChangeArrowheads="1"/>
          </p:cNvSpPr>
          <p:nvPr/>
        </p:nvSpPr>
        <p:spPr bwMode="auto">
          <a:xfrm>
            <a:off x="422275" y="2097088"/>
            <a:ext cx="1962150" cy="471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“gas” of electrically charged particles with kinetic energy greater than the potential energy of attraction</a:t>
            </a:r>
          </a:p>
        </p:txBody>
      </p:sp>
      <p:sp>
        <p:nvSpPr>
          <p:cNvPr id="107525" name="Line 5">
            <a:extLst>
              <a:ext uri="{FF2B5EF4-FFF2-40B4-BE49-F238E27FC236}">
                <a16:creationId xmlns:a16="http://schemas.microsoft.com/office/drawing/2014/main" id="{52090D57-36B0-4015-8B18-D3F8F58D63F4}"/>
              </a:ext>
            </a:extLst>
          </p:cNvPr>
          <p:cNvSpPr>
            <a:spLocks noChangeShapeType="1"/>
          </p:cNvSpPr>
          <p:nvPr/>
        </p:nvSpPr>
        <p:spPr bwMode="auto">
          <a:xfrm>
            <a:off x="738188" y="2571750"/>
            <a:ext cx="706437" cy="6223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7528" name="Text Box 8">
            <a:extLst>
              <a:ext uri="{FF2B5EF4-FFF2-40B4-BE49-F238E27FC236}">
                <a16:creationId xmlns:a16="http://schemas.microsoft.com/office/drawing/2014/main" id="{45A4BD66-48F9-4E34-911D-7DB9172E23E4}"/>
              </a:ext>
            </a:extLst>
          </p:cNvPr>
          <p:cNvSpPr txBox="1">
            <a:spLocks noChangeArrowheads="1"/>
          </p:cNvSpPr>
          <p:nvPr/>
        </p:nvSpPr>
        <p:spPr bwMode="auto">
          <a:xfrm>
            <a:off x="3462338" y="3573463"/>
            <a:ext cx="2365375"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(absolute value is rarely of concern)</a:t>
            </a:r>
          </a:p>
        </p:txBody>
      </p:sp>
      <p:sp>
        <p:nvSpPr>
          <p:cNvPr id="107529" name="Text Box 9">
            <a:extLst>
              <a:ext uri="{FF2B5EF4-FFF2-40B4-BE49-F238E27FC236}">
                <a16:creationId xmlns:a16="http://schemas.microsoft.com/office/drawing/2014/main" id="{2EF3110E-A6CD-4BBE-A2A6-7EC436C377A2}"/>
              </a:ext>
            </a:extLst>
          </p:cNvPr>
          <p:cNvSpPr txBox="1">
            <a:spLocks noChangeArrowheads="1"/>
          </p:cNvSpPr>
          <p:nvPr/>
        </p:nvSpPr>
        <p:spPr bwMode="auto">
          <a:xfrm>
            <a:off x="452438" y="6054725"/>
            <a:ext cx="187166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Closely spaced surfaces create equilibrium by forming a current path</a:t>
            </a:r>
          </a:p>
        </p:txBody>
      </p:sp>
      <p:sp>
        <p:nvSpPr>
          <p:cNvPr id="107530" name="Line 10">
            <a:extLst>
              <a:ext uri="{FF2B5EF4-FFF2-40B4-BE49-F238E27FC236}">
                <a16:creationId xmlns:a16="http://schemas.microsoft.com/office/drawing/2014/main" id="{2CE1C358-A138-43F9-B3A8-6C7CC746480C}"/>
              </a:ext>
            </a:extLst>
          </p:cNvPr>
          <p:cNvSpPr>
            <a:spLocks noChangeShapeType="1"/>
          </p:cNvSpPr>
          <p:nvPr/>
        </p:nvSpPr>
        <p:spPr bwMode="auto">
          <a:xfrm flipV="1">
            <a:off x="646113" y="4691063"/>
            <a:ext cx="1090612" cy="136525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7531" name="Text Box 11">
            <a:extLst>
              <a:ext uri="{FF2B5EF4-FFF2-40B4-BE49-F238E27FC236}">
                <a16:creationId xmlns:a16="http://schemas.microsoft.com/office/drawing/2014/main" id="{E1B8C89E-1778-47A2-A526-BB15A5F3E900}"/>
              </a:ext>
            </a:extLst>
          </p:cNvPr>
          <p:cNvSpPr txBox="1">
            <a:spLocks noChangeArrowheads="1"/>
          </p:cNvSpPr>
          <p:nvPr/>
        </p:nvSpPr>
        <p:spPr bwMode="auto">
          <a:xfrm>
            <a:off x="5553075" y="4216400"/>
            <a:ext cx="12954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EMI is a problem for sensitive electronics</a:t>
            </a:r>
          </a:p>
        </p:txBody>
      </p:sp>
      <p:sp>
        <p:nvSpPr>
          <p:cNvPr id="107532" name="Line 12">
            <a:extLst>
              <a:ext uri="{FF2B5EF4-FFF2-40B4-BE49-F238E27FC236}">
                <a16:creationId xmlns:a16="http://schemas.microsoft.com/office/drawing/2014/main" id="{79465302-446A-4917-B029-488F85F8E094}"/>
              </a:ext>
            </a:extLst>
          </p:cNvPr>
          <p:cNvSpPr>
            <a:spLocks noChangeShapeType="1"/>
          </p:cNvSpPr>
          <p:nvPr/>
        </p:nvSpPr>
        <p:spPr bwMode="auto">
          <a:xfrm flipH="1">
            <a:off x="5535613" y="4570413"/>
            <a:ext cx="595312" cy="452437"/>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7533" name="Arc 13">
            <a:extLst>
              <a:ext uri="{FF2B5EF4-FFF2-40B4-BE49-F238E27FC236}">
                <a16:creationId xmlns:a16="http://schemas.microsoft.com/office/drawing/2014/main" id="{5A994B2F-CF06-4862-BF27-AFAE68405B3A}"/>
              </a:ext>
            </a:extLst>
          </p:cNvPr>
          <p:cNvSpPr>
            <a:spLocks/>
          </p:cNvSpPr>
          <p:nvPr/>
        </p:nvSpPr>
        <p:spPr bwMode="auto">
          <a:xfrm>
            <a:off x="4000500" y="5413375"/>
            <a:ext cx="150813" cy="279400"/>
          </a:xfrm>
          <a:custGeom>
            <a:avLst/>
            <a:gdLst>
              <a:gd name="T0" fmla="*/ 0 w 21600"/>
              <a:gd name="T1" fmla="*/ 0 h 42082"/>
              <a:gd name="T2" fmla="*/ 47883 w 21600"/>
              <a:gd name="T3" fmla="*/ 279400 h 42082"/>
              <a:gd name="T4" fmla="*/ 0 w 21600"/>
              <a:gd name="T5" fmla="*/ 143411 h 42082"/>
              <a:gd name="T6" fmla="*/ 0 60000 65536"/>
              <a:gd name="T7" fmla="*/ 0 60000 65536"/>
              <a:gd name="T8" fmla="*/ 0 60000 65536"/>
            </a:gdLst>
            <a:ahLst/>
            <a:cxnLst>
              <a:cxn ang="T6">
                <a:pos x="T0" y="T1"/>
              </a:cxn>
              <a:cxn ang="T7">
                <a:pos x="T2" y="T3"/>
              </a:cxn>
              <a:cxn ang="T8">
                <a:pos x="T4" y="T5"/>
              </a:cxn>
            </a:cxnLst>
            <a:rect l="0" t="0" r="r" b="b"/>
            <a:pathLst>
              <a:path w="21600" h="42082" fill="none" extrusionOk="0">
                <a:moveTo>
                  <a:pt x="0" y="-1"/>
                </a:moveTo>
                <a:cubicBezTo>
                  <a:pt x="11929" y="0"/>
                  <a:pt x="21600" y="9670"/>
                  <a:pt x="21600" y="21600"/>
                </a:cubicBezTo>
                <a:cubicBezTo>
                  <a:pt x="21600" y="30886"/>
                  <a:pt x="15664" y="39133"/>
                  <a:pt x="6858" y="42082"/>
                </a:cubicBezTo>
              </a:path>
              <a:path w="21600" h="42082" stroke="0" extrusionOk="0">
                <a:moveTo>
                  <a:pt x="0" y="-1"/>
                </a:moveTo>
                <a:cubicBezTo>
                  <a:pt x="11929" y="0"/>
                  <a:pt x="21600" y="9670"/>
                  <a:pt x="21600" y="21600"/>
                </a:cubicBezTo>
                <a:cubicBezTo>
                  <a:pt x="21600" y="30886"/>
                  <a:pt x="15664" y="39133"/>
                  <a:pt x="6858" y="42082"/>
                </a:cubicBezTo>
                <a:lnTo>
                  <a:pt x="0" y="21600"/>
                </a:lnTo>
                <a:lnTo>
                  <a:pt x="0" y="-1"/>
                </a:lnTo>
                <a:close/>
              </a:path>
            </a:pathLst>
          </a:custGeom>
          <a:noFill/>
          <a:ln w="381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endParaRPr lang="en-US"/>
          </a:p>
        </p:txBody>
      </p:sp>
      <p:sp>
        <p:nvSpPr>
          <p:cNvPr id="107534" name="Text Box 14">
            <a:extLst>
              <a:ext uri="{FF2B5EF4-FFF2-40B4-BE49-F238E27FC236}">
                <a16:creationId xmlns:a16="http://schemas.microsoft.com/office/drawing/2014/main" id="{A8CBF543-A51E-4781-975C-15964E54D381}"/>
              </a:ext>
            </a:extLst>
          </p:cNvPr>
          <p:cNvSpPr txBox="1">
            <a:spLocks noChangeArrowheads="1"/>
          </p:cNvSpPr>
          <p:nvPr/>
        </p:nvSpPr>
        <p:spPr bwMode="auto">
          <a:xfrm>
            <a:off x="4210050" y="5381625"/>
            <a:ext cx="1446213"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Effects are similar to the neutral environment</a:t>
            </a:r>
          </a:p>
        </p:txBody>
      </p:sp>
      <p:sp>
        <p:nvSpPr>
          <p:cNvPr id="107535" name="Text Box 15">
            <a:extLst>
              <a:ext uri="{FF2B5EF4-FFF2-40B4-BE49-F238E27FC236}">
                <a16:creationId xmlns:a16="http://schemas.microsoft.com/office/drawing/2014/main" id="{45577A33-FDC0-421A-8982-48F7229D10C6}"/>
              </a:ext>
            </a:extLst>
          </p:cNvPr>
          <p:cNvSpPr txBox="1">
            <a:spLocks noChangeArrowheads="1"/>
          </p:cNvSpPr>
          <p:nvPr/>
        </p:nvSpPr>
        <p:spPr bwMode="auto">
          <a:xfrm>
            <a:off x="4108450" y="6224588"/>
            <a:ext cx="23669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Outgassed materials ionized by solar UV are reattracted to the negatively charged spacecraft (particularly significant in GEO orbits)</a:t>
            </a:r>
          </a:p>
        </p:txBody>
      </p:sp>
      <p:sp>
        <p:nvSpPr>
          <p:cNvPr id="107536" name="Line 16">
            <a:extLst>
              <a:ext uri="{FF2B5EF4-FFF2-40B4-BE49-F238E27FC236}">
                <a16:creationId xmlns:a16="http://schemas.microsoft.com/office/drawing/2014/main" id="{385E3AD9-155F-4331-8964-222C5DEC88CC}"/>
              </a:ext>
            </a:extLst>
          </p:cNvPr>
          <p:cNvSpPr>
            <a:spLocks noChangeShapeType="1"/>
          </p:cNvSpPr>
          <p:nvPr/>
        </p:nvSpPr>
        <p:spPr bwMode="auto">
          <a:xfrm flipH="1" flipV="1">
            <a:off x="4151313" y="5845175"/>
            <a:ext cx="838200" cy="38258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7537" name="Oval 17">
            <a:extLst>
              <a:ext uri="{FF2B5EF4-FFF2-40B4-BE49-F238E27FC236}">
                <a16:creationId xmlns:a16="http://schemas.microsoft.com/office/drawing/2014/main" id="{A4CAF6F4-42C3-4065-9719-CECCDDCDCC04}"/>
              </a:ext>
            </a:extLst>
          </p:cNvPr>
          <p:cNvSpPr>
            <a:spLocks noChangeArrowheads="1"/>
          </p:cNvSpPr>
          <p:nvPr/>
        </p:nvSpPr>
        <p:spPr bwMode="auto">
          <a:xfrm>
            <a:off x="2859088" y="4579938"/>
            <a:ext cx="919162" cy="171450"/>
          </a:xfrm>
          <a:prstGeom prst="ellipse">
            <a:avLst/>
          </a:prstGeom>
          <a:noFill/>
          <a:ln w="38100">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7538" name="Oval 18">
            <a:extLst>
              <a:ext uri="{FF2B5EF4-FFF2-40B4-BE49-F238E27FC236}">
                <a16:creationId xmlns:a16="http://schemas.microsoft.com/office/drawing/2014/main" id="{7EBE9F30-8BB3-44E1-9CCA-CFBC7C7048B9}"/>
              </a:ext>
            </a:extLst>
          </p:cNvPr>
          <p:cNvSpPr>
            <a:spLocks noChangeArrowheads="1"/>
          </p:cNvSpPr>
          <p:nvPr/>
        </p:nvSpPr>
        <p:spPr bwMode="auto">
          <a:xfrm>
            <a:off x="2778125" y="4811713"/>
            <a:ext cx="1150938" cy="169862"/>
          </a:xfrm>
          <a:prstGeom prst="ellipse">
            <a:avLst/>
          </a:prstGeom>
          <a:noFill/>
          <a:ln w="38100">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2" name="Notes Placeholder 1">
            <a:extLst>
              <a:ext uri="{FF2B5EF4-FFF2-40B4-BE49-F238E27FC236}">
                <a16:creationId xmlns:a16="http://schemas.microsoft.com/office/drawing/2014/main" id="{82D97571-8FBE-41B3-9891-792D43D38F57}"/>
              </a:ext>
            </a:extLst>
          </p:cNvPr>
          <p:cNvSpPr>
            <a:spLocks noGrp="1"/>
          </p:cNvSpPr>
          <p:nvPr>
            <p:ph type="body" idx="1"/>
          </p:nvPr>
        </p:nvSpPr>
        <p:spPr/>
        <p:txBody>
          <a:bodyPr/>
          <a:lstStyle/>
          <a:p>
            <a:r>
              <a:rPr lang="en-US" sz="1200" b="1" i="1" kern="1200" dirty="0">
                <a:solidFill>
                  <a:schemeClr val="tx1"/>
                </a:solidFill>
                <a:effectLst/>
                <a:latin typeface="+mn-lt"/>
                <a:ea typeface="+mn-ea"/>
                <a:cs typeface="+mn-cs"/>
              </a:rPr>
              <a:t>Plasma</a:t>
            </a:r>
            <a:r>
              <a:rPr lang="en-US" sz="1200" b="0" i="0" kern="1200" dirty="0">
                <a:solidFill>
                  <a:schemeClr val="tx1"/>
                </a:solidFill>
                <a:effectLst/>
                <a:latin typeface="+mn-lt"/>
                <a:ea typeface="+mn-ea"/>
                <a:cs typeface="+mn-cs"/>
              </a:rPr>
              <a:t> is the most abundant matter in the universe, comprising as much as 99% of the universe’s mass. Plasma consists of neutral particles, positive ions, and electrons. Spacecraft operate in distinctly different plasma environments depending on their mission parameters. Interactions between the plasma regions and the spacecraft cause anomalies as minor as single event upsets (computer bit flips), or as major as degraded performance and damage to electronic components.</a:t>
            </a:r>
            <a:endParaRPr lang="en-US" dirty="0"/>
          </a:p>
        </p:txBody>
      </p:sp>
    </p:spTree>
    <p:extLst>
      <p:ext uri="{BB962C8B-B14F-4D97-AF65-F5344CB8AC3E}">
        <p14:creationId xmlns:p14="http://schemas.microsoft.com/office/powerpoint/2010/main" val="11416987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F2553CF-3753-4030-B956-0E17717FFA8A}" type="datetime1">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37392866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E916AB-E2CE-4F53-9A4E-2FBC689DE670}" type="datetime1">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3941007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822EF1A-AA66-4B8F-8BD3-1CFEF4BAF018}" type="datetime1">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935925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7BFFFF-B27D-42C0-8942-B1D7D407A10C}" type="datetime1">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4121427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A26D884-C82E-4F76-B303-A920A9522777}" type="datetime1">
              <a:rPr lang="en-US" smtClean="0"/>
              <a:t>7/8/2026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2037721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E07E249-A449-44AB-95FB-8B2CAC08AF17}" type="datetime1">
              <a:rPr lang="en-US" smtClean="0"/>
              <a:t>7/8/2026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3377666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553F8C6F-32A6-4D20-87C5-EC8EE6115D51}" type="datetime1">
              <a:rPr lang="en-US" smtClean="0"/>
              <a:t>7/8/2026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236403012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69C19E-A33C-4CFB-9944-D9A62AD8258A}" type="datetime1">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178231067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B358399-CFD0-4FDB-84EC-CBF8080F49A9}" type="datetime1">
              <a:rPr lang="en-US" smtClean="0"/>
              <a:t>7/8/2026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1707087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60FAB3A-94A8-416C-A72C-78EA7864A8CA}" type="datetime1">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2065278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4325F2-1029-4032-926D-3E79E61F9142}" type="datetime1">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20716096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00B6D1-E356-4A33-BBD2-A8FC683A867D}" type="datetime1">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22432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A8412EB-DAA5-4A4C-BC3E-ED7A0C4FEC6D}" type="datetime1">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15810023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8D128B22-4ADF-4D89-BD90-CE9C8E4CCFAE}" type="datetime1">
              <a:rPr lang="en-US" smtClean="0"/>
              <a:t>7/8/2026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42376538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0A2E7B1-1D42-4426-A172-3464B0125CD7}" type="datetime1">
              <a:rPr lang="en-US" smtClean="0"/>
              <a:t>7/8/2026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27807495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5A3ED9-03AD-425C-BFA7-71C22636FC11}" type="datetime1">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37534144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610CF1-5857-4740-8E6E-5A3A3A9C71E7}" type="datetime1">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11981345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A80C47-B259-427A-A753-926FB38AD6FE}" type="datetime1">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520853-C384-4919-8F9A-9CB57A0B2B64}" type="slidenum">
              <a:rPr lang="en-US" smtClean="0"/>
              <a:t>‹#›</a:t>
            </a:fld>
            <a:endParaRPr lang="en-US"/>
          </a:p>
        </p:txBody>
      </p:sp>
    </p:spTree>
    <p:extLst>
      <p:ext uri="{BB962C8B-B14F-4D97-AF65-F5344CB8AC3E}">
        <p14:creationId xmlns:p14="http://schemas.microsoft.com/office/powerpoint/2010/main" val="313249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046AF7F7-8276-44CF-B778-9475BB1EDC85}" type="datetime1">
              <a:rPr lang="en-US" smtClean="0"/>
              <a:t>7/8/2026</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C83C362F-97FB-4C1E-B0F0-C3069DD0CDD1}" type="slidenum">
              <a:rPr lang="en-US" smtClean="0"/>
              <a:t>‹#›</a:t>
            </a:fld>
            <a:endParaRPr lang="en-US"/>
          </a:p>
        </p:txBody>
      </p:sp>
    </p:spTree>
    <p:extLst>
      <p:ext uri="{BB962C8B-B14F-4D97-AF65-F5344CB8AC3E}">
        <p14:creationId xmlns:p14="http://schemas.microsoft.com/office/powerpoint/2010/main" val="167759062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 id="2147483750" r:id="rId18"/>
  </p:sldLayoutIdLst>
  <p:hf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vimeo.com/share/a754c895-e8a9-4ae8-93ec-92e510261700?share=copy&amp;fl=sv&amp;fe=ci" TargetMode="External"/><Relationship Id="rId1" Type="http://schemas.openxmlformats.org/officeDocument/2006/relationships/slideLayout" Target="../slideLayouts/slideLayout18.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40.png"/><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physicsinmyview.com/2020/08/model-of-aristotelian-universe.html" TargetMode="External"/><Relationship Id="rId2" Type="http://schemas.openxmlformats.org/officeDocument/2006/relationships/hyperlink" Target="https://www.britannica.com/biography/Aristotle/Physics-and-metaphysics" TargetMode="External"/><Relationship Id="rId1" Type="http://schemas.openxmlformats.org/officeDocument/2006/relationships/slideLayout" Target="../slideLayouts/slideLayout2.xml"/><Relationship Id="rId4" Type="http://schemas.openxmlformats.org/officeDocument/2006/relationships/hyperlink" Target="https://www.researchgate.net/publication/224186897_Space_solar_cell_edge_interconnect_and_coverglass_designs_and_their_effect_on_spacecraft_charging_and_plasma_interactio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1" name="Rectangle 15">
            <a:extLst>
              <a:ext uri="{FF2B5EF4-FFF2-40B4-BE49-F238E27FC236}">
                <a16:creationId xmlns:a16="http://schemas.microsoft.com/office/drawing/2014/main" id="{32B7A1C4-0D67-41EC-82EA-924449B77866}"/>
              </a:ext>
            </a:extLst>
          </p:cNvPr>
          <p:cNvSpPr>
            <a:spLocks noChangeArrowheads="1"/>
          </p:cNvSpPr>
          <p:nvPr/>
        </p:nvSpPr>
        <p:spPr bwMode="auto">
          <a:xfrm>
            <a:off x="2303462" y="1085942"/>
            <a:ext cx="7610475" cy="1200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pPr algn="ctr">
              <a:defRPr/>
            </a:pPr>
            <a:r>
              <a:rPr lang="en-US" altLang="en-US" sz="3600" dirty="0">
                <a:solidFill>
                  <a:schemeClr val="accent2"/>
                </a:solidFill>
                <a:latin typeface="Arial Black" charset="0"/>
              </a:rPr>
              <a:t>The Space Environment </a:t>
            </a:r>
            <a:br>
              <a:rPr lang="en-US" altLang="en-US" sz="3600" dirty="0">
                <a:solidFill>
                  <a:schemeClr val="accent2"/>
                </a:solidFill>
                <a:latin typeface="Arial Black" charset="0"/>
              </a:rPr>
            </a:br>
            <a:r>
              <a:rPr lang="en-US" altLang="en-US" sz="3600" dirty="0">
                <a:solidFill>
                  <a:schemeClr val="accent2"/>
                </a:solidFill>
                <a:latin typeface="Arial Black" charset="0"/>
              </a:rPr>
              <a:t>Plasma Part 1</a:t>
            </a:r>
            <a:endParaRPr lang="en-US" altLang="en-US" sz="2800" dirty="0">
              <a:solidFill>
                <a:schemeClr val="accent2"/>
              </a:solidFill>
              <a:latin typeface="Arial" charset="0"/>
            </a:endParaRPr>
          </a:p>
        </p:txBody>
      </p:sp>
      <p:sp>
        <p:nvSpPr>
          <p:cNvPr id="4112" name="Rectangle 16">
            <a:extLst>
              <a:ext uri="{FF2B5EF4-FFF2-40B4-BE49-F238E27FC236}">
                <a16:creationId xmlns:a16="http://schemas.microsoft.com/office/drawing/2014/main" id="{A6A8C858-878A-4E23-854E-FE0671A74A6B}"/>
              </a:ext>
            </a:extLst>
          </p:cNvPr>
          <p:cNvSpPr>
            <a:spLocks noChangeArrowheads="1"/>
          </p:cNvSpPr>
          <p:nvPr/>
        </p:nvSpPr>
        <p:spPr bwMode="auto">
          <a:xfrm>
            <a:off x="2171700" y="1081088"/>
            <a:ext cx="7874000" cy="1636712"/>
          </a:xfrm>
          <a:prstGeom prst="rect">
            <a:avLst/>
          </a:prstGeom>
          <a:noFill/>
          <a:ln w="50800">
            <a:solidFill>
              <a:srgbClr val="CC0000"/>
            </a:solidFill>
            <a:miter lim="800000"/>
            <a:headEnd/>
            <a:tailEnd/>
          </a:ln>
          <a:effectLst>
            <a:outerShdw blurRad="63500" dist="107763" dir="2700000" algn="ctr" rotWithShape="0">
              <a:schemeClr val="bg2">
                <a:alpha val="74998"/>
              </a:schemeClr>
            </a:outerShdw>
          </a:effectLst>
          <a:extLst>
            <a:ext uri="{909E8E84-426E-40DD-AFC4-6F175D3DCCD1}">
              <a14:hiddenFill xmlns:a14="http://schemas.microsoft.com/office/drawing/2010/main">
                <a:solidFill>
                  <a:schemeClr val="accent1"/>
                </a:solidFill>
              </a14:hiddenFill>
            </a:ext>
          </a:extLst>
        </p:spPr>
        <p:txBody>
          <a:bodyPr wrap="none" anchor="ctr"/>
          <a:lstStyle/>
          <a:p>
            <a:pPr algn="ctr">
              <a:defRPr/>
            </a:pPr>
            <a:endParaRPr lang="en-US" altLang="en-US">
              <a:solidFill>
                <a:schemeClr val="accent2"/>
              </a:solidFill>
              <a:latin typeface="Times New Roman" charset="0"/>
            </a:endParaRPr>
          </a:p>
        </p:txBody>
      </p:sp>
      <p:sp>
        <p:nvSpPr>
          <p:cNvPr id="4113" name="Rectangle 17">
            <a:extLst>
              <a:ext uri="{FF2B5EF4-FFF2-40B4-BE49-F238E27FC236}">
                <a16:creationId xmlns:a16="http://schemas.microsoft.com/office/drawing/2014/main" id="{10C628A5-F103-4E8B-9B3A-D5847D775AEF}"/>
              </a:ext>
            </a:extLst>
          </p:cNvPr>
          <p:cNvSpPr>
            <a:spLocks noChangeArrowheads="1"/>
          </p:cNvSpPr>
          <p:nvPr/>
        </p:nvSpPr>
        <p:spPr bwMode="auto">
          <a:xfrm>
            <a:off x="5798572" y="3254376"/>
            <a:ext cx="6746875" cy="270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lvl1pPr marL="285750" indent="-285750">
              <a:defRPr sz="2400">
                <a:solidFill>
                  <a:schemeClr val="tx1"/>
                </a:solidFill>
                <a:latin typeface="Times New Roman" charset="0"/>
              </a:defRPr>
            </a:lvl1pPr>
            <a:lvl2pPr marL="628650" indent="-228600">
              <a:defRPr sz="2400">
                <a:solidFill>
                  <a:schemeClr val="tx1"/>
                </a:solidFill>
                <a:latin typeface="Times New Roman" charset="0"/>
              </a:defRPr>
            </a:lvl2pPr>
            <a:lvl3pPr marL="971550" indent="-228600">
              <a:defRPr sz="2400">
                <a:solidFill>
                  <a:schemeClr val="tx1"/>
                </a:solidFill>
                <a:latin typeface="Times New Roman" charset="0"/>
              </a:defRPr>
            </a:lvl3pPr>
            <a:lvl4pPr marL="1257300" indent="-171450">
              <a:defRPr sz="2400">
                <a:solidFill>
                  <a:schemeClr val="tx1"/>
                </a:solidFill>
                <a:latin typeface="Times New Roman" charset="0"/>
              </a:defRPr>
            </a:lvl4pPr>
            <a:lvl5pPr marL="1543050" indent="-171450">
              <a:defRPr sz="2400">
                <a:solidFill>
                  <a:schemeClr val="tx1"/>
                </a:solidFill>
                <a:latin typeface="Times New Roman" charset="0"/>
              </a:defRPr>
            </a:lvl5pPr>
            <a:lvl6pPr marL="2000250" indent="-171450" eaLnBrk="0" fontAlgn="base" hangingPunct="0">
              <a:spcBef>
                <a:spcPct val="0"/>
              </a:spcBef>
              <a:spcAft>
                <a:spcPct val="0"/>
              </a:spcAft>
              <a:defRPr sz="2400">
                <a:solidFill>
                  <a:schemeClr val="tx1"/>
                </a:solidFill>
                <a:latin typeface="Times New Roman" charset="0"/>
              </a:defRPr>
            </a:lvl6pPr>
            <a:lvl7pPr marL="2457450" indent="-171450" eaLnBrk="0" fontAlgn="base" hangingPunct="0">
              <a:spcBef>
                <a:spcPct val="0"/>
              </a:spcBef>
              <a:spcAft>
                <a:spcPct val="0"/>
              </a:spcAft>
              <a:defRPr sz="2400">
                <a:solidFill>
                  <a:schemeClr val="tx1"/>
                </a:solidFill>
                <a:latin typeface="Times New Roman" charset="0"/>
              </a:defRPr>
            </a:lvl7pPr>
            <a:lvl8pPr marL="2914650" indent="-171450" eaLnBrk="0" fontAlgn="base" hangingPunct="0">
              <a:spcBef>
                <a:spcPct val="0"/>
              </a:spcBef>
              <a:spcAft>
                <a:spcPct val="0"/>
              </a:spcAft>
              <a:defRPr sz="2400">
                <a:solidFill>
                  <a:schemeClr val="tx1"/>
                </a:solidFill>
                <a:latin typeface="Times New Roman" charset="0"/>
              </a:defRPr>
            </a:lvl8pPr>
            <a:lvl9pPr marL="3371850" indent="-171450" eaLnBrk="0" fontAlgn="base" hangingPunct="0">
              <a:spcBef>
                <a:spcPct val="0"/>
              </a:spcBef>
              <a:spcAft>
                <a:spcPct val="0"/>
              </a:spcAft>
              <a:defRPr sz="2400">
                <a:solidFill>
                  <a:schemeClr val="tx1"/>
                </a:solidFill>
                <a:latin typeface="Times New Roman" charset="0"/>
              </a:defRPr>
            </a:lvl9pPr>
          </a:lstStyle>
          <a:p>
            <a:pPr lvl="1">
              <a:lnSpc>
                <a:spcPct val="120000"/>
              </a:lnSpc>
              <a:spcBef>
                <a:spcPct val="20000"/>
              </a:spcBef>
              <a:buFontTx/>
              <a:buChar char="•"/>
              <a:defRPr/>
            </a:pPr>
            <a:r>
              <a:rPr lang="en-US" altLang="en-US" sz="2000" dirty="0">
                <a:latin typeface="Arial" charset="0"/>
              </a:rPr>
              <a:t>The </a:t>
            </a:r>
            <a:r>
              <a:rPr lang="en-US" altLang="en-US" sz="2000" dirty="0">
                <a:solidFill>
                  <a:schemeClr val="accent2"/>
                </a:solidFill>
                <a:latin typeface="Arial" charset="0"/>
              </a:rPr>
              <a:t>plasma</a:t>
            </a:r>
            <a:r>
              <a:rPr lang="en-US" altLang="en-US" sz="2000" dirty="0">
                <a:latin typeface="Arial" charset="0"/>
              </a:rPr>
              <a:t> environment</a:t>
            </a:r>
          </a:p>
          <a:p>
            <a:pPr lvl="2">
              <a:lnSpc>
                <a:spcPct val="120000"/>
              </a:lnSpc>
              <a:spcBef>
                <a:spcPct val="20000"/>
              </a:spcBef>
              <a:buFontTx/>
              <a:buChar char="•"/>
              <a:defRPr/>
            </a:pPr>
            <a:r>
              <a:rPr lang="en-US" altLang="en-US" sz="2000" dirty="0">
                <a:latin typeface="Arial" charset="0"/>
              </a:rPr>
              <a:t>  Plasma oscillations</a:t>
            </a:r>
            <a:endParaRPr lang="en-US" altLang="en-US" sz="2000" dirty="0">
              <a:solidFill>
                <a:schemeClr val="accent2"/>
              </a:solidFill>
              <a:latin typeface="Arial" charset="0"/>
            </a:endParaRPr>
          </a:p>
        </p:txBody>
      </p:sp>
      <p:sp>
        <p:nvSpPr>
          <p:cNvPr id="4114" name="Text Box 18">
            <a:extLst>
              <a:ext uri="{FF2B5EF4-FFF2-40B4-BE49-F238E27FC236}">
                <a16:creationId xmlns:a16="http://schemas.microsoft.com/office/drawing/2014/main" id="{CF21CB76-BE2F-4041-8580-36B68AC18258}"/>
              </a:ext>
            </a:extLst>
          </p:cNvPr>
          <p:cNvSpPr txBox="1">
            <a:spLocks noChangeArrowheads="1"/>
          </p:cNvSpPr>
          <p:nvPr/>
        </p:nvSpPr>
        <p:spPr bwMode="auto">
          <a:xfrm>
            <a:off x="6112319" y="5497420"/>
            <a:ext cx="44958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400">
                <a:solidFill>
                  <a:schemeClr val="tx1"/>
                </a:solidFill>
                <a:latin typeface="Times New Roman" charset="0"/>
              </a:defRPr>
            </a:lvl1pPr>
            <a:lvl2pPr marL="177800">
              <a:defRPr sz="2400">
                <a:solidFill>
                  <a:schemeClr val="tx1"/>
                </a:solidFill>
                <a:latin typeface="Times New Roman" charset="0"/>
              </a:defRPr>
            </a:lvl2pPr>
            <a:lvl3pPr>
              <a:defRPr sz="2400">
                <a:solidFill>
                  <a:schemeClr val="tx1"/>
                </a:solidFill>
                <a:latin typeface="Times New Roman" charset="0"/>
              </a:defRPr>
            </a:lvl3pPr>
            <a:lvl4pPr>
              <a:defRPr sz="2400">
                <a:solidFill>
                  <a:schemeClr val="tx1"/>
                </a:solidFill>
                <a:latin typeface="Times New Roman" charset="0"/>
              </a:defRPr>
            </a:lvl4pPr>
            <a:lvl5pPr>
              <a:defRPr sz="2400">
                <a:solidFill>
                  <a:schemeClr val="tx1"/>
                </a:solidFill>
                <a:latin typeface="Times New Roman" charset="0"/>
              </a:defRPr>
            </a:lvl5pPr>
            <a:lvl6pPr eaLnBrk="0" fontAlgn="base" hangingPunct="0">
              <a:spcBef>
                <a:spcPct val="0"/>
              </a:spcBef>
              <a:spcAft>
                <a:spcPct val="0"/>
              </a:spcAft>
              <a:defRPr sz="2400">
                <a:solidFill>
                  <a:schemeClr val="tx1"/>
                </a:solidFill>
                <a:latin typeface="Times New Roman" charset="0"/>
              </a:defRPr>
            </a:lvl6pPr>
            <a:lvl7pPr eaLnBrk="0" fontAlgn="base" hangingPunct="0">
              <a:spcBef>
                <a:spcPct val="0"/>
              </a:spcBef>
              <a:spcAft>
                <a:spcPct val="0"/>
              </a:spcAft>
              <a:defRPr sz="2400">
                <a:solidFill>
                  <a:schemeClr val="tx1"/>
                </a:solidFill>
                <a:latin typeface="Times New Roman" charset="0"/>
              </a:defRPr>
            </a:lvl7pPr>
            <a:lvl8pPr eaLnBrk="0" fontAlgn="base" hangingPunct="0">
              <a:spcBef>
                <a:spcPct val="0"/>
              </a:spcBef>
              <a:spcAft>
                <a:spcPct val="0"/>
              </a:spcAft>
              <a:defRPr sz="2400">
                <a:solidFill>
                  <a:schemeClr val="tx1"/>
                </a:solidFill>
                <a:latin typeface="Times New Roman" charset="0"/>
              </a:defRPr>
            </a:lvl8pPr>
            <a:lvl9pPr eaLnBrk="0" fontAlgn="base" hangingPunct="0">
              <a:spcBef>
                <a:spcPct val="0"/>
              </a:spcBef>
              <a:spcAft>
                <a:spcPct val="0"/>
              </a:spcAft>
              <a:defRPr sz="2400">
                <a:solidFill>
                  <a:schemeClr val="tx1"/>
                </a:solidFill>
                <a:latin typeface="Times New Roman" charset="0"/>
              </a:defRPr>
            </a:lvl9pPr>
          </a:lstStyle>
          <a:p>
            <a:pPr>
              <a:defRPr/>
            </a:pPr>
            <a:r>
              <a:rPr lang="en-US" altLang="en-US" sz="1000" dirty="0">
                <a:latin typeface="Arial" charset="0"/>
              </a:rPr>
              <a:t>Adapted from information in:</a:t>
            </a:r>
          </a:p>
          <a:p>
            <a:pPr lvl="1">
              <a:defRPr/>
            </a:pPr>
            <a:r>
              <a:rPr lang="en-US" altLang="en-US" sz="1000" dirty="0">
                <a:latin typeface="Arial" charset="0"/>
              </a:rPr>
              <a:t>The Space Environment (TSE), by Tribble</a:t>
            </a:r>
          </a:p>
          <a:p>
            <a:pPr lvl="1">
              <a:defRPr/>
            </a:pPr>
            <a:r>
              <a:rPr lang="en-US" altLang="en-US" sz="1000" dirty="0">
                <a:latin typeface="Arial" charset="0"/>
              </a:rPr>
              <a:t>Space Mission Analysis and Design (SMAD), Edited by Wertz and Larson</a:t>
            </a:r>
          </a:p>
        </p:txBody>
      </p:sp>
      <p:pic>
        <p:nvPicPr>
          <p:cNvPr id="7170" name="Picture 2" descr="https://cdn.theatlantic.com/assets/media/img/photo/2016/06/earth-from-above-expedition-47-aboa/e01_ISS047E133215/main_900.jpg?1465317882">
            <a:extLst>
              <a:ext uri="{FF2B5EF4-FFF2-40B4-BE49-F238E27FC236}">
                <a16:creationId xmlns:a16="http://schemas.microsoft.com/office/drawing/2014/main" id="{176D832F-5707-49F1-9858-1C5DE82305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400" y="3090864"/>
            <a:ext cx="5354832" cy="3563938"/>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D6350949-662E-4581-9650-9F6ABC33DDF0}"/>
              </a:ext>
            </a:extLst>
          </p:cNvPr>
          <p:cNvSpPr>
            <a:spLocks noGrp="1"/>
          </p:cNvSpPr>
          <p:nvPr>
            <p:ph type="sldNum" sz="quarter" idx="12"/>
          </p:nvPr>
        </p:nvSpPr>
        <p:spPr/>
        <p:txBody>
          <a:bodyPr/>
          <a:lstStyle/>
          <a:p>
            <a:fld id="{C83C362F-97FB-4C1E-B0F0-C3069DD0CDD1}" type="slidenum">
              <a:rPr lang="en-US" smtClean="0"/>
              <a:t>1</a:t>
            </a:fld>
            <a:endParaRPr lang="en-US"/>
          </a:p>
        </p:txBody>
      </p:sp>
    </p:spTree>
    <p:extLst>
      <p:ext uri="{BB962C8B-B14F-4D97-AF65-F5344CB8AC3E}">
        <p14:creationId xmlns:p14="http://schemas.microsoft.com/office/powerpoint/2010/main" val="4050040273"/>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AB94B-F022-B1C4-07FC-E854159597DD}"/>
              </a:ext>
            </a:extLst>
          </p:cNvPr>
          <p:cNvSpPr>
            <a:spLocks noGrp="1"/>
          </p:cNvSpPr>
          <p:nvPr>
            <p:ph type="title"/>
          </p:nvPr>
        </p:nvSpPr>
        <p:spPr/>
        <p:txBody>
          <a:bodyPr/>
          <a:lstStyle/>
          <a:p>
            <a:r>
              <a:rPr lang="en-US" dirty="0"/>
              <a:t>Summary of environmental effects</a:t>
            </a:r>
          </a:p>
        </p:txBody>
      </p:sp>
      <p:sp>
        <p:nvSpPr>
          <p:cNvPr id="3" name="Slide Number Placeholder 2">
            <a:extLst>
              <a:ext uri="{FF2B5EF4-FFF2-40B4-BE49-F238E27FC236}">
                <a16:creationId xmlns:a16="http://schemas.microsoft.com/office/drawing/2014/main" id="{0E0D681E-B39A-00AD-3085-5ABE191A4313}"/>
              </a:ext>
            </a:extLst>
          </p:cNvPr>
          <p:cNvSpPr>
            <a:spLocks noGrp="1"/>
          </p:cNvSpPr>
          <p:nvPr>
            <p:ph type="sldNum" sz="quarter" idx="12"/>
          </p:nvPr>
        </p:nvSpPr>
        <p:spPr/>
        <p:txBody>
          <a:bodyPr/>
          <a:lstStyle/>
          <a:p>
            <a:fld id="{C83C362F-97FB-4C1E-B0F0-C3069DD0CDD1}" type="slidenum">
              <a:rPr lang="en-US" smtClean="0"/>
              <a:t>2</a:t>
            </a:fld>
            <a:endParaRPr lang="en-US"/>
          </a:p>
        </p:txBody>
      </p:sp>
      <p:graphicFrame>
        <p:nvGraphicFramePr>
          <p:cNvPr id="4" name="Object 5">
            <a:extLst>
              <a:ext uri="{FF2B5EF4-FFF2-40B4-BE49-F238E27FC236}">
                <a16:creationId xmlns:a16="http://schemas.microsoft.com/office/drawing/2014/main" id="{F11B677C-F573-02C7-DA0B-A6C46982CAA8}"/>
              </a:ext>
            </a:extLst>
          </p:cNvPr>
          <p:cNvGraphicFramePr>
            <a:graphicFrameLocks noChangeAspect="1"/>
          </p:cNvGraphicFramePr>
          <p:nvPr/>
        </p:nvGraphicFramePr>
        <p:xfrm>
          <a:off x="1864386" y="1954924"/>
          <a:ext cx="7545547" cy="4701792"/>
        </p:xfrm>
        <a:graphic>
          <a:graphicData uri="http://schemas.openxmlformats.org/presentationml/2006/ole">
            <mc:AlternateContent xmlns:mc="http://schemas.openxmlformats.org/markup-compatibility/2006">
              <mc:Choice xmlns:v="urn:schemas-microsoft-com:vml" Requires="v">
                <p:oleObj name="Document" r:id="rId2" imgW="9581388" imgH="5972556" progId="Word.Document.8">
                  <p:embed/>
                </p:oleObj>
              </mc:Choice>
              <mc:Fallback>
                <p:oleObj name="Document" r:id="rId2" imgW="9581388" imgH="5972556" progId="Word.Document.8">
                  <p:embed/>
                  <p:pic>
                    <p:nvPicPr>
                      <p:cNvPr id="4" name="Object 5">
                        <a:extLst>
                          <a:ext uri="{FF2B5EF4-FFF2-40B4-BE49-F238E27FC236}">
                            <a16:creationId xmlns:a16="http://schemas.microsoft.com/office/drawing/2014/main" id="{F11B677C-F573-02C7-DA0B-A6C46982CA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1735" t="3186" r="21022" b="29446"/>
                      <a:stretch>
                        <a:fillRect/>
                      </a:stretch>
                    </p:blipFill>
                    <p:spPr bwMode="auto">
                      <a:xfrm>
                        <a:off x="1864386" y="1954924"/>
                        <a:ext cx="7545547" cy="470179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067905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current events image and space">
            <a:hlinkClick r:id="rId2"/>
            <a:extLst>
              <a:ext uri="{FF2B5EF4-FFF2-40B4-BE49-F238E27FC236}">
                <a16:creationId xmlns:a16="http://schemas.microsoft.com/office/drawing/2014/main" id="{41BCF404-E05D-449A-AA7D-9487C21ED74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19468"/>
            <a:ext cx="7571232" cy="68385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5705547-0D64-4E8B-ABC3-B75751765CF3}"/>
              </a:ext>
            </a:extLst>
          </p:cNvPr>
          <p:cNvSpPr txBox="1"/>
          <p:nvPr/>
        </p:nvSpPr>
        <p:spPr>
          <a:xfrm>
            <a:off x="7850749" y="2537100"/>
            <a:ext cx="4031761" cy="3970318"/>
          </a:xfrm>
          <a:prstGeom prst="rect">
            <a:avLst/>
          </a:prstGeom>
          <a:noFill/>
        </p:spPr>
        <p:txBody>
          <a:bodyPr wrap="square" rtlCol="0">
            <a:spAutoFit/>
          </a:bodyPr>
          <a:lstStyle/>
          <a:p>
            <a:r>
              <a:rPr lang="en-US" sz="2800" dirty="0"/>
              <a:t>Homework problem 1a</a:t>
            </a:r>
          </a:p>
          <a:p>
            <a:r>
              <a:rPr lang="en-US" sz="2800" dirty="0"/>
              <a:t>Write:</a:t>
            </a:r>
          </a:p>
          <a:p>
            <a:pPr marL="342900" indent="-342900">
              <a:buAutoNum type="arabicParenR"/>
            </a:pPr>
            <a:r>
              <a:rPr lang="en-US" sz="2800" dirty="0"/>
              <a:t>Summarize the presentation</a:t>
            </a:r>
          </a:p>
          <a:p>
            <a:r>
              <a:rPr lang="en-US" sz="2800" dirty="0"/>
              <a:t>2) Describe something you learned from it</a:t>
            </a:r>
          </a:p>
          <a:p>
            <a:r>
              <a:rPr lang="en-US" sz="2800" dirty="0"/>
              <a:t>3)  Write one question you have left about the presentation</a:t>
            </a:r>
          </a:p>
        </p:txBody>
      </p:sp>
      <p:pic>
        <p:nvPicPr>
          <p:cNvPr id="1028" name="Picture 4" descr="Image result for current events image">
            <a:extLst>
              <a:ext uri="{FF2B5EF4-FFF2-40B4-BE49-F238E27FC236}">
                <a16:creationId xmlns:a16="http://schemas.microsoft.com/office/drawing/2014/main" id="{E7C27866-F914-4402-8A14-2212DCBE29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1612" y="259292"/>
            <a:ext cx="4210050" cy="20764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17D92E9-03CE-2741-CCF7-D4961BFD242F}"/>
              </a:ext>
            </a:extLst>
          </p:cNvPr>
          <p:cNvSpPr txBox="1"/>
          <p:nvPr/>
        </p:nvSpPr>
        <p:spPr>
          <a:xfrm>
            <a:off x="7749153" y="1841069"/>
            <a:ext cx="3959816" cy="830997"/>
          </a:xfrm>
          <a:prstGeom prst="rect">
            <a:avLst/>
          </a:prstGeom>
          <a:noFill/>
        </p:spPr>
        <p:txBody>
          <a:bodyPr wrap="square" rtlCol="0">
            <a:spAutoFit/>
          </a:bodyPr>
          <a:lstStyle/>
          <a:p>
            <a:pPr algn="ctr"/>
            <a:r>
              <a:rPr lang="en-US" sz="4800" dirty="0">
                <a:latin typeface="Brush Script MT" panose="03060802040406070304" pitchFamily="66" charset="0"/>
              </a:rPr>
              <a:t>Jacob Lerner</a:t>
            </a:r>
          </a:p>
        </p:txBody>
      </p:sp>
    </p:spTree>
    <p:extLst>
      <p:ext uri="{BB962C8B-B14F-4D97-AF65-F5344CB8AC3E}">
        <p14:creationId xmlns:p14="http://schemas.microsoft.com/office/powerpoint/2010/main" val="1100958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6B2FB-B7D4-9F52-A635-B0E871465626}"/>
            </a:ext>
          </a:extLst>
        </p:cNvPr>
        <p:cNvGrpSpPr/>
        <p:nvPr/>
      </p:nvGrpSpPr>
      <p:grpSpPr>
        <a:xfrm>
          <a:off x="0" y="0"/>
          <a:ext cx="0" cy="0"/>
          <a:chOff x="0" y="0"/>
          <a:chExt cx="0" cy="0"/>
        </a:xfrm>
      </p:grpSpPr>
      <p:pic>
        <p:nvPicPr>
          <p:cNvPr id="1026" name="Picture 2" descr="Image result for current events image and space">
            <a:extLst>
              <a:ext uri="{FF2B5EF4-FFF2-40B4-BE49-F238E27FC236}">
                <a16:creationId xmlns:a16="http://schemas.microsoft.com/office/drawing/2014/main" id="{90385556-5654-03D9-2EF7-C65B128F5DB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9468"/>
            <a:ext cx="7571232" cy="68385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F0DFC5F-AEAA-1597-D54A-9EA101F62A70}"/>
              </a:ext>
            </a:extLst>
          </p:cNvPr>
          <p:cNvSpPr txBox="1"/>
          <p:nvPr/>
        </p:nvSpPr>
        <p:spPr>
          <a:xfrm>
            <a:off x="7850749" y="2537100"/>
            <a:ext cx="4031761" cy="3970318"/>
          </a:xfrm>
          <a:prstGeom prst="rect">
            <a:avLst/>
          </a:prstGeom>
          <a:noFill/>
        </p:spPr>
        <p:txBody>
          <a:bodyPr wrap="square" rtlCol="0">
            <a:spAutoFit/>
          </a:bodyPr>
          <a:lstStyle/>
          <a:p>
            <a:r>
              <a:rPr lang="en-US" sz="2800" dirty="0"/>
              <a:t>Homework Problem 1b</a:t>
            </a:r>
          </a:p>
          <a:p>
            <a:r>
              <a:rPr lang="en-US" sz="2800" dirty="0"/>
              <a:t>Write:</a:t>
            </a:r>
          </a:p>
          <a:p>
            <a:pPr marL="342900" indent="-342900">
              <a:buAutoNum type="arabicParenR"/>
            </a:pPr>
            <a:r>
              <a:rPr lang="en-US" sz="2800" dirty="0"/>
              <a:t>Summarize the presentation</a:t>
            </a:r>
          </a:p>
          <a:p>
            <a:r>
              <a:rPr lang="en-US" sz="2800" dirty="0"/>
              <a:t>2) Describe something you learned from it</a:t>
            </a:r>
          </a:p>
          <a:p>
            <a:r>
              <a:rPr lang="en-US" sz="2800" dirty="0"/>
              <a:t>3)  Write one question you have left about the presentation</a:t>
            </a:r>
          </a:p>
        </p:txBody>
      </p:sp>
      <p:pic>
        <p:nvPicPr>
          <p:cNvPr id="1028" name="Picture 4" descr="Image result for current events image">
            <a:extLst>
              <a:ext uri="{FF2B5EF4-FFF2-40B4-BE49-F238E27FC236}">
                <a16:creationId xmlns:a16="http://schemas.microsoft.com/office/drawing/2014/main" id="{D073FAC1-B6B8-AA8E-21BF-F1309296F4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1612" y="259292"/>
            <a:ext cx="4210050" cy="20764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5ADE160-9744-74AA-5FEE-C3F59FA6DA8C}"/>
              </a:ext>
            </a:extLst>
          </p:cNvPr>
          <p:cNvSpPr txBox="1"/>
          <p:nvPr/>
        </p:nvSpPr>
        <p:spPr>
          <a:xfrm>
            <a:off x="7749153" y="1841069"/>
            <a:ext cx="3959816" cy="830997"/>
          </a:xfrm>
          <a:prstGeom prst="rect">
            <a:avLst/>
          </a:prstGeom>
          <a:noFill/>
        </p:spPr>
        <p:txBody>
          <a:bodyPr wrap="square" rtlCol="0">
            <a:spAutoFit/>
          </a:bodyPr>
          <a:lstStyle/>
          <a:p>
            <a:pPr algn="ctr"/>
            <a:r>
              <a:rPr lang="en-US" sz="4800" dirty="0" err="1">
                <a:latin typeface="Brush Script MT" panose="03060802040406070304" pitchFamily="66" charset="0"/>
              </a:rPr>
              <a:t>Dervens</a:t>
            </a:r>
            <a:r>
              <a:rPr lang="en-US" sz="4800" dirty="0">
                <a:latin typeface="Brush Script MT" panose="03060802040406070304" pitchFamily="66" charset="0"/>
              </a:rPr>
              <a:t> </a:t>
            </a:r>
            <a:r>
              <a:rPr lang="en-US" sz="4800" dirty="0" err="1">
                <a:latin typeface="Brush Script MT" panose="03060802040406070304" pitchFamily="66" charset="0"/>
              </a:rPr>
              <a:t>Marsielle</a:t>
            </a:r>
            <a:endParaRPr lang="en-US" sz="4800" dirty="0">
              <a:latin typeface="Brush Script MT" panose="03060802040406070304" pitchFamily="66" charset="0"/>
            </a:endParaRPr>
          </a:p>
        </p:txBody>
      </p:sp>
    </p:spTree>
    <p:extLst>
      <p:ext uri="{BB962C8B-B14F-4D97-AF65-F5344CB8AC3E}">
        <p14:creationId xmlns:p14="http://schemas.microsoft.com/office/powerpoint/2010/main" val="3851775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9B90B-9BF2-FA04-5327-B7811111C2C4}"/>
            </a:ext>
          </a:extLst>
        </p:cNvPr>
        <p:cNvGrpSpPr/>
        <p:nvPr/>
      </p:nvGrpSpPr>
      <p:grpSpPr>
        <a:xfrm>
          <a:off x="0" y="0"/>
          <a:ext cx="0" cy="0"/>
          <a:chOff x="0" y="0"/>
          <a:chExt cx="0" cy="0"/>
        </a:xfrm>
      </p:grpSpPr>
      <p:pic>
        <p:nvPicPr>
          <p:cNvPr id="1026" name="Picture 2" descr="Image result for current events image and space">
            <a:extLst>
              <a:ext uri="{FF2B5EF4-FFF2-40B4-BE49-F238E27FC236}">
                <a16:creationId xmlns:a16="http://schemas.microsoft.com/office/drawing/2014/main" id="{E2B283F6-19C8-7DAA-9EB1-A41B3AF4308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9468"/>
            <a:ext cx="7571232" cy="68385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AAB9473-81E9-FDF2-D1AA-323D003EEC89}"/>
              </a:ext>
            </a:extLst>
          </p:cNvPr>
          <p:cNvSpPr txBox="1"/>
          <p:nvPr/>
        </p:nvSpPr>
        <p:spPr>
          <a:xfrm>
            <a:off x="7850749" y="2537100"/>
            <a:ext cx="4031761" cy="3970318"/>
          </a:xfrm>
          <a:prstGeom prst="rect">
            <a:avLst/>
          </a:prstGeom>
          <a:noFill/>
        </p:spPr>
        <p:txBody>
          <a:bodyPr wrap="square" rtlCol="0">
            <a:spAutoFit/>
          </a:bodyPr>
          <a:lstStyle/>
          <a:p>
            <a:r>
              <a:rPr lang="en-US" sz="2800" dirty="0"/>
              <a:t>Homework </a:t>
            </a:r>
            <a:r>
              <a:rPr lang="en-US" sz="2800"/>
              <a:t>Problem 1c</a:t>
            </a:r>
            <a:endParaRPr lang="en-US" sz="2800" dirty="0"/>
          </a:p>
          <a:p>
            <a:r>
              <a:rPr lang="en-US" sz="2800" dirty="0"/>
              <a:t>Write:</a:t>
            </a:r>
          </a:p>
          <a:p>
            <a:pPr marL="342900" indent="-342900">
              <a:buAutoNum type="arabicParenR"/>
            </a:pPr>
            <a:r>
              <a:rPr lang="en-US" sz="2800" dirty="0"/>
              <a:t>Summarize the presentation</a:t>
            </a:r>
          </a:p>
          <a:p>
            <a:r>
              <a:rPr lang="en-US" sz="2800" dirty="0"/>
              <a:t>2) Describe something you learned from it</a:t>
            </a:r>
          </a:p>
          <a:p>
            <a:r>
              <a:rPr lang="en-US" sz="2800" dirty="0"/>
              <a:t>3)  Write one question you have left about the presentation</a:t>
            </a:r>
          </a:p>
        </p:txBody>
      </p:sp>
      <p:pic>
        <p:nvPicPr>
          <p:cNvPr id="1028" name="Picture 4" descr="Image result for current events image">
            <a:extLst>
              <a:ext uri="{FF2B5EF4-FFF2-40B4-BE49-F238E27FC236}">
                <a16:creationId xmlns:a16="http://schemas.microsoft.com/office/drawing/2014/main" id="{2DF156B2-0B05-B5AF-7505-91DEF36B33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1612" y="259292"/>
            <a:ext cx="4210050" cy="20764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7016D6C-15B4-05D8-31E0-61A0A066273D}"/>
              </a:ext>
            </a:extLst>
          </p:cNvPr>
          <p:cNvSpPr txBox="1"/>
          <p:nvPr/>
        </p:nvSpPr>
        <p:spPr>
          <a:xfrm>
            <a:off x="7571232" y="1841069"/>
            <a:ext cx="4489833" cy="830997"/>
          </a:xfrm>
          <a:prstGeom prst="rect">
            <a:avLst/>
          </a:prstGeom>
          <a:noFill/>
        </p:spPr>
        <p:txBody>
          <a:bodyPr wrap="square" rtlCol="0">
            <a:spAutoFit/>
          </a:bodyPr>
          <a:lstStyle/>
          <a:p>
            <a:pPr algn="ctr"/>
            <a:r>
              <a:rPr lang="en-US" sz="4800" dirty="0">
                <a:latin typeface="Brush Script MT" panose="03060802040406070304" pitchFamily="66" charset="0"/>
              </a:rPr>
              <a:t>Miranda Robinson</a:t>
            </a:r>
          </a:p>
        </p:txBody>
      </p:sp>
    </p:spTree>
    <p:extLst>
      <p:ext uri="{BB962C8B-B14F-4D97-AF65-F5344CB8AC3E}">
        <p14:creationId xmlns:p14="http://schemas.microsoft.com/office/powerpoint/2010/main" val="2068650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621B57E8-902A-4C03-97BD-A7A6B2AC0520}"/>
              </a:ext>
            </a:extLst>
          </p:cNvPr>
          <p:cNvSpPr>
            <a:spLocks noGrp="1" noChangeArrowheads="1"/>
          </p:cNvSpPr>
          <p:nvPr>
            <p:ph type="title"/>
          </p:nvPr>
        </p:nvSpPr>
        <p:spPr>
          <a:xfrm>
            <a:off x="2019300" y="0"/>
            <a:ext cx="8483600" cy="762000"/>
          </a:xfrm>
        </p:spPr>
        <p:txBody>
          <a:bodyPr>
            <a:normAutofit/>
          </a:bodyPr>
          <a:lstStyle/>
          <a:p>
            <a:pPr>
              <a:defRPr/>
            </a:pPr>
            <a:r>
              <a:rPr lang="en-US" altLang="en-US" sz="2400"/>
              <a:t>Impact of the Space Environment on Spacecraft Systems</a:t>
            </a:r>
          </a:p>
        </p:txBody>
      </p:sp>
      <p:graphicFrame>
        <p:nvGraphicFramePr>
          <p:cNvPr id="8198" name="Group 6">
            <a:extLst>
              <a:ext uri="{FF2B5EF4-FFF2-40B4-BE49-F238E27FC236}">
                <a16:creationId xmlns:a16="http://schemas.microsoft.com/office/drawing/2014/main" id="{49530EF0-FDCA-491E-8C4B-13CF6B56CDE0}"/>
              </a:ext>
            </a:extLst>
          </p:cNvPr>
          <p:cNvGraphicFramePr>
            <a:graphicFrameLocks noGrp="1"/>
          </p:cNvGraphicFramePr>
          <p:nvPr/>
        </p:nvGraphicFramePr>
        <p:xfrm>
          <a:off x="2565400" y="1308100"/>
          <a:ext cx="8051800" cy="368300"/>
        </p:xfrm>
        <a:graphic>
          <a:graphicData uri="http://schemas.openxmlformats.org/drawingml/2006/table">
            <a:tbl>
              <a:tblPr/>
              <a:tblGrid>
                <a:gridCol w="8051800">
                  <a:extLst>
                    <a:ext uri="{9D8B030D-6E8A-4147-A177-3AD203B41FA5}">
                      <a16:colId xmlns:a16="http://schemas.microsoft.com/office/drawing/2014/main" val="20000"/>
                    </a:ext>
                  </a:extLst>
                </a:gridCol>
              </a:tblGrid>
              <a:tr h="368300">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rPr>
                        <a:t>Space Environments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204" name="Group 12">
            <a:extLst>
              <a:ext uri="{FF2B5EF4-FFF2-40B4-BE49-F238E27FC236}">
                <a16:creationId xmlns:a16="http://schemas.microsoft.com/office/drawing/2014/main" id="{54669313-A1E6-4B94-B2BD-2C0670E5E4BE}"/>
              </a:ext>
            </a:extLst>
          </p:cNvPr>
          <p:cNvGraphicFramePr>
            <a:graphicFrameLocks noGrp="1"/>
          </p:cNvGraphicFramePr>
          <p:nvPr/>
        </p:nvGraphicFramePr>
        <p:xfrm>
          <a:off x="2565400" y="1676400"/>
          <a:ext cx="8051800" cy="304800"/>
        </p:xfrm>
        <a:graphic>
          <a:graphicData uri="http://schemas.openxmlformats.org/drawingml/2006/table">
            <a:tbl>
              <a:tblPr/>
              <a:tblGrid>
                <a:gridCol w="1435100">
                  <a:extLst>
                    <a:ext uri="{9D8B030D-6E8A-4147-A177-3AD203B41FA5}">
                      <a16:colId xmlns:a16="http://schemas.microsoft.com/office/drawing/2014/main" val="20000"/>
                    </a:ext>
                  </a:extLst>
                </a:gridCol>
                <a:gridCol w="2273300">
                  <a:extLst>
                    <a:ext uri="{9D8B030D-6E8A-4147-A177-3AD203B41FA5}">
                      <a16:colId xmlns:a16="http://schemas.microsoft.com/office/drawing/2014/main" val="20001"/>
                    </a:ext>
                  </a:extLst>
                </a:gridCol>
                <a:gridCol w="1841500">
                  <a:extLst>
                    <a:ext uri="{9D8B030D-6E8A-4147-A177-3AD203B41FA5}">
                      <a16:colId xmlns:a16="http://schemas.microsoft.com/office/drawing/2014/main" val="20002"/>
                    </a:ext>
                  </a:extLst>
                </a:gridCol>
                <a:gridCol w="1638300">
                  <a:extLst>
                    <a:ext uri="{9D8B030D-6E8A-4147-A177-3AD203B41FA5}">
                      <a16:colId xmlns:a16="http://schemas.microsoft.com/office/drawing/2014/main" val="20003"/>
                    </a:ext>
                  </a:extLst>
                </a:gridCol>
                <a:gridCol w="863600">
                  <a:extLst>
                    <a:ext uri="{9D8B030D-6E8A-4147-A177-3AD203B41FA5}">
                      <a16:colId xmlns:a16="http://schemas.microsoft.com/office/drawing/2014/main" val="20004"/>
                    </a:ext>
                  </a:extLst>
                </a:gridCol>
              </a:tblGrid>
              <a:tr h="304800">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Vacuum</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Neutral</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Plasma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Radiation</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MM/OD</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406" name="Group 214">
            <a:extLst>
              <a:ext uri="{FF2B5EF4-FFF2-40B4-BE49-F238E27FC236}">
                <a16:creationId xmlns:a16="http://schemas.microsoft.com/office/drawing/2014/main" id="{164A7846-F587-4F91-91F6-31E02662EFB3}"/>
              </a:ext>
            </a:extLst>
          </p:cNvPr>
          <p:cNvGraphicFramePr>
            <a:graphicFrameLocks noGrp="1"/>
          </p:cNvGraphicFramePr>
          <p:nvPr/>
        </p:nvGraphicFramePr>
        <p:xfrm>
          <a:off x="1574800" y="1981200"/>
          <a:ext cx="9042400" cy="4019630"/>
        </p:xfrm>
        <a:graphic>
          <a:graphicData uri="http://schemas.openxmlformats.org/drawingml/2006/table">
            <a:tbl>
              <a:tblPr/>
              <a:tblGrid>
                <a:gridCol w="990600">
                  <a:extLst>
                    <a:ext uri="{9D8B030D-6E8A-4147-A177-3AD203B41FA5}">
                      <a16:colId xmlns:a16="http://schemas.microsoft.com/office/drawing/2014/main" val="20000"/>
                    </a:ext>
                  </a:extLst>
                </a:gridCol>
                <a:gridCol w="4826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635000">
                  <a:extLst>
                    <a:ext uri="{9D8B030D-6E8A-4147-A177-3AD203B41FA5}">
                      <a16:colId xmlns:a16="http://schemas.microsoft.com/office/drawing/2014/main" val="20005"/>
                    </a:ext>
                  </a:extLst>
                </a:gridCol>
                <a:gridCol w="876300">
                  <a:extLst>
                    <a:ext uri="{9D8B030D-6E8A-4147-A177-3AD203B41FA5}">
                      <a16:colId xmlns:a16="http://schemas.microsoft.com/office/drawing/2014/main" val="20006"/>
                    </a:ext>
                  </a:extLst>
                </a:gridCol>
                <a:gridCol w="965200">
                  <a:extLst>
                    <a:ext uri="{9D8B030D-6E8A-4147-A177-3AD203B41FA5}">
                      <a16:colId xmlns:a16="http://schemas.microsoft.com/office/drawing/2014/main" val="20007"/>
                    </a:ext>
                  </a:extLst>
                </a:gridCol>
                <a:gridCol w="495300">
                  <a:extLst>
                    <a:ext uri="{9D8B030D-6E8A-4147-A177-3AD203B41FA5}">
                      <a16:colId xmlns:a16="http://schemas.microsoft.com/office/drawing/2014/main" val="20008"/>
                    </a:ext>
                  </a:extLst>
                </a:gridCol>
                <a:gridCol w="584200">
                  <a:extLst>
                    <a:ext uri="{9D8B030D-6E8A-4147-A177-3AD203B41FA5}">
                      <a16:colId xmlns:a16="http://schemas.microsoft.com/office/drawing/2014/main" val="20009"/>
                    </a:ext>
                  </a:extLst>
                </a:gridCol>
                <a:gridCol w="558800">
                  <a:extLst>
                    <a:ext uri="{9D8B030D-6E8A-4147-A177-3AD203B41FA5}">
                      <a16:colId xmlns:a16="http://schemas.microsoft.com/office/drawing/2014/main" val="20010"/>
                    </a:ext>
                  </a:extLst>
                </a:gridCol>
                <a:gridCol w="863600">
                  <a:extLst>
                    <a:ext uri="{9D8B030D-6E8A-4147-A177-3AD203B41FA5}">
                      <a16:colId xmlns:a16="http://schemas.microsoft.com/office/drawing/2014/main" val="20011"/>
                    </a:ext>
                  </a:extLst>
                </a:gridCol>
              </a:tblGrid>
              <a:tr h="53337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50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chemeClr val="tx1"/>
                          </a:solidFill>
                          <a:effectLst/>
                          <a:latin typeface="Arial" charset="0"/>
                        </a:rPr>
                        <a:t>Spacecraft Subsystems</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Solar UV</a:t>
                      </a: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Outgassing/</a:t>
                      </a:r>
                      <a:br>
                        <a:rPr kumimoji="0" lang="en-US" altLang="en-US" sz="1000" b="0" i="0" u="none" strike="noStrike" cap="none" normalizeH="0" baseline="0">
                          <a:ln>
                            <a:noFill/>
                          </a:ln>
                          <a:solidFill>
                            <a:schemeClr val="tx1"/>
                          </a:solidFill>
                          <a:effectLst/>
                          <a:latin typeface="Arial" charset="0"/>
                        </a:rPr>
                      </a:br>
                      <a:r>
                        <a:rPr kumimoji="0" lang="en-US" altLang="en-US" sz="1000" b="0" i="0" u="none" strike="noStrike" cap="none" normalizeH="0" baseline="0">
                          <a:ln>
                            <a:noFill/>
                          </a:ln>
                          <a:solidFill>
                            <a:schemeClr val="tx1"/>
                          </a:solidFill>
                          <a:effectLst/>
                          <a:latin typeface="Arial" charset="0"/>
                        </a:rPr>
                        <a:t>Contamination</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Aerodynamic Drag</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7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Sputtering</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Atomic Oxygen</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Spacecraft Glow</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Spacecraft Charging</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Van Allen Belts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Galactic Cosmic Rays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Solar Proton Events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7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Impacts</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53337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Attitude Determination &amp; Control</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Degradation of sensors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Induced torques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Interference with sensors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Torques due to induced potentials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extLst>
                  <a:ext uri="{0D108BD9-81ED-4DB2-BD59-A6C34878D82A}">
                    <a16:rowId xmlns:a16="http://schemas.microsoft.com/office/drawing/2014/main" val="10001"/>
                  </a:ext>
                </a:extLst>
              </a:tr>
              <a:tr h="380982">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Avionics</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Upsets due to EMI from arcing</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EMI due to impacts</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64614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Electrical Power</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Shift in floating potential, reattraction of contaminants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Destruction/</a:t>
                      </a:r>
                      <a:br>
                        <a:rPr kumimoji="0" lang="en-US" altLang="en-US" sz="1000" b="0" i="0" u="none" strike="noStrike" cap="none" normalizeH="0" baseline="0">
                          <a:ln>
                            <a:noFill/>
                          </a:ln>
                          <a:solidFill>
                            <a:schemeClr val="tx1"/>
                          </a:solidFill>
                          <a:effectLst/>
                          <a:latin typeface="Arial" charset="0"/>
                        </a:rPr>
                      </a:br>
                      <a:r>
                        <a:rPr kumimoji="0" lang="en-US" altLang="en-US" sz="1000" b="0" i="0" u="none" strike="noStrike" cap="none" normalizeH="0" baseline="0">
                          <a:ln>
                            <a:noFill/>
                          </a:ln>
                          <a:solidFill>
                            <a:schemeClr val="tx1"/>
                          </a:solidFill>
                          <a:effectLst/>
                          <a:latin typeface="Arial" charset="0"/>
                        </a:rPr>
                        <a:t>obscuration </a:t>
                      </a:r>
                      <a:br>
                        <a:rPr kumimoji="0" lang="en-US" altLang="en-US" sz="1000" b="0" i="0" u="none" strike="noStrike" cap="none" normalizeH="0" baseline="0">
                          <a:ln>
                            <a:noFill/>
                          </a:ln>
                          <a:solidFill>
                            <a:schemeClr val="tx1"/>
                          </a:solidFill>
                          <a:effectLst/>
                          <a:latin typeface="Arial" charset="0"/>
                        </a:rPr>
                      </a:br>
                      <a:r>
                        <a:rPr kumimoji="0" lang="en-US" altLang="en-US" sz="1000" b="0" i="0" u="none" strike="noStrike" cap="none" normalizeH="0" baseline="0">
                          <a:ln>
                            <a:noFill/>
                          </a:ln>
                          <a:solidFill>
                            <a:schemeClr val="tx1"/>
                          </a:solidFill>
                          <a:effectLst/>
                          <a:latin typeface="Arial" charset="0"/>
                        </a:rPr>
                        <a:t>of solar cells</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64614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l" defTabSz="914400" rtl="0" eaLnBrk="0" fontAlgn="base" latinLnBrk="0" hangingPunct="0">
                        <a:lnSpc>
                          <a:spcPct val="100000"/>
                        </a:lnSpc>
                        <a:spcBef>
                          <a:spcPct val="4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Propulsion</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Thruster plumes may be a contaminant source</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Drag makeup fuel requirement</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Shift in floating potential due to thruster firings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Rupture of pressurized tanks</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238114">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Structures</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Penetration</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93753">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Telemetry, Tracking &amp; Communications</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2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Degradation of sensors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2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Interference with sensors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2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EMI due to arcing</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2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EMI due to impacts</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547662">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75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Thermal Control</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2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Reattraction of comtaminants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a:noFill/>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Degradation of alpha/epsilon</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8340" name="Group 202">
            <a:extLst>
              <a:ext uri="{FF2B5EF4-FFF2-40B4-BE49-F238E27FC236}">
                <a16:creationId xmlns:a16="http://schemas.microsoft.com/office/drawing/2014/main" id="{F9A4584C-06A3-429E-96E4-87241A38447E}"/>
              </a:ext>
            </a:extLst>
          </p:cNvPr>
          <p:cNvGrpSpPr>
            <a:grpSpLocks/>
          </p:cNvGrpSpPr>
          <p:nvPr/>
        </p:nvGrpSpPr>
        <p:grpSpPr bwMode="auto">
          <a:xfrm>
            <a:off x="2530475" y="2586039"/>
            <a:ext cx="7164388" cy="3317875"/>
            <a:chOff x="634" y="1629"/>
            <a:chExt cx="4513" cy="2090"/>
          </a:xfrm>
        </p:grpSpPr>
        <p:sp>
          <p:nvSpPr>
            <p:cNvPr id="8395" name="Text Box 203">
              <a:extLst>
                <a:ext uri="{FF2B5EF4-FFF2-40B4-BE49-F238E27FC236}">
                  <a16:creationId xmlns:a16="http://schemas.microsoft.com/office/drawing/2014/main" id="{08BAFD15-534E-498B-A3A7-34420FBD6194}"/>
                </a:ext>
              </a:extLst>
            </p:cNvPr>
            <p:cNvSpPr txBox="1">
              <a:spLocks noChangeArrowheads="1"/>
            </p:cNvSpPr>
            <p:nvPr/>
          </p:nvSpPr>
          <p:spPr bwMode="auto">
            <a:xfrm>
              <a:off x="2230" y="1629"/>
              <a:ext cx="72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sensor coatings</a:t>
              </a:r>
            </a:p>
          </p:txBody>
        </p:sp>
        <p:sp>
          <p:nvSpPr>
            <p:cNvPr id="8396" name="Text Box 204">
              <a:extLst>
                <a:ext uri="{FF2B5EF4-FFF2-40B4-BE49-F238E27FC236}">
                  <a16:creationId xmlns:a16="http://schemas.microsoft.com/office/drawing/2014/main" id="{26E4E614-DE64-4225-8213-079A61C44CC0}"/>
                </a:ext>
              </a:extLst>
            </p:cNvPr>
            <p:cNvSpPr txBox="1">
              <a:spLocks noChangeArrowheads="1"/>
            </p:cNvSpPr>
            <p:nvPr/>
          </p:nvSpPr>
          <p:spPr bwMode="auto">
            <a:xfrm>
              <a:off x="634" y="2245"/>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coverslide transmittance</a:t>
              </a:r>
            </a:p>
          </p:txBody>
        </p:sp>
        <p:sp>
          <p:nvSpPr>
            <p:cNvPr id="8397" name="Text Box 205">
              <a:extLst>
                <a:ext uri="{FF2B5EF4-FFF2-40B4-BE49-F238E27FC236}">
                  <a16:creationId xmlns:a16="http://schemas.microsoft.com/office/drawing/2014/main" id="{639DEF82-250A-4310-919C-CA5E64794917}"/>
                </a:ext>
              </a:extLst>
            </p:cNvPr>
            <p:cNvSpPr txBox="1">
              <a:spLocks noChangeArrowheads="1"/>
            </p:cNvSpPr>
            <p:nvPr/>
          </p:nvSpPr>
          <p:spPr bwMode="auto">
            <a:xfrm>
              <a:off x="2094" y="2237"/>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coverslide transmittance</a:t>
              </a:r>
            </a:p>
          </p:txBody>
        </p:sp>
        <p:sp>
          <p:nvSpPr>
            <p:cNvPr id="8398" name="Text Box 206">
              <a:extLst>
                <a:ext uri="{FF2B5EF4-FFF2-40B4-BE49-F238E27FC236}">
                  <a16:creationId xmlns:a16="http://schemas.microsoft.com/office/drawing/2014/main" id="{F4741016-A9C6-4531-AC30-4DA5B1AD37B9}"/>
                </a:ext>
              </a:extLst>
            </p:cNvPr>
            <p:cNvSpPr txBox="1">
              <a:spLocks noChangeArrowheads="1"/>
            </p:cNvSpPr>
            <p:nvPr/>
          </p:nvSpPr>
          <p:spPr bwMode="auto">
            <a:xfrm>
              <a:off x="4202" y="2237"/>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Degradation of solar cell output</a:t>
              </a:r>
            </a:p>
          </p:txBody>
        </p:sp>
        <p:sp>
          <p:nvSpPr>
            <p:cNvPr id="8399" name="Text Box 207">
              <a:extLst>
                <a:ext uri="{FF2B5EF4-FFF2-40B4-BE49-F238E27FC236}">
                  <a16:creationId xmlns:a16="http://schemas.microsoft.com/office/drawing/2014/main" id="{3010EF75-8B73-40E3-91C0-51B2EA12BB25}"/>
                </a:ext>
              </a:extLst>
            </p:cNvPr>
            <p:cNvSpPr txBox="1">
              <a:spLocks noChangeArrowheads="1"/>
            </p:cNvSpPr>
            <p:nvPr/>
          </p:nvSpPr>
          <p:spPr bwMode="auto">
            <a:xfrm>
              <a:off x="4202" y="1917"/>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Degradation:  SEUs, bit errors, …</a:t>
              </a:r>
            </a:p>
          </p:txBody>
        </p:sp>
        <p:sp>
          <p:nvSpPr>
            <p:cNvPr id="8400" name="Text Box 208">
              <a:extLst>
                <a:ext uri="{FF2B5EF4-FFF2-40B4-BE49-F238E27FC236}">
                  <a16:creationId xmlns:a16="http://schemas.microsoft.com/office/drawing/2014/main" id="{FE2EF1F1-652C-42E5-8765-E205D5A83D8C}"/>
                </a:ext>
              </a:extLst>
            </p:cNvPr>
            <p:cNvSpPr txBox="1">
              <a:spLocks noChangeArrowheads="1"/>
            </p:cNvSpPr>
            <p:nvPr/>
          </p:nvSpPr>
          <p:spPr bwMode="auto">
            <a:xfrm>
              <a:off x="2202" y="3173"/>
              <a:ext cx="72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sensor coatings</a:t>
              </a:r>
            </a:p>
          </p:txBody>
        </p:sp>
        <p:sp>
          <p:nvSpPr>
            <p:cNvPr id="8401" name="Text Box 209">
              <a:extLst>
                <a:ext uri="{FF2B5EF4-FFF2-40B4-BE49-F238E27FC236}">
                  <a16:creationId xmlns:a16="http://schemas.microsoft.com/office/drawing/2014/main" id="{6F941F3D-4E36-4E05-823A-F68E25BCDD05}"/>
                </a:ext>
              </a:extLst>
            </p:cNvPr>
            <p:cNvSpPr txBox="1">
              <a:spLocks noChangeArrowheads="1"/>
            </p:cNvSpPr>
            <p:nvPr/>
          </p:nvSpPr>
          <p:spPr bwMode="auto">
            <a:xfrm>
              <a:off x="4202" y="3173"/>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Degradation of electronics</a:t>
              </a:r>
            </a:p>
          </p:txBody>
        </p:sp>
        <p:sp>
          <p:nvSpPr>
            <p:cNvPr id="8402" name="Text Box 210">
              <a:extLst>
                <a:ext uri="{FF2B5EF4-FFF2-40B4-BE49-F238E27FC236}">
                  <a16:creationId xmlns:a16="http://schemas.microsoft.com/office/drawing/2014/main" id="{B10C158C-D535-465F-921A-A51B7254CE0F}"/>
                </a:ext>
              </a:extLst>
            </p:cNvPr>
            <p:cNvSpPr txBox="1">
              <a:spLocks noChangeArrowheads="1"/>
            </p:cNvSpPr>
            <p:nvPr/>
          </p:nvSpPr>
          <p:spPr bwMode="auto">
            <a:xfrm>
              <a:off x="634" y="3469"/>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surface alpha/epsilon ratio</a:t>
              </a:r>
            </a:p>
          </p:txBody>
        </p:sp>
        <p:sp>
          <p:nvSpPr>
            <p:cNvPr id="8403" name="Text Box 211">
              <a:extLst>
                <a:ext uri="{FF2B5EF4-FFF2-40B4-BE49-F238E27FC236}">
                  <a16:creationId xmlns:a16="http://schemas.microsoft.com/office/drawing/2014/main" id="{E22870DD-8BE7-49E8-9327-26236FD2C33F}"/>
                </a:ext>
              </a:extLst>
            </p:cNvPr>
            <p:cNvSpPr txBox="1">
              <a:spLocks noChangeArrowheads="1"/>
            </p:cNvSpPr>
            <p:nvPr/>
          </p:nvSpPr>
          <p:spPr bwMode="auto">
            <a:xfrm>
              <a:off x="2094" y="3469"/>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surface alpha/epsilon ratio</a:t>
              </a:r>
            </a:p>
          </p:txBody>
        </p:sp>
        <p:sp>
          <p:nvSpPr>
            <p:cNvPr id="8404" name="Text Box 212">
              <a:extLst>
                <a:ext uri="{FF2B5EF4-FFF2-40B4-BE49-F238E27FC236}">
                  <a16:creationId xmlns:a16="http://schemas.microsoft.com/office/drawing/2014/main" id="{49FC661D-D6B6-4F8A-A0A5-3E6DB1639B30}"/>
                </a:ext>
              </a:extLst>
            </p:cNvPr>
            <p:cNvSpPr txBox="1">
              <a:spLocks noChangeArrowheads="1"/>
            </p:cNvSpPr>
            <p:nvPr/>
          </p:nvSpPr>
          <p:spPr bwMode="auto">
            <a:xfrm>
              <a:off x="4202" y="3469"/>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Cold surfaces may experience heating</a:t>
              </a:r>
            </a:p>
          </p:txBody>
        </p:sp>
      </p:grpSp>
      <p:sp>
        <p:nvSpPr>
          <p:cNvPr id="8405" name="Rectangle 213">
            <a:extLst>
              <a:ext uri="{FF2B5EF4-FFF2-40B4-BE49-F238E27FC236}">
                <a16:creationId xmlns:a16="http://schemas.microsoft.com/office/drawing/2014/main" id="{311AA753-1161-43D0-9AF8-A52DC424F8E9}"/>
              </a:ext>
            </a:extLst>
          </p:cNvPr>
          <p:cNvSpPr>
            <a:spLocks noChangeArrowheads="1"/>
          </p:cNvSpPr>
          <p:nvPr/>
        </p:nvSpPr>
        <p:spPr bwMode="auto">
          <a:xfrm>
            <a:off x="9742488" y="6253164"/>
            <a:ext cx="925512" cy="24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pPr>
              <a:spcBef>
                <a:spcPct val="50000"/>
              </a:spcBef>
              <a:defRPr/>
            </a:pPr>
            <a:r>
              <a:rPr lang="en-US" altLang="en-US" sz="1000">
                <a:latin typeface="Arial" charset="0"/>
              </a:rPr>
              <a:t>TSE, Fig 7.1</a:t>
            </a:r>
          </a:p>
        </p:txBody>
      </p:sp>
      <p:sp>
        <p:nvSpPr>
          <p:cNvPr id="2" name="Slide Number Placeholder 1">
            <a:extLst>
              <a:ext uri="{FF2B5EF4-FFF2-40B4-BE49-F238E27FC236}">
                <a16:creationId xmlns:a16="http://schemas.microsoft.com/office/drawing/2014/main" id="{706F7035-5831-46D1-8F51-4D6752CAED29}"/>
              </a:ext>
            </a:extLst>
          </p:cNvPr>
          <p:cNvSpPr>
            <a:spLocks noGrp="1"/>
          </p:cNvSpPr>
          <p:nvPr>
            <p:ph type="sldNum" sz="quarter" idx="12"/>
          </p:nvPr>
        </p:nvSpPr>
        <p:spPr/>
        <p:txBody>
          <a:bodyPr/>
          <a:lstStyle/>
          <a:p>
            <a:fld id="{C83C362F-97FB-4C1E-B0F0-C3069DD0CDD1}" type="slidenum">
              <a:rPr lang="en-US" smtClean="0"/>
              <a:t>6</a:t>
            </a:fld>
            <a:endParaRPr lang="en-US"/>
          </a:p>
        </p:txBody>
      </p:sp>
      <p:sp>
        <p:nvSpPr>
          <p:cNvPr id="4" name="TextBox 3">
            <a:extLst>
              <a:ext uri="{FF2B5EF4-FFF2-40B4-BE49-F238E27FC236}">
                <a16:creationId xmlns:a16="http://schemas.microsoft.com/office/drawing/2014/main" id="{3E142B86-E777-0FBC-FC94-A5CBB0C9D405}"/>
              </a:ext>
            </a:extLst>
          </p:cNvPr>
          <p:cNvSpPr txBox="1"/>
          <p:nvPr/>
        </p:nvSpPr>
        <p:spPr>
          <a:xfrm>
            <a:off x="3048000" y="3244334"/>
            <a:ext cx="6096000" cy="369332"/>
          </a:xfrm>
          <a:prstGeom prst="rect">
            <a:avLst/>
          </a:prstGeom>
          <a:noFill/>
        </p:spPr>
        <p:txBody>
          <a:bodyPr wrap="square">
            <a:spAutoFit/>
          </a:bodyPr>
          <a:lstStyle/>
          <a:p>
            <a:endParaRPr lang="en-US"/>
          </a:p>
        </p:txBody>
      </p:sp>
    </p:spTree>
    <p:extLst>
      <p:ext uri="{BB962C8B-B14F-4D97-AF65-F5344CB8AC3E}">
        <p14:creationId xmlns:p14="http://schemas.microsoft.com/office/powerpoint/2010/main" val="183852300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35" name="Picture 2">
            <a:extLst>
              <a:ext uri="{FF2B5EF4-FFF2-40B4-BE49-F238E27FC236}">
                <a16:creationId xmlns:a16="http://schemas.microsoft.com/office/drawing/2014/main" id="{E1408BAF-1350-4BC5-9C72-82A08BB07B4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37" name="Picture 136">
            <a:extLst>
              <a:ext uri="{FF2B5EF4-FFF2-40B4-BE49-F238E27FC236}">
                <a16:creationId xmlns:a16="http://schemas.microsoft.com/office/drawing/2014/main" id="{60E67B53-E530-4CC6-B1E7-4CCC1FD632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39" name="Rectangle 138">
            <a:extLst>
              <a:ext uri="{FF2B5EF4-FFF2-40B4-BE49-F238E27FC236}">
                <a16:creationId xmlns:a16="http://schemas.microsoft.com/office/drawing/2014/main" id="{AE94ADDC-FBCA-4838-8D97-4B0770AFC1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1" name="Picture 2">
            <a:extLst>
              <a:ext uri="{FF2B5EF4-FFF2-40B4-BE49-F238E27FC236}">
                <a16:creationId xmlns:a16="http://schemas.microsoft.com/office/drawing/2014/main" id="{EDB06F6B-6027-4B19-829E-EEDE917268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7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43" name="Picture 142">
            <a:extLst>
              <a:ext uri="{FF2B5EF4-FFF2-40B4-BE49-F238E27FC236}">
                <a16:creationId xmlns:a16="http://schemas.microsoft.com/office/drawing/2014/main" id="{F0CA11D6-C4F1-476E-8455-2C26DEDE94A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55478"/>
          <a:stretch/>
        </p:blipFill>
        <p:spPr>
          <a:xfrm>
            <a:off x="-2607" y="0"/>
            <a:ext cx="12192000" cy="3053351"/>
          </a:xfrm>
          <a:prstGeom prst="rect">
            <a:avLst/>
          </a:prstGeom>
        </p:spPr>
      </p:pic>
      <p:pic>
        <p:nvPicPr>
          <p:cNvPr id="145" name="Picture 144">
            <a:extLst>
              <a:ext uri="{FF2B5EF4-FFF2-40B4-BE49-F238E27FC236}">
                <a16:creationId xmlns:a16="http://schemas.microsoft.com/office/drawing/2014/main" id="{90717727-6E80-4D56-AF23-9E0AE1D5AD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69764" t="46543"/>
          <a:stretch/>
        </p:blipFill>
        <p:spPr>
          <a:xfrm>
            <a:off x="8500434" y="3191932"/>
            <a:ext cx="3686351" cy="3666067"/>
          </a:xfrm>
          <a:prstGeom prst="rect">
            <a:avLst/>
          </a:prstGeom>
        </p:spPr>
      </p:pic>
      <p:sp>
        <p:nvSpPr>
          <p:cNvPr id="2" name="Title 1">
            <a:extLst>
              <a:ext uri="{FF2B5EF4-FFF2-40B4-BE49-F238E27FC236}">
                <a16:creationId xmlns:a16="http://schemas.microsoft.com/office/drawing/2014/main" id="{B832526F-421F-4A25-B45A-2EC37CF560D9}"/>
              </a:ext>
            </a:extLst>
          </p:cNvPr>
          <p:cNvSpPr>
            <a:spLocks noGrp="1"/>
          </p:cNvSpPr>
          <p:nvPr>
            <p:ph type="title"/>
          </p:nvPr>
        </p:nvSpPr>
        <p:spPr>
          <a:xfrm>
            <a:off x="662716" y="472932"/>
            <a:ext cx="10916365" cy="1137554"/>
          </a:xfrm>
        </p:spPr>
        <p:txBody>
          <a:bodyPr vert="horz" lIns="91440" tIns="45720" rIns="91440" bIns="45720" rtlCol="0" anchor="b">
            <a:normAutofit/>
          </a:bodyPr>
          <a:lstStyle/>
          <a:p>
            <a:r>
              <a:rPr lang="en-US" sz="4800" dirty="0"/>
              <a:t> WHAT ARE THE states of matter?</a:t>
            </a:r>
          </a:p>
        </p:txBody>
      </p:sp>
      <p:sp>
        <p:nvSpPr>
          <p:cNvPr id="3" name="Slide Number Placeholder 2">
            <a:extLst>
              <a:ext uri="{FF2B5EF4-FFF2-40B4-BE49-F238E27FC236}">
                <a16:creationId xmlns:a16="http://schemas.microsoft.com/office/drawing/2014/main" id="{0A7CB3A7-412C-41FF-ABCB-24C65ADBF1F5}"/>
              </a:ext>
            </a:extLst>
          </p:cNvPr>
          <p:cNvSpPr>
            <a:spLocks noGrp="1"/>
          </p:cNvSpPr>
          <p:nvPr>
            <p:ph type="sldNum" sz="quarter" idx="12"/>
          </p:nvPr>
        </p:nvSpPr>
        <p:spPr>
          <a:xfrm>
            <a:off x="10514011" y="6354825"/>
            <a:ext cx="764215" cy="365125"/>
          </a:xfrm>
        </p:spPr>
        <p:txBody>
          <a:bodyPr vert="horz" lIns="91440" tIns="45720" rIns="91440" bIns="45720" rtlCol="0" anchor="ctr">
            <a:normAutofit/>
          </a:bodyPr>
          <a:lstStyle/>
          <a:p>
            <a:pPr defTabSz="914400">
              <a:spcAft>
                <a:spcPts val="600"/>
              </a:spcAft>
            </a:pPr>
            <a:fld id="{C83C362F-97FB-4C1E-B0F0-C3069DD0CDD1}" type="slidenum">
              <a:rPr lang="en-US" smtClean="0"/>
              <a:pPr defTabSz="914400">
                <a:spcAft>
                  <a:spcPts val="600"/>
                </a:spcAft>
              </a:pPr>
              <a:t>7</a:t>
            </a:fld>
            <a:endParaRPr lang="en-US"/>
          </a:p>
        </p:txBody>
      </p:sp>
      <p:pic>
        <p:nvPicPr>
          <p:cNvPr id="6148" name="Picture 4" descr="See the source image">
            <a:extLst>
              <a:ext uri="{FF2B5EF4-FFF2-40B4-BE49-F238E27FC236}">
                <a16:creationId xmlns:a16="http://schemas.microsoft.com/office/drawing/2014/main" id="{8693B0A9-EC9A-4E4D-9A32-380FA33E12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8190" y="2234033"/>
            <a:ext cx="8445419" cy="4133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4645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35" name="Picture 2">
            <a:extLst>
              <a:ext uri="{FF2B5EF4-FFF2-40B4-BE49-F238E27FC236}">
                <a16:creationId xmlns:a16="http://schemas.microsoft.com/office/drawing/2014/main" id="{E1408BAF-1350-4BC5-9C72-82A08BB07B4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37" name="Picture 136">
            <a:extLst>
              <a:ext uri="{FF2B5EF4-FFF2-40B4-BE49-F238E27FC236}">
                <a16:creationId xmlns:a16="http://schemas.microsoft.com/office/drawing/2014/main" id="{60E67B53-E530-4CC6-B1E7-4CCC1FD632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39" name="Rectangle 138">
            <a:extLst>
              <a:ext uri="{FF2B5EF4-FFF2-40B4-BE49-F238E27FC236}">
                <a16:creationId xmlns:a16="http://schemas.microsoft.com/office/drawing/2014/main" id="{AE94ADDC-FBCA-4838-8D97-4B0770AFC1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1" name="Picture 2">
            <a:extLst>
              <a:ext uri="{FF2B5EF4-FFF2-40B4-BE49-F238E27FC236}">
                <a16:creationId xmlns:a16="http://schemas.microsoft.com/office/drawing/2014/main" id="{EDB06F6B-6027-4B19-829E-EEDE917268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7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See the source image">
            <a:extLst>
              <a:ext uri="{FF2B5EF4-FFF2-40B4-BE49-F238E27FC236}">
                <a16:creationId xmlns:a16="http://schemas.microsoft.com/office/drawing/2014/main" id="{60432AEC-F05C-4C1D-81FF-FE5AA0500893}"/>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035572" y="2808061"/>
            <a:ext cx="6230021" cy="2382982"/>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pic>
        <p:nvPicPr>
          <p:cNvPr id="143" name="Picture 142">
            <a:extLst>
              <a:ext uri="{FF2B5EF4-FFF2-40B4-BE49-F238E27FC236}">
                <a16:creationId xmlns:a16="http://schemas.microsoft.com/office/drawing/2014/main" id="{F0CA11D6-C4F1-476E-8455-2C26DEDE94A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55478"/>
          <a:stretch/>
        </p:blipFill>
        <p:spPr>
          <a:xfrm>
            <a:off x="-2607" y="0"/>
            <a:ext cx="12192000" cy="3053351"/>
          </a:xfrm>
          <a:prstGeom prst="rect">
            <a:avLst/>
          </a:prstGeom>
        </p:spPr>
      </p:pic>
      <p:pic>
        <p:nvPicPr>
          <p:cNvPr id="145" name="Picture 144">
            <a:extLst>
              <a:ext uri="{FF2B5EF4-FFF2-40B4-BE49-F238E27FC236}">
                <a16:creationId xmlns:a16="http://schemas.microsoft.com/office/drawing/2014/main" id="{90717727-6E80-4D56-AF23-9E0AE1D5AD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69764" t="46543"/>
          <a:stretch/>
        </p:blipFill>
        <p:spPr>
          <a:xfrm>
            <a:off x="8500434" y="3191932"/>
            <a:ext cx="3686351" cy="3666067"/>
          </a:xfrm>
          <a:prstGeom prst="rect">
            <a:avLst/>
          </a:prstGeom>
        </p:spPr>
      </p:pic>
      <p:sp>
        <p:nvSpPr>
          <p:cNvPr id="2" name="Title 1">
            <a:extLst>
              <a:ext uri="{FF2B5EF4-FFF2-40B4-BE49-F238E27FC236}">
                <a16:creationId xmlns:a16="http://schemas.microsoft.com/office/drawing/2014/main" id="{B832526F-421F-4A25-B45A-2EC37CF560D9}"/>
              </a:ext>
            </a:extLst>
          </p:cNvPr>
          <p:cNvSpPr>
            <a:spLocks noGrp="1"/>
          </p:cNvSpPr>
          <p:nvPr>
            <p:ph type="title"/>
          </p:nvPr>
        </p:nvSpPr>
        <p:spPr>
          <a:xfrm>
            <a:off x="6326448" y="138050"/>
            <a:ext cx="5704958" cy="1137554"/>
          </a:xfrm>
        </p:spPr>
        <p:txBody>
          <a:bodyPr vert="horz" lIns="91440" tIns="45720" rIns="91440" bIns="45720" rtlCol="0" anchor="b">
            <a:normAutofit/>
          </a:bodyPr>
          <a:lstStyle/>
          <a:p>
            <a:r>
              <a:rPr lang="en-US" sz="4800" dirty="0"/>
              <a:t>4 states of matter?</a:t>
            </a:r>
          </a:p>
        </p:txBody>
      </p:sp>
      <p:sp>
        <p:nvSpPr>
          <p:cNvPr id="3" name="Slide Number Placeholder 2">
            <a:extLst>
              <a:ext uri="{FF2B5EF4-FFF2-40B4-BE49-F238E27FC236}">
                <a16:creationId xmlns:a16="http://schemas.microsoft.com/office/drawing/2014/main" id="{0A7CB3A7-412C-41FF-ABCB-24C65ADBF1F5}"/>
              </a:ext>
            </a:extLst>
          </p:cNvPr>
          <p:cNvSpPr>
            <a:spLocks noGrp="1"/>
          </p:cNvSpPr>
          <p:nvPr>
            <p:ph type="sldNum" sz="quarter" idx="12"/>
          </p:nvPr>
        </p:nvSpPr>
        <p:spPr>
          <a:xfrm>
            <a:off x="10514011" y="6354825"/>
            <a:ext cx="764215" cy="365125"/>
          </a:xfrm>
        </p:spPr>
        <p:txBody>
          <a:bodyPr vert="horz" lIns="91440" tIns="45720" rIns="91440" bIns="45720" rtlCol="0" anchor="ctr">
            <a:normAutofit/>
          </a:bodyPr>
          <a:lstStyle/>
          <a:p>
            <a:pPr defTabSz="914400">
              <a:spcAft>
                <a:spcPts val="600"/>
              </a:spcAft>
            </a:pPr>
            <a:fld id="{C83C362F-97FB-4C1E-B0F0-C3069DD0CDD1}" type="slidenum">
              <a:rPr lang="en-US" smtClean="0"/>
              <a:pPr defTabSz="914400">
                <a:spcAft>
                  <a:spcPts val="600"/>
                </a:spcAft>
              </a:pPr>
              <a:t>8</a:t>
            </a:fld>
            <a:endParaRPr lang="en-US"/>
          </a:p>
        </p:txBody>
      </p:sp>
      <p:sp>
        <p:nvSpPr>
          <p:cNvPr id="4" name="AutoShape 2" descr="father-of-aristotelian-universe">
            <a:extLst>
              <a:ext uri="{FF2B5EF4-FFF2-40B4-BE49-F238E27FC236}">
                <a16:creationId xmlns:a16="http://schemas.microsoft.com/office/drawing/2014/main" id="{BD5423BB-C98B-4C61-82C2-2B403C7BB09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father-of-aristotelian-universe">
            <a:extLst>
              <a:ext uri="{FF2B5EF4-FFF2-40B4-BE49-F238E27FC236}">
                <a16:creationId xmlns:a16="http://schemas.microsoft.com/office/drawing/2014/main" id="{C53BC040-3855-427A-B8EA-49F1F07117D8}"/>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92C485D5-C907-4057-B0E9-EE72774A1A74}"/>
              </a:ext>
            </a:extLst>
          </p:cNvPr>
          <p:cNvPicPr>
            <a:picLocks noChangeAspect="1"/>
          </p:cNvPicPr>
          <p:nvPr/>
        </p:nvPicPr>
        <p:blipFill>
          <a:blip r:embed="rId5"/>
          <a:stretch>
            <a:fillRect/>
          </a:stretch>
        </p:blipFill>
        <p:spPr>
          <a:xfrm>
            <a:off x="87559" y="111625"/>
            <a:ext cx="6080902" cy="6858000"/>
          </a:xfrm>
          <a:prstGeom prst="rect">
            <a:avLst/>
          </a:prstGeom>
        </p:spPr>
      </p:pic>
    </p:spTree>
    <p:extLst>
      <p:ext uri="{BB962C8B-B14F-4D97-AF65-F5344CB8AC3E}">
        <p14:creationId xmlns:p14="http://schemas.microsoft.com/office/powerpoint/2010/main" val="1428054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71" name="Picture 2">
            <a:extLst>
              <a:ext uri="{FF2B5EF4-FFF2-40B4-BE49-F238E27FC236}">
                <a16:creationId xmlns:a16="http://schemas.microsoft.com/office/drawing/2014/main" id="{25496B42-CC46-4183-B481-887CD3E8C7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72">
            <a:extLst>
              <a:ext uri="{FF2B5EF4-FFF2-40B4-BE49-F238E27FC236}">
                <a16:creationId xmlns:a16="http://schemas.microsoft.com/office/drawing/2014/main" id="{E2758CE0-F916-4DCE-88D1-71430BE441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75" name="Rectangle 74">
            <a:extLst>
              <a:ext uri="{FF2B5EF4-FFF2-40B4-BE49-F238E27FC236}">
                <a16:creationId xmlns:a16="http://schemas.microsoft.com/office/drawing/2014/main" id="{31CA2540-FD07-4286-91E4-8D0DE4E50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EDB1C80-9CEC-4C98-9814-17333C2A3EC4}"/>
              </a:ext>
            </a:extLst>
          </p:cNvPr>
          <p:cNvSpPr>
            <a:spLocks noGrp="1"/>
          </p:cNvSpPr>
          <p:nvPr>
            <p:ph type="title"/>
          </p:nvPr>
        </p:nvSpPr>
        <p:spPr>
          <a:xfrm>
            <a:off x="464751" y="2363352"/>
            <a:ext cx="4328819" cy="2509213"/>
          </a:xfrm>
        </p:spPr>
        <p:txBody>
          <a:bodyPr vert="horz" lIns="91440" tIns="45720" rIns="91440" bIns="45720" rtlCol="0" anchor="b">
            <a:normAutofit/>
          </a:bodyPr>
          <a:lstStyle/>
          <a:p>
            <a:r>
              <a:rPr lang="en-US" sz="4400" dirty="0"/>
              <a:t>Aristotle’s view of the universe</a:t>
            </a:r>
            <a:br>
              <a:rPr lang="en-US" sz="4400" dirty="0"/>
            </a:br>
            <a:endParaRPr lang="en-US" sz="4400" dirty="0"/>
          </a:p>
        </p:txBody>
      </p:sp>
      <p:pic>
        <p:nvPicPr>
          <p:cNvPr id="77" name="Picture 76">
            <a:extLst>
              <a:ext uri="{FF2B5EF4-FFF2-40B4-BE49-F238E27FC236}">
                <a16:creationId xmlns:a16="http://schemas.microsoft.com/office/drawing/2014/main" id="{214924F5-CDC2-4DFA-82F3-4843ADD678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55295" t="89389" r="26987" b="24"/>
          <a:stretch/>
        </p:blipFill>
        <p:spPr>
          <a:xfrm flipH="1">
            <a:off x="0" y="-1"/>
            <a:ext cx="2596444" cy="872709"/>
          </a:xfrm>
          <a:prstGeom prst="rect">
            <a:avLst/>
          </a:prstGeom>
        </p:spPr>
      </p:pic>
      <p:pic>
        <p:nvPicPr>
          <p:cNvPr id="79" name="Picture 78">
            <a:extLst>
              <a:ext uri="{FF2B5EF4-FFF2-40B4-BE49-F238E27FC236}">
                <a16:creationId xmlns:a16="http://schemas.microsoft.com/office/drawing/2014/main" id="{AED59812-6820-446C-B994-0D059C97DC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91927" t="72411" b="13751"/>
          <a:stretch/>
        </p:blipFill>
        <p:spPr>
          <a:xfrm>
            <a:off x="10473994" y="5564567"/>
            <a:ext cx="1341545" cy="1293433"/>
          </a:xfrm>
          <a:custGeom>
            <a:avLst/>
            <a:gdLst>
              <a:gd name="connsiteX0" fmla="*/ 0 w 1341545"/>
              <a:gd name="connsiteY0" fmla="*/ 0 h 1293433"/>
              <a:gd name="connsiteX1" fmla="*/ 1341545 w 1341545"/>
              <a:gd name="connsiteY1" fmla="*/ 0 h 1293433"/>
              <a:gd name="connsiteX2" fmla="*/ 1341545 w 1341545"/>
              <a:gd name="connsiteY2" fmla="*/ 1293433 h 1293433"/>
              <a:gd name="connsiteX3" fmla="*/ 150847 w 1341545"/>
              <a:gd name="connsiteY3" fmla="*/ 1293433 h 1293433"/>
              <a:gd name="connsiteX4" fmla="*/ 66240 w 1341545"/>
              <a:gd name="connsiteY4" fmla="*/ 1183451 h 1293433"/>
              <a:gd name="connsiteX5" fmla="*/ 0 w 1341545"/>
              <a:gd name="connsiteY5" fmla="*/ 1061841 h 129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1545" h="1293433">
                <a:moveTo>
                  <a:pt x="0" y="0"/>
                </a:moveTo>
                <a:lnTo>
                  <a:pt x="1341545" y="0"/>
                </a:lnTo>
                <a:lnTo>
                  <a:pt x="1341545" y="1293433"/>
                </a:lnTo>
                <a:lnTo>
                  <a:pt x="150847" y="1293433"/>
                </a:lnTo>
                <a:lnTo>
                  <a:pt x="66240" y="1183451"/>
                </a:lnTo>
                <a:lnTo>
                  <a:pt x="0" y="1061841"/>
                </a:lnTo>
                <a:close/>
              </a:path>
            </a:pathLst>
          </a:custGeom>
        </p:spPr>
      </p:pic>
      <p:pic>
        <p:nvPicPr>
          <p:cNvPr id="8194" name="Picture 2">
            <a:extLst>
              <a:ext uri="{FF2B5EF4-FFF2-40B4-BE49-F238E27FC236}">
                <a16:creationId xmlns:a16="http://schemas.microsoft.com/office/drawing/2014/main" id="{C6207824-3A64-4811-9FC0-04CED8A15CE6}"/>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5221211" y="77625"/>
            <a:ext cx="6594327" cy="6780375"/>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80">
            <a:extLst>
              <a:ext uri="{FF2B5EF4-FFF2-40B4-BE49-F238E27FC236}">
                <a16:creationId xmlns:a16="http://schemas.microsoft.com/office/drawing/2014/main" id="{E844ED7C-1917-40D8-8B42-1B1C27BC5A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3623" t="43915" r="1" b="18252"/>
          <a:stretch/>
        </p:blipFill>
        <p:spPr>
          <a:xfrm flipH="1">
            <a:off x="0" y="3142319"/>
            <a:ext cx="4605339" cy="3715682"/>
          </a:xfrm>
          <a:prstGeom prst="rect">
            <a:avLst/>
          </a:prstGeom>
        </p:spPr>
      </p:pic>
      <p:sp>
        <p:nvSpPr>
          <p:cNvPr id="3" name="Slide Number Placeholder 2">
            <a:extLst>
              <a:ext uri="{FF2B5EF4-FFF2-40B4-BE49-F238E27FC236}">
                <a16:creationId xmlns:a16="http://schemas.microsoft.com/office/drawing/2014/main" id="{B50BA928-13D4-4EF9-B46B-7E9237259715}"/>
              </a:ext>
            </a:extLst>
          </p:cNvPr>
          <p:cNvSpPr>
            <a:spLocks noGrp="1"/>
          </p:cNvSpPr>
          <p:nvPr>
            <p:ph type="sldNum" sz="quarter" idx="12"/>
          </p:nvPr>
        </p:nvSpPr>
        <p:spPr>
          <a:xfrm>
            <a:off x="10514011" y="5883275"/>
            <a:ext cx="764215" cy="365125"/>
          </a:xfrm>
        </p:spPr>
        <p:txBody>
          <a:bodyPr vert="horz" lIns="91440" tIns="45720" rIns="91440" bIns="45720" rtlCol="0" anchor="ctr">
            <a:normAutofit/>
          </a:bodyPr>
          <a:lstStyle/>
          <a:p>
            <a:pPr defTabSz="914400">
              <a:spcAft>
                <a:spcPts val="600"/>
              </a:spcAft>
            </a:pPr>
            <a:fld id="{C83C362F-97FB-4C1E-B0F0-C3069DD0CDD1}" type="slidenum">
              <a:rPr lang="en-US" smtClean="0"/>
              <a:pPr defTabSz="914400">
                <a:spcAft>
                  <a:spcPts val="600"/>
                </a:spcAft>
              </a:pPr>
              <a:t>9</a:t>
            </a:fld>
            <a:endParaRPr lang="en-US"/>
          </a:p>
        </p:txBody>
      </p:sp>
    </p:spTree>
    <p:extLst>
      <p:ext uri="{BB962C8B-B14F-4D97-AF65-F5344CB8AC3E}">
        <p14:creationId xmlns:p14="http://schemas.microsoft.com/office/powerpoint/2010/main" val="1638373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A1E37-CF8A-4CD3-95D5-24ED9181A336}"/>
              </a:ext>
            </a:extLst>
          </p:cNvPr>
          <p:cNvSpPr>
            <a:spLocks noGrp="1"/>
          </p:cNvSpPr>
          <p:nvPr>
            <p:ph type="title"/>
          </p:nvPr>
        </p:nvSpPr>
        <p:spPr>
          <a:xfrm>
            <a:off x="913774" y="-348105"/>
            <a:ext cx="10364451" cy="1596177"/>
          </a:xfrm>
        </p:spPr>
        <p:txBody>
          <a:bodyPr/>
          <a:lstStyle/>
          <a:p>
            <a:r>
              <a:rPr lang="en-US"/>
              <a:t>NATURAL STATES </a:t>
            </a:r>
            <a:r>
              <a:rPr lang="en-US" dirty="0"/>
              <a:t>OF MATTER</a:t>
            </a:r>
          </a:p>
        </p:txBody>
      </p:sp>
      <p:sp>
        <p:nvSpPr>
          <p:cNvPr id="3" name="Slide Number Placeholder 2">
            <a:extLst>
              <a:ext uri="{FF2B5EF4-FFF2-40B4-BE49-F238E27FC236}">
                <a16:creationId xmlns:a16="http://schemas.microsoft.com/office/drawing/2014/main" id="{45E93CD5-E482-4544-A002-4F55FC1DB48A}"/>
              </a:ext>
            </a:extLst>
          </p:cNvPr>
          <p:cNvSpPr>
            <a:spLocks noGrp="1"/>
          </p:cNvSpPr>
          <p:nvPr>
            <p:ph type="sldNum" sz="quarter" idx="12"/>
          </p:nvPr>
        </p:nvSpPr>
        <p:spPr/>
        <p:txBody>
          <a:bodyPr/>
          <a:lstStyle/>
          <a:p>
            <a:fld id="{C83C362F-97FB-4C1E-B0F0-C3069DD0CDD1}" type="slidenum">
              <a:rPr lang="en-US" smtClean="0"/>
              <a:t>10</a:t>
            </a:fld>
            <a:endParaRPr lang="en-US"/>
          </a:p>
        </p:txBody>
      </p:sp>
      <p:pic>
        <p:nvPicPr>
          <p:cNvPr id="9218" name="Picture 2" descr="See the source image">
            <a:extLst>
              <a:ext uri="{FF2B5EF4-FFF2-40B4-BE49-F238E27FC236}">
                <a16:creationId xmlns:a16="http://schemas.microsoft.com/office/drawing/2014/main" id="{09D5540C-2FB5-41F0-B227-8752C8D26C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837" y="609600"/>
            <a:ext cx="12192000" cy="32829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See the source image">
            <a:extLst>
              <a:ext uri="{FF2B5EF4-FFF2-40B4-BE49-F238E27FC236}">
                <a16:creationId xmlns:a16="http://schemas.microsoft.com/office/drawing/2014/main" id="{4915E23A-7976-4A1D-BFBA-A2635094643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138849" y="3830782"/>
            <a:ext cx="7914299" cy="3027218"/>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3155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4">
            <a:extLst>
              <a:ext uri="{FF2B5EF4-FFF2-40B4-BE49-F238E27FC236}">
                <a16:creationId xmlns:a16="http://schemas.microsoft.com/office/drawing/2014/main" id="{FC7BE635-EE15-4976-AFF3-E41FE830E4FD}"/>
              </a:ext>
            </a:extLst>
          </p:cNvPr>
          <p:cNvSpPr>
            <a:spLocks noGrp="1" noChangeArrowheads="1"/>
          </p:cNvSpPr>
          <p:nvPr>
            <p:ph type="title"/>
          </p:nvPr>
        </p:nvSpPr>
        <p:spPr>
          <a:xfrm>
            <a:off x="1966911" y="798785"/>
            <a:ext cx="8547100" cy="762000"/>
          </a:xfrm>
        </p:spPr>
        <p:txBody>
          <a:bodyPr/>
          <a:lstStyle/>
          <a:p>
            <a:pPr>
              <a:defRPr/>
            </a:pPr>
            <a:r>
              <a:rPr lang="en-US" altLang="en-US" sz="2600" dirty="0"/>
              <a:t>The Plasma Environment and Potential Effects</a:t>
            </a:r>
          </a:p>
        </p:txBody>
      </p:sp>
      <p:sp>
        <p:nvSpPr>
          <p:cNvPr id="2" name="Slide Number Placeholder 1">
            <a:extLst>
              <a:ext uri="{FF2B5EF4-FFF2-40B4-BE49-F238E27FC236}">
                <a16:creationId xmlns:a16="http://schemas.microsoft.com/office/drawing/2014/main" id="{047D4545-D910-4580-8990-593CE1CD0CB8}"/>
              </a:ext>
            </a:extLst>
          </p:cNvPr>
          <p:cNvSpPr>
            <a:spLocks noGrp="1"/>
          </p:cNvSpPr>
          <p:nvPr>
            <p:ph type="sldNum" sz="quarter" idx="12"/>
          </p:nvPr>
        </p:nvSpPr>
        <p:spPr/>
        <p:txBody>
          <a:bodyPr/>
          <a:lstStyle/>
          <a:p>
            <a:fld id="{C83C362F-97FB-4C1E-B0F0-C3069DD0CDD1}" type="slidenum">
              <a:rPr lang="en-US" smtClean="0"/>
              <a:t>11</a:t>
            </a:fld>
            <a:endParaRPr lang="en-US"/>
          </a:p>
        </p:txBody>
      </p:sp>
      <p:pic>
        <p:nvPicPr>
          <p:cNvPr id="4" name="Picture 3">
            <a:extLst>
              <a:ext uri="{FF2B5EF4-FFF2-40B4-BE49-F238E27FC236}">
                <a16:creationId xmlns:a16="http://schemas.microsoft.com/office/drawing/2014/main" id="{832EC82F-DBF7-46AE-8EF9-8D46931DB6D3}"/>
              </a:ext>
            </a:extLst>
          </p:cNvPr>
          <p:cNvPicPr>
            <a:picLocks noChangeAspect="1"/>
          </p:cNvPicPr>
          <p:nvPr/>
        </p:nvPicPr>
        <p:blipFill>
          <a:blip r:embed="rId3"/>
          <a:stretch>
            <a:fillRect/>
          </a:stretch>
        </p:blipFill>
        <p:spPr>
          <a:xfrm>
            <a:off x="0" y="1876097"/>
            <a:ext cx="6313582" cy="4981903"/>
          </a:xfrm>
          <a:prstGeom prst="rect">
            <a:avLst/>
          </a:prstGeom>
        </p:spPr>
      </p:pic>
      <p:sp>
        <p:nvSpPr>
          <p:cNvPr id="3" name="TextBox 2">
            <a:extLst>
              <a:ext uri="{FF2B5EF4-FFF2-40B4-BE49-F238E27FC236}">
                <a16:creationId xmlns:a16="http://schemas.microsoft.com/office/drawing/2014/main" id="{CF3A148A-17A8-4739-9528-F19F9463EE1B}"/>
              </a:ext>
            </a:extLst>
          </p:cNvPr>
          <p:cNvSpPr txBox="1"/>
          <p:nvPr/>
        </p:nvSpPr>
        <p:spPr>
          <a:xfrm>
            <a:off x="6773131" y="2879805"/>
            <a:ext cx="4900526" cy="2585323"/>
          </a:xfrm>
          <a:prstGeom prst="rect">
            <a:avLst/>
          </a:prstGeom>
          <a:noFill/>
        </p:spPr>
        <p:txBody>
          <a:bodyPr wrap="square" rtlCol="0">
            <a:spAutoFit/>
          </a:bodyPr>
          <a:lstStyle/>
          <a:p>
            <a:pPr marL="285750" indent="-285750">
              <a:buFontTx/>
              <a:buChar char="-"/>
            </a:pPr>
            <a:r>
              <a:rPr lang="en-US" dirty="0"/>
              <a:t>Impede communications</a:t>
            </a:r>
          </a:p>
          <a:p>
            <a:pPr marL="285750" indent="-285750">
              <a:buFontTx/>
              <a:buChar char="-"/>
            </a:pPr>
            <a:r>
              <a:rPr lang="en-US" dirty="0"/>
              <a:t>Affect measurements</a:t>
            </a:r>
          </a:p>
          <a:p>
            <a:pPr marL="285750" indent="-285750">
              <a:buFontTx/>
              <a:buChar char="-"/>
            </a:pPr>
            <a:r>
              <a:rPr lang="en-US" dirty="0"/>
              <a:t>Distort satellite navigation data</a:t>
            </a:r>
          </a:p>
          <a:p>
            <a:pPr marL="285750" indent="-285750">
              <a:buFontTx/>
              <a:buChar char="-"/>
            </a:pPr>
            <a:r>
              <a:rPr lang="en-US" dirty="0"/>
              <a:t>Differential charging and electrostatic discharges</a:t>
            </a:r>
          </a:p>
          <a:p>
            <a:pPr marL="285750" indent="-285750">
              <a:buFontTx/>
              <a:buChar char="-"/>
            </a:pPr>
            <a:r>
              <a:rPr lang="en-US" dirty="0"/>
              <a:t>Eroding and contamination</a:t>
            </a:r>
          </a:p>
          <a:p>
            <a:pPr marL="285750" indent="-285750">
              <a:buFontTx/>
              <a:buChar char="-"/>
            </a:pPr>
            <a:r>
              <a:rPr lang="en-US" dirty="0"/>
              <a:t>Wake can affect instrument and subsystem performance</a:t>
            </a:r>
          </a:p>
          <a:p>
            <a:pPr marL="285750" indent="-285750">
              <a:buFontTx/>
              <a:buChar char="-"/>
            </a:pPr>
            <a:r>
              <a:rPr lang="en-US" dirty="0"/>
              <a:t>Power loss from solar arrays</a:t>
            </a:r>
          </a:p>
        </p:txBody>
      </p:sp>
    </p:spTree>
    <p:extLst>
      <p:ext uri="{BB962C8B-B14F-4D97-AF65-F5344CB8AC3E}">
        <p14:creationId xmlns:p14="http://schemas.microsoft.com/office/powerpoint/2010/main" val="2969569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7D24B-CD6E-4E31-8FFA-0B976A2B19B4}"/>
              </a:ext>
            </a:extLst>
          </p:cNvPr>
          <p:cNvSpPr>
            <a:spLocks noGrp="1"/>
          </p:cNvSpPr>
          <p:nvPr>
            <p:ph type="title"/>
          </p:nvPr>
        </p:nvSpPr>
        <p:spPr>
          <a:xfrm>
            <a:off x="913775" y="105335"/>
            <a:ext cx="10364451" cy="1596177"/>
          </a:xfrm>
        </p:spPr>
        <p:txBody>
          <a:bodyPr/>
          <a:lstStyle/>
          <a:p>
            <a:r>
              <a:rPr lang="en-US" dirty="0"/>
              <a:t>PLASMA EFFECTS</a:t>
            </a:r>
          </a:p>
        </p:txBody>
      </p:sp>
      <p:sp>
        <p:nvSpPr>
          <p:cNvPr id="4" name="Slide Number Placeholder 3">
            <a:extLst>
              <a:ext uri="{FF2B5EF4-FFF2-40B4-BE49-F238E27FC236}">
                <a16:creationId xmlns:a16="http://schemas.microsoft.com/office/drawing/2014/main" id="{A03C6A03-1BF0-442D-B3AF-4ACD5E4B57E3}"/>
              </a:ext>
            </a:extLst>
          </p:cNvPr>
          <p:cNvSpPr>
            <a:spLocks noGrp="1"/>
          </p:cNvSpPr>
          <p:nvPr>
            <p:ph type="sldNum" sz="quarter" idx="12"/>
          </p:nvPr>
        </p:nvSpPr>
        <p:spPr/>
        <p:txBody>
          <a:bodyPr/>
          <a:lstStyle/>
          <a:p>
            <a:fld id="{C83C362F-97FB-4C1E-B0F0-C3069DD0CDD1}" type="slidenum">
              <a:rPr lang="en-US" smtClean="0"/>
              <a:t>12</a:t>
            </a:fld>
            <a:endParaRPr lang="en-US"/>
          </a:p>
        </p:txBody>
      </p:sp>
      <p:pic>
        <p:nvPicPr>
          <p:cNvPr id="6" name="Picture 5">
            <a:extLst>
              <a:ext uri="{FF2B5EF4-FFF2-40B4-BE49-F238E27FC236}">
                <a16:creationId xmlns:a16="http://schemas.microsoft.com/office/drawing/2014/main" id="{2A7BB2CF-F130-418C-991F-7EBD3731C372}"/>
              </a:ext>
            </a:extLst>
          </p:cNvPr>
          <p:cNvPicPr>
            <a:picLocks noChangeAspect="1"/>
          </p:cNvPicPr>
          <p:nvPr/>
        </p:nvPicPr>
        <p:blipFill>
          <a:blip r:embed="rId2"/>
          <a:stretch>
            <a:fillRect/>
          </a:stretch>
        </p:blipFill>
        <p:spPr>
          <a:xfrm>
            <a:off x="5452629" y="1701512"/>
            <a:ext cx="6343650" cy="4886325"/>
          </a:xfrm>
          <a:prstGeom prst="rect">
            <a:avLst/>
          </a:prstGeom>
        </p:spPr>
      </p:pic>
      <p:sp>
        <p:nvSpPr>
          <p:cNvPr id="7" name="TextBox 6">
            <a:extLst>
              <a:ext uri="{FF2B5EF4-FFF2-40B4-BE49-F238E27FC236}">
                <a16:creationId xmlns:a16="http://schemas.microsoft.com/office/drawing/2014/main" id="{268B5D03-7CB5-4E9E-8E25-03F8E941F522}"/>
              </a:ext>
            </a:extLst>
          </p:cNvPr>
          <p:cNvSpPr txBox="1"/>
          <p:nvPr/>
        </p:nvSpPr>
        <p:spPr>
          <a:xfrm>
            <a:off x="775855" y="2452255"/>
            <a:ext cx="3747654" cy="2554545"/>
          </a:xfrm>
          <a:prstGeom prst="rect">
            <a:avLst/>
          </a:prstGeom>
          <a:noFill/>
        </p:spPr>
        <p:txBody>
          <a:bodyPr wrap="square" rtlCol="0">
            <a:spAutoFit/>
          </a:bodyPr>
          <a:lstStyle/>
          <a:p>
            <a:r>
              <a:rPr lang="en-US" sz="4000" dirty="0"/>
              <a:t>Discharging</a:t>
            </a:r>
          </a:p>
          <a:p>
            <a:pPr marL="285750" indent="-285750">
              <a:buFontTx/>
              <a:buChar char="-"/>
            </a:pPr>
            <a:r>
              <a:rPr lang="en-US" sz="4000" dirty="0"/>
              <a:t>Physical damage</a:t>
            </a:r>
          </a:p>
          <a:p>
            <a:pPr marL="285750" indent="-285750">
              <a:buFontTx/>
              <a:buChar char="-"/>
            </a:pPr>
            <a:r>
              <a:rPr lang="en-US" sz="4000" dirty="0"/>
              <a:t>Arc related EMI</a:t>
            </a:r>
          </a:p>
        </p:txBody>
      </p:sp>
    </p:spTree>
    <p:extLst>
      <p:ext uri="{BB962C8B-B14F-4D97-AF65-F5344CB8AC3E}">
        <p14:creationId xmlns:p14="http://schemas.microsoft.com/office/powerpoint/2010/main" val="6555947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A72D3-3BE9-8396-BB7E-5F102BE65381}"/>
              </a:ext>
            </a:extLst>
          </p:cNvPr>
          <p:cNvSpPr>
            <a:spLocks noGrp="1"/>
          </p:cNvSpPr>
          <p:nvPr>
            <p:ph type="title"/>
          </p:nvPr>
        </p:nvSpPr>
        <p:spPr/>
        <p:txBody>
          <a:bodyPr/>
          <a:lstStyle/>
          <a:p>
            <a:r>
              <a:rPr lang="en-US" dirty="0"/>
              <a:t>PLASMA CONDITIONS</a:t>
            </a:r>
          </a:p>
        </p:txBody>
      </p:sp>
      <p:sp>
        <p:nvSpPr>
          <p:cNvPr id="3" name="Content Placeholder 2">
            <a:extLst>
              <a:ext uri="{FF2B5EF4-FFF2-40B4-BE49-F238E27FC236}">
                <a16:creationId xmlns:a16="http://schemas.microsoft.com/office/drawing/2014/main" id="{18D12C69-DC56-4C94-6AC4-22627F26C189}"/>
              </a:ext>
            </a:extLst>
          </p:cNvPr>
          <p:cNvSpPr>
            <a:spLocks noGrp="1"/>
          </p:cNvSpPr>
          <p:nvPr>
            <p:ph sz="quarter" idx="13"/>
          </p:nvPr>
        </p:nvSpPr>
        <p:spPr/>
        <p:txBody>
          <a:bodyPr/>
          <a:lstStyle/>
          <a:p>
            <a:pPr marL="457200" indent="-457200">
              <a:buAutoNum type="arabicParenR"/>
            </a:pPr>
            <a:r>
              <a:rPr lang="en-US" dirty="0"/>
              <a:t>Medium is essentially macroscopically neutral</a:t>
            </a:r>
          </a:p>
          <a:p>
            <a:pPr marL="457200" indent="-457200">
              <a:buAutoNum type="arabicParenR"/>
            </a:pPr>
            <a:r>
              <a:rPr lang="en-US" dirty="0"/>
              <a:t>Particles exhibit collective behavior due to the long-range nature of the coulomb force</a:t>
            </a:r>
          </a:p>
          <a:p>
            <a:pPr marL="457200" indent="-457200">
              <a:buAutoNum type="arabicParenR"/>
            </a:pPr>
            <a:r>
              <a:rPr lang="en-US" dirty="0"/>
              <a:t>Number density is sufficiently high that the coulomb </a:t>
            </a:r>
            <a:r>
              <a:rPr lang="en-US" dirty="0" err="1"/>
              <a:t>forCe</a:t>
            </a:r>
            <a:r>
              <a:rPr lang="en-US" dirty="0"/>
              <a:t> is an important factor in determining its statistical properties</a:t>
            </a:r>
          </a:p>
          <a:p>
            <a:pPr marL="457200" indent="-457200">
              <a:buAutoNum type="arabicParenR"/>
            </a:pPr>
            <a:r>
              <a:rPr lang="en-US" dirty="0"/>
              <a:t>Electrostatic interactions dominate over the processes of ordinary gas kinetics</a:t>
            </a:r>
          </a:p>
        </p:txBody>
      </p:sp>
      <p:sp>
        <p:nvSpPr>
          <p:cNvPr id="4" name="Slide Number Placeholder 3">
            <a:extLst>
              <a:ext uri="{FF2B5EF4-FFF2-40B4-BE49-F238E27FC236}">
                <a16:creationId xmlns:a16="http://schemas.microsoft.com/office/drawing/2014/main" id="{0DA9D211-74D6-6123-2D98-86D139249924}"/>
              </a:ext>
            </a:extLst>
          </p:cNvPr>
          <p:cNvSpPr>
            <a:spLocks noGrp="1"/>
          </p:cNvSpPr>
          <p:nvPr>
            <p:ph type="sldNum" sz="quarter" idx="12"/>
          </p:nvPr>
        </p:nvSpPr>
        <p:spPr/>
        <p:txBody>
          <a:bodyPr/>
          <a:lstStyle/>
          <a:p>
            <a:fld id="{C83C362F-97FB-4C1E-B0F0-C3069DD0CDD1}" type="slidenum">
              <a:rPr lang="en-US" smtClean="0"/>
              <a:t>13</a:t>
            </a:fld>
            <a:endParaRPr lang="en-US"/>
          </a:p>
        </p:txBody>
      </p:sp>
    </p:spTree>
    <p:extLst>
      <p:ext uri="{BB962C8B-B14F-4D97-AF65-F5344CB8AC3E}">
        <p14:creationId xmlns:p14="http://schemas.microsoft.com/office/powerpoint/2010/main" val="1383458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ID 5240: Index of Frames Files">
            <a:extLst>
              <a:ext uri="{FF2B5EF4-FFF2-40B4-BE49-F238E27FC236}">
                <a16:creationId xmlns:a16="http://schemas.microsoft.com/office/drawing/2014/main" id="{257C0591-6E04-A507-E8DB-B303A7D44F6C}"/>
              </a:ext>
            </a:extLst>
          </p:cNvPr>
          <p:cNvPicPr>
            <a:picLocks noChangeAspect="1"/>
          </p:cNvPicPr>
          <p:nvPr/>
        </p:nvPicPr>
        <p:blipFill>
          <a:blip r:embed="rId2"/>
          <a:stretch>
            <a:fillRect/>
          </a:stretch>
        </p:blipFill>
        <p:spPr>
          <a:xfrm>
            <a:off x="1649186" y="1793082"/>
            <a:ext cx="6760027" cy="5064918"/>
          </a:xfrm>
          <a:prstGeom prst="rect">
            <a:avLst/>
          </a:prstGeom>
        </p:spPr>
      </p:pic>
      <p:sp>
        <p:nvSpPr>
          <p:cNvPr id="2" name="Title 1">
            <a:extLst>
              <a:ext uri="{FF2B5EF4-FFF2-40B4-BE49-F238E27FC236}">
                <a16:creationId xmlns:a16="http://schemas.microsoft.com/office/drawing/2014/main" id="{0CADD2F6-E3CB-AA38-7417-4DD52C65FA41}"/>
              </a:ext>
            </a:extLst>
          </p:cNvPr>
          <p:cNvSpPr>
            <a:spLocks noGrp="1"/>
          </p:cNvSpPr>
          <p:nvPr>
            <p:ph type="title"/>
          </p:nvPr>
        </p:nvSpPr>
        <p:spPr>
          <a:xfrm>
            <a:off x="913774" y="118324"/>
            <a:ext cx="10364451" cy="1596177"/>
          </a:xfrm>
        </p:spPr>
        <p:txBody>
          <a:bodyPr/>
          <a:lstStyle/>
          <a:p>
            <a:r>
              <a:rPr lang="en-US" dirty="0"/>
              <a:t>DEGREE OF IONIZATION</a:t>
            </a:r>
          </a:p>
        </p:txBody>
      </p:sp>
      <p:sp>
        <p:nvSpPr>
          <p:cNvPr id="4" name="Slide Number Placeholder 3">
            <a:extLst>
              <a:ext uri="{FF2B5EF4-FFF2-40B4-BE49-F238E27FC236}">
                <a16:creationId xmlns:a16="http://schemas.microsoft.com/office/drawing/2014/main" id="{E57A1231-057D-D441-2138-86D81FDCF9C5}"/>
              </a:ext>
            </a:extLst>
          </p:cNvPr>
          <p:cNvSpPr>
            <a:spLocks noGrp="1"/>
          </p:cNvSpPr>
          <p:nvPr>
            <p:ph type="sldNum" sz="quarter" idx="12"/>
          </p:nvPr>
        </p:nvSpPr>
        <p:spPr/>
        <p:txBody>
          <a:bodyPr/>
          <a:lstStyle/>
          <a:p>
            <a:fld id="{C83C362F-97FB-4C1E-B0F0-C3069DD0CDD1}" type="slidenum">
              <a:rPr lang="en-US" smtClean="0"/>
              <a:t>14</a:t>
            </a:fld>
            <a:endParaRPr lang="en-US"/>
          </a:p>
        </p:txBody>
      </p:sp>
      <p:pic>
        <p:nvPicPr>
          <p:cNvPr id="5" name="Picture 4" descr="Energy saving lamp closeup">
            <a:extLst>
              <a:ext uri="{FF2B5EF4-FFF2-40B4-BE49-F238E27FC236}">
                <a16:creationId xmlns:a16="http://schemas.microsoft.com/office/drawing/2014/main" id="{8FA1A189-1C55-BD61-66C5-9D75C91D9B27}"/>
              </a:ext>
            </a:extLst>
          </p:cNvPr>
          <p:cNvPicPr>
            <a:picLocks noChangeAspect="1"/>
          </p:cNvPicPr>
          <p:nvPr/>
        </p:nvPicPr>
        <p:blipFill>
          <a:blip r:embed="rId3"/>
          <a:stretch>
            <a:fillRect/>
          </a:stretch>
        </p:blipFill>
        <p:spPr>
          <a:xfrm>
            <a:off x="0" y="2158207"/>
            <a:ext cx="2804019" cy="4090193"/>
          </a:xfrm>
          <a:prstGeom prst="rect">
            <a:avLst/>
          </a:prstGeom>
        </p:spPr>
      </p:pic>
      <p:pic>
        <p:nvPicPr>
          <p:cNvPr id="7" name="Picture 6" descr="https://images.openai.com/static-rsc-4/9uB-dRKGiO1Me_EctQbuv3zyWM9Sgon7uazbH7tEZjaYvjIOme6b1Z_AKWgY4oL8EAMzG-kRljnOaHoxnNlZLPZrFt5Mv-KEUtAB9bIdd1XLsXoS5srSh9m_u1Rcq_WfWzVOvTMJAo9d2x0ZnuEHXnKQlAhtgabvWcLEav332Ce-BF8i0UG5ks02o7mzF3bm?purpose=fullsize">
            <a:extLst>
              <a:ext uri="{FF2B5EF4-FFF2-40B4-BE49-F238E27FC236}">
                <a16:creationId xmlns:a16="http://schemas.microsoft.com/office/drawing/2014/main" id="{302949CF-DDB9-A0CB-7137-91AAAF944063}"/>
              </a:ext>
            </a:extLst>
          </p:cNvPr>
          <p:cNvPicPr>
            <a:picLocks noChangeAspect="1"/>
          </p:cNvPicPr>
          <p:nvPr/>
        </p:nvPicPr>
        <p:blipFill>
          <a:blip r:embed="rId4"/>
          <a:stretch>
            <a:fillRect/>
          </a:stretch>
        </p:blipFill>
        <p:spPr>
          <a:xfrm>
            <a:off x="7388381" y="2338737"/>
            <a:ext cx="4803619" cy="3204700"/>
          </a:xfrm>
          <a:prstGeom prst="rect">
            <a:avLst/>
          </a:prstGeom>
        </p:spPr>
      </p:pic>
    </p:spTree>
    <p:extLst>
      <p:ext uri="{BB962C8B-B14F-4D97-AF65-F5344CB8AC3E}">
        <p14:creationId xmlns:p14="http://schemas.microsoft.com/office/powerpoint/2010/main" val="520482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399F0-E78C-B669-2373-7F47A74859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B3989B-4593-E3BC-D5F3-A92C4B65E82A}"/>
              </a:ext>
            </a:extLst>
          </p:cNvPr>
          <p:cNvSpPr>
            <a:spLocks noGrp="1"/>
          </p:cNvSpPr>
          <p:nvPr>
            <p:ph type="title"/>
          </p:nvPr>
        </p:nvSpPr>
        <p:spPr>
          <a:xfrm>
            <a:off x="913774" y="118324"/>
            <a:ext cx="10364451" cy="1596177"/>
          </a:xfrm>
        </p:spPr>
        <p:txBody>
          <a:bodyPr/>
          <a:lstStyle/>
          <a:p>
            <a:r>
              <a:rPr lang="en-US" dirty="0"/>
              <a:t>DEGREE OF IONIZATION</a:t>
            </a:r>
          </a:p>
        </p:txBody>
      </p:sp>
      <p:sp>
        <p:nvSpPr>
          <p:cNvPr id="4" name="Slide Number Placeholder 3">
            <a:extLst>
              <a:ext uri="{FF2B5EF4-FFF2-40B4-BE49-F238E27FC236}">
                <a16:creationId xmlns:a16="http://schemas.microsoft.com/office/drawing/2014/main" id="{7C2ED625-38A1-30BC-9CB7-57638164C53F}"/>
              </a:ext>
            </a:extLst>
          </p:cNvPr>
          <p:cNvSpPr>
            <a:spLocks noGrp="1"/>
          </p:cNvSpPr>
          <p:nvPr>
            <p:ph type="sldNum" sz="quarter" idx="12"/>
          </p:nvPr>
        </p:nvSpPr>
        <p:spPr/>
        <p:txBody>
          <a:bodyPr/>
          <a:lstStyle/>
          <a:p>
            <a:fld id="{C83C362F-97FB-4C1E-B0F0-C3069DD0CDD1}" type="slidenum">
              <a:rPr lang="en-US" smtClean="0"/>
              <a:t>15</a:t>
            </a:fld>
            <a:endParaRPr lang="en-US"/>
          </a:p>
        </p:txBody>
      </p:sp>
    </p:spTree>
    <p:extLst>
      <p:ext uri="{BB962C8B-B14F-4D97-AF65-F5344CB8AC3E}">
        <p14:creationId xmlns:p14="http://schemas.microsoft.com/office/powerpoint/2010/main" val="2954253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1"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1032">
            <a:extLst>
              <a:ext uri="{FF2B5EF4-FFF2-40B4-BE49-F238E27FC236}">
                <a16:creationId xmlns:a16="http://schemas.microsoft.com/office/drawing/2014/main" id="{CAD20AEA-7CAF-4A83-BE2E-EAF010B8B7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035" name="Rectangle 1034">
            <a:extLst>
              <a:ext uri="{FF2B5EF4-FFF2-40B4-BE49-F238E27FC236}">
                <a16:creationId xmlns:a16="http://schemas.microsoft.com/office/drawing/2014/main" id="{B40FCD49-2060-48B9-8212-8A5F1DF472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Debye length - Nexus Wiki">
            <a:extLst>
              <a:ext uri="{FF2B5EF4-FFF2-40B4-BE49-F238E27FC236}">
                <a16:creationId xmlns:a16="http://schemas.microsoft.com/office/drawing/2014/main" id="{6E6C7EC1-FB50-B187-C8C5-5574365AD556}"/>
              </a:ext>
            </a:extLst>
          </p:cNvPr>
          <p:cNvPicPr>
            <a:picLocks noChangeAspect="1" noChangeArrowheads="1"/>
          </p:cNvPicPr>
          <p:nvPr/>
        </p:nvPicPr>
        <p:blipFill rotWithShape="1">
          <a:blip r:embed="rId4">
            <a:alphaModFix amt="35000"/>
            <a:extLst>
              <a:ext uri="{28A0092B-C50C-407E-A947-70E740481C1C}">
                <a14:useLocalDpi xmlns:a14="http://schemas.microsoft.com/office/drawing/2010/main" val="0"/>
              </a:ext>
            </a:extLst>
          </a:blip>
          <a:srcRect t="13851" r="-3" b="20934"/>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036">
            <a:extLst>
              <a:ext uri="{FF2B5EF4-FFF2-40B4-BE49-F238E27FC236}">
                <a16:creationId xmlns:a16="http://schemas.microsoft.com/office/drawing/2014/main" id="{83A45DCD-B5FB-4A86-88D2-91088C7FFC5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DFB5DC1-041E-5489-B0BE-A7F3533ED04B}"/>
              </a:ext>
            </a:extLst>
          </p:cNvPr>
          <p:cNvSpPr>
            <a:spLocks noGrp="1"/>
          </p:cNvSpPr>
          <p:nvPr>
            <p:ph type="title"/>
          </p:nvPr>
        </p:nvSpPr>
        <p:spPr>
          <a:xfrm>
            <a:off x="1751012" y="1300785"/>
            <a:ext cx="8689976" cy="2509213"/>
          </a:xfrm>
        </p:spPr>
        <p:txBody>
          <a:bodyPr vert="horz" lIns="91440" tIns="45720" rIns="91440" bIns="45720" rtlCol="0" anchor="b">
            <a:normAutofit/>
          </a:bodyPr>
          <a:lstStyle/>
          <a:p>
            <a:r>
              <a:rPr lang="en-US" sz="4800"/>
              <a:t>DEBYE LENGTH</a:t>
            </a:r>
          </a:p>
        </p:txBody>
      </p:sp>
      <p:sp>
        <p:nvSpPr>
          <p:cNvPr id="4" name="Slide Number Placeholder 3">
            <a:extLst>
              <a:ext uri="{FF2B5EF4-FFF2-40B4-BE49-F238E27FC236}">
                <a16:creationId xmlns:a16="http://schemas.microsoft.com/office/drawing/2014/main" id="{3BED5806-8FD7-1F46-657C-B8C4A69AEAC2}"/>
              </a:ext>
            </a:extLst>
          </p:cNvPr>
          <p:cNvSpPr>
            <a:spLocks noGrp="1"/>
          </p:cNvSpPr>
          <p:nvPr>
            <p:ph type="sldNum" sz="quarter" idx="12"/>
          </p:nvPr>
        </p:nvSpPr>
        <p:spPr>
          <a:xfrm>
            <a:off x="10514011" y="5883275"/>
            <a:ext cx="764215" cy="365125"/>
          </a:xfrm>
        </p:spPr>
        <p:txBody>
          <a:bodyPr vert="horz" lIns="91440" tIns="45720" rIns="91440" bIns="45720" rtlCol="0" anchor="ctr">
            <a:normAutofit/>
          </a:bodyPr>
          <a:lstStyle/>
          <a:p>
            <a:pPr>
              <a:spcAft>
                <a:spcPts val="600"/>
              </a:spcAft>
            </a:pPr>
            <a:fld id="{C83C362F-97FB-4C1E-B0F0-C3069DD0CDD1}" type="slidenum">
              <a:rPr lang="en-US" smtClean="0"/>
              <a:pPr>
                <a:spcAft>
                  <a:spcPts val="600"/>
                </a:spcAft>
              </a:pPr>
              <a:t>16</a:t>
            </a:fld>
            <a:endParaRPr lang="en-US"/>
          </a:p>
        </p:txBody>
      </p:sp>
    </p:spTree>
    <p:extLst>
      <p:ext uri="{BB962C8B-B14F-4D97-AF65-F5344CB8AC3E}">
        <p14:creationId xmlns:p14="http://schemas.microsoft.com/office/powerpoint/2010/main" val="220224757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0242E8-1B35-1210-1C90-50097D754D22}"/>
            </a:ext>
          </a:extLst>
        </p:cNvPr>
        <p:cNvGrpSpPr/>
        <p:nvPr/>
      </p:nvGrpSpPr>
      <p:grpSpPr>
        <a:xfrm>
          <a:off x="0" y="0"/>
          <a:ext cx="0" cy="0"/>
          <a:chOff x="0" y="0"/>
          <a:chExt cx="0" cy="0"/>
        </a:xfrm>
      </p:grpSpPr>
      <p:pic>
        <p:nvPicPr>
          <p:cNvPr id="1031" name="Picture 2">
            <a:extLst>
              <a:ext uri="{FF2B5EF4-FFF2-40B4-BE49-F238E27FC236}">
                <a16:creationId xmlns:a16="http://schemas.microsoft.com/office/drawing/2014/main" id="{06C12205-DD82-BE16-8F59-F69A9B5893E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1032">
            <a:extLst>
              <a:ext uri="{FF2B5EF4-FFF2-40B4-BE49-F238E27FC236}">
                <a16:creationId xmlns:a16="http://schemas.microsoft.com/office/drawing/2014/main" id="{95663A2A-E60A-9450-8EE1-1B2E6176ED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035" name="Rectangle 1034">
            <a:extLst>
              <a:ext uri="{FF2B5EF4-FFF2-40B4-BE49-F238E27FC236}">
                <a16:creationId xmlns:a16="http://schemas.microsoft.com/office/drawing/2014/main" id="{E48A0167-8011-C469-9DC9-05E419BB4D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7" name="Picture 1036">
            <a:extLst>
              <a:ext uri="{FF2B5EF4-FFF2-40B4-BE49-F238E27FC236}">
                <a16:creationId xmlns:a16="http://schemas.microsoft.com/office/drawing/2014/main" id="{1F0D5CCA-2362-F725-017A-9DE4A7F7DFE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8FB2499-0212-D13A-C594-926BE6A7DECA}"/>
              </a:ext>
            </a:extLst>
          </p:cNvPr>
          <p:cNvSpPr>
            <a:spLocks noGrp="1"/>
          </p:cNvSpPr>
          <p:nvPr>
            <p:ph type="title"/>
          </p:nvPr>
        </p:nvSpPr>
        <p:spPr>
          <a:xfrm>
            <a:off x="1751012" y="179614"/>
            <a:ext cx="8689976" cy="781048"/>
          </a:xfrm>
        </p:spPr>
        <p:txBody>
          <a:bodyPr vert="horz" lIns="91440" tIns="45720" rIns="91440" bIns="45720" rtlCol="0" anchor="b">
            <a:normAutofit/>
          </a:bodyPr>
          <a:lstStyle/>
          <a:p>
            <a:r>
              <a:rPr lang="en-US" sz="4800" dirty="0"/>
              <a:t>DEBYE LENGTH</a:t>
            </a:r>
          </a:p>
        </p:txBody>
      </p:sp>
      <p:sp>
        <p:nvSpPr>
          <p:cNvPr id="4" name="Slide Number Placeholder 3">
            <a:extLst>
              <a:ext uri="{FF2B5EF4-FFF2-40B4-BE49-F238E27FC236}">
                <a16:creationId xmlns:a16="http://schemas.microsoft.com/office/drawing/2014/main" id="{582BE1C6-3E11-08B1-ED2E-2E8F9DA9406B}"/>
              </a:ext>
            </a:extLst>
          </p:cNvPr>
          <p:cNvSpPr>
            <a:spLocks noGrp="1"/>
          </p:cNvSpPr>
          <p:nvPr>
            <p:ph type="sldNum" sz="quarter" idx="12"/>
          </p:nvPr>
        </p:nvSpPr>
        <p:spPr>
          <a:xfrm>
            <a:off x="10514011" y="5883275"/>
            <a:ext cx="764215" cy="365125"/>
          </a:xfrm>
        </p:spPr>
        <p:txBody>
          <a:bodyPr vert="horz" lIns="91440" tIns="45720" rIns="91440" bIns="45720" rtlCol="0" anchor="ctr">
            <a:normAutofit/>
          </a:bodyPr>
          <a:lstStyle/>
          <a:p>
            <a:pPr>
              <a:spcAft>
                <a:spcPts val="600"/>
              </a:spcAft>
            </a:pPr>
            <a:fld id="{C83C362F-97FB-4C1E-B0F0-C3069DD0CDD1}" type="slidenum">
              <a:rPr lang="en-US" smtClean="0"/>
              <a:pPr>
                <a:spcAft>
                  <a:spcPts val="600"/>
                </a:spcAft>
              </a:pPr>
              <a:t>17</a:t>
            </a:fld>
            <a:endParaRPr lang="en-US"/>
          </a:p>
        </p:txBody>
      </p:sp>
    </p:spTree>
    <p:extLst>
      <p:ext uri="{BB962C8B-B14F-4D97-AF65-F5344CB8AC3E}">
        <p14:creationId xmlns:p14="http://schemas.microsoft.com/office/powerpoint/2010/main" val="336532782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FBC978E-16C9-CF28-F030-97A6B30DA617}"/>
              </a:ext>
            </a:extLst>
          </p:cNvPr>
          <p:cNvSpPr>
            <a:spLocks noGrp="1"/>
          </p:cNvSpPr>
          <p:nvPr>
            <p:ph type="sldNum" sz="quarter" idx="12"/>
          </p:nvPr>
        </p:nvSpPr>
        <p:spPr/>
        <p:txBody>
          <a:bodyPr/>
          <a:lstStyle/>
          <a:p>
            <a:fld id="{C83C362F-97FB-4C1E-B0F0-C3069DD0CDD1}" type="slidenum">
              <a:rPr lang="en-US" smtClean="0"/>
              <a:t>18</a:t>
            </a:fld>
            <a:endParaRPr lang="en-US"/>
          </a:p>
        </p:txBody>
      </p:sp>
      <p:pic>
        <p:nvPicPr>
          <p:cNvPr id="3" name="Picture 2">
            <a:extLst>
              <a:ext uri="{FF2B5EF4-FFF2-40B4-BE49-F238E27FC236}">
                <a16:creationId xmlns:a16="http://schemas.microsoft.com/office/drawing/2014/main" id="{EC575B86-7532-2BDF-D762-5C7C20FEBD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7983" y="146461"/>
            <a:ext cx="3727642" cy="1943200"/>
          </a:xfrm>
          <a:prstGeom prst="rect">
            <a:avLst/>
          </a:prstGeom>
        </p:spPr>
      </p:pic>
      <p:pic>
        <p:nvPicPr>
          <p:cNvPr id="7" name="Picture 6">
            <a:extLst>
              <a:ext uri="{FF2B5EF4-FFF2-40B4-BE49-F238E27FC236}">
                <a16:creationId xmlns:a16="http://schemas.microsoft.com/office/drawing/2014/main" id="{3793AAF0-1770-AF9A-7154-A8E6378870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174" y="2869375"/>
            <a:ext cx="11703651" cy="2914800"/>
          </a:xfrm>
          <a:prstGeom prst="rect">
            <a:avLst/>
          </a:prstGeom>
        </p:spPr>
      </p:pic>
    </p:spTree>
    <p:extLst>
      <p:ext uri="{BB962C8B-B14F-4D97-AF65-F5344CB8AC3E}">
        <p14:creationId xmlns:p14="http://schemas.microsoft.com/office/powerpoint/2010/main" val="2673739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61481-6F9B-486A-B349-66531A8831B3}"/>
              </a:ext>
            </a:extLst>
          </p:cNvPr>
          <p:cNvSpPr>
            <a:spLocks noGrp="1"/>
          </p:cNvSpPr>
          <p:nvPr>
            <p:ph type="title"/>
          </p:nvPr>
        </p:nvSpPr>
        <p:spPr>
          <a:xfrm>
            <a:off x="913775" y="182099"/>
            <a:ext cx="10364451" cy="1596177"/>
          </a:xfrm>
        </p:spPr>
        <p:txBody>
          <a:bodyPr/>
          <a:lstStyle/>
          <a:p>
            <a:r>
              <a:rPr lang="en-US" dirty="0"/>
              <a:t>PLASMA DENSITY IN LEO</a:t>
            </a:r>
          </a:p>
        </p:txBody>
      </p:sp>
      <p:pic>
        <p:nvPicPr>
          <p:cNvPr id="6" name="Content Placeholder 5">
            <a:extLst>
              <a:ext uri="{FF2B5EF4-FFF2-40B4-BE49-F238E27FC236}">
                <a16:creationId xmlns:a16="http://schemas.microsoft.com/office/drawing/2014/main" id="{8422895E-D952-4B31-805C-B04ECAF8F74F}"/>
              </a:ext>
            </a:extLst>
          </p:cNvPr>
          <p:cNvPicPr>
            <a:picLocks noGrp="1" noChangeAspect="1"/>
          </p:cNvPicPr>
          <p:nvPr>
            <p:ph sz="quarter" idx="13"/>
          </p:nvPr>
        </p:nvPicPr>
        <p:blipFill>
          <a:blip r:embed="rId2"/>
          <a:stretch>
            <a:fillRect/>
          </a:stretch>
        </p:blipFill>
        <p:spPr>
          <a:xfrm>
            <a:off x="2082967" y="1937472"/>
            <a:ext cx="8431044" cy="4310928"/>
          </a:xfrm>
        </p:spPr>
      </p:pic>
      <p:sp>
        <p:nvSpPr>
          <p:cNvPr id="4" name="Slide Number Placeholder 3">
            <a:extLst>
              <a:ext uri="{FF2B5EF4-FFF2-40B4-BE49-F238E27FC236}">
                <a16:creationId xmlns:a16="http://schemas.microsoft.com/office/drawing/2014/main" id="{05406FAA-D763-46D1-A31E-D63040445C3C}"/>
              </a:ext>
            </a:extLst>
          </p:cNvPr>
          <p:cNvSpPr>
            <a:spLocks noGrp="1"/>
          </p:cNvSpPr>
          <p:nvPr>
            <p:ph type="sldNum" sz="quarter" idx="12"/>
          </p:nvPr>
        </p:nvSpPr>
        <p:spPr/>
        <p:txBody>
          <a:bodyPr/>
          <a:lstStyle/>
          <a:p>
            <a:fld id="{C83C362F-97FB-4C1E-B0F0-C3069DD0CDD1}" type="slidenum">
              <a:rPr lang="en-US" smtClean="0"/>
              <a:t>19</a:t>
            </a:fld>
            <a:endParaRPr lang="en-US"/>
          </a:p>
        </p:txBody>
      </p:sp>
    </p:spTree>
    <p:extLst>
      <p:ext uri="{BB962C8B-B14F-4D97-AF65-F5344CB8AC3E}">
        <p14:creationId xmlns:p14="http://schemas.microsoft.com/office/powerpoint/2010/main" val="31903843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3" name="Picture 2">
            <a:extLst>
              <a:ext uri="{FF2B5EF4-FFF2-40B4-BE49-F238E27FC236}">
                <a16:creationId xmlns:a16="http://schemas.microsoft.com/office/drawing/2014/main" id="{25496B42-CC46-4183-B481-887CD3E8C7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E2758CE0-F916-4DCE-88D1-71430BE441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7" name="Rectangle 16">
            <a:extLst>
              <a:ext uri="{FF2B5EF4-FFF2-40B4-BE49-F238E27FC236}">
                <a16:creationId xmlns:a16="http://schemas.microsoft.com/office/drawing/2014/main" id="{48EC41B9-2D25-48A6-BC40-DA8F79F3E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44DD8279-E2C8-471D-BCDD-8302E254F95B}"/>
              </a:ext>
            </a:extLst>
          </p:cNvPr>
          <p:cNvPicPr>
            <a:picLocks noChangeAspect="1"/>
          </p:cNvPicPr>
          <p:nvPr/>
        </p:nvPicPr>
        <p:blipFill>
          <a:blip r:embed="rId4"/>
          <a:stretch>
            <a:fillRect/>
          </a:stretch>
        </p:blipFill>
        <p:spPr>
          <a:xfrm>
            <a:off x="2192633" y="568037"/>
            <a:ext cx="7680852" cy="3917234"/>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19" name="Picture 18">
            <a:extLst>
              <a:ext uri="{FF2B5EF4-FFF2-40B4-BE49-F238E27FC236}">
                <a16:creationId xmlns:a16="http://schemas.microsoft.com/office/drawing/2014/main" id="{F8F21547-A433-450A-B2A3-930DCFAB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r="71324"/>
          <a:stretch/>
        </p:blipFill>
        <p:spPr>
          <a:xfrm>
            <a:off x="0" y="0"/>
            <a:ext cx="3496235" cy="6858000"/>
          </a:xfrm>
          <a:prstGeom prst="rect">
            <a:avLst/>
          </a:prstGeom>
        </p:spPr>
      </p:pic>
      <p:sp>
        <p:nvSpPr>
          <p:cNvPr id="2" name="Title 1">
            <a:extLst>
              <a:ext uri="{FF2B5EF4-FFF2-40B4-BE49-F238E27FC236}">
                <a16:creationId xmlns:a16="http://schemas.microsoft.com/office/drawing/2014/main" id="{83061481-6F9B-486A-B349-66531A8831B3}"/>
              </a:ext>
            </a:extLst>
          </p:cNvPr>
          <p:cNvSpPr>
            <a:spLocks noGrp="1"/>
          </p:cNvSpPr>
          <p:nvPr>
            <p:ph type="title"/>
          </p:nvPr>
        </p:nvSpPr>
        <p:spPr>
          <a:xfrm>
            <a:off x="635211" y="4562855"/>
            <a:ext cx="10916365" cy="1137554"/>
          </a:xfrm>
        </p:spPr>
        <p:txBody>
          <a:bodyPr vert="horz" lIns="91440" tIns="45720" rIns="91440" bIns="45720" rtlCol="0" anchor="b">
            <a:normAutofit/>
          </a:bodyPr>
          <a:lstStyle/>
          <a:p>
            <a:r>
              <a:rPr lang="en-US" sz="4800"/>
              <a:t>PLASMA DENSITY AT HIGHER ALTITUDES</a:t>
            </a:r>
          </a:p>
        </p:txBody>
      </p:sp>
      <p:pic>
        <p:nvPicPr>
          <p:cNvPr id="21" name="Picture 20">
            <a:extLst>
              <a:ext uri="{FF2B5EF4-FFF2-40B4-BE49-F238E27FC236}">
                <a16:creationId xmlns:a16="http://schemas.microsoft.com/office/drawing/2014/main" id="{A73B520B-D7E7-436A-B263-0682940B4FB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61810" r="21258"/>
          <a:stretch/>
        </p:blipFill>
        <p:spPr>
          <a:xfrm>
            <a:off x="0" y="4238951"/>
            <a:ext cx="9600237" cy="2619049"/>
          </a:xfrm>
          <a:prstGeom prst="rect">
            <a:avLst/>
          </a:prstGeom>
        </p:spPr>
      </p:pic>
      <p:sp>
        <p:nvSpPr>
          <p:cNvPr id="4" name="Slide Number Placeholder 3">
            <a:extLst>
              <a:ext uri="{FF2B5EF4-FFF2-40B4-BE49-F238E27FC236}">
                <a16:creationId xmlns:a16="http://schemas.microsoft.com/office/drawing/2014/main" id="{05406FAA-D763-46D1-A31E-D63040445C3C}"/>
              </a:ext>
            </a:extLst>
          </p:cNvPr>
          <p:cNvSpPr>
            <a:spLocks noGrp="1"/>
          </p:cNvSpPr>
          <p:nvPr>
            <p:ph type="sldNum" sz="quarter" idx="12"/>
          </p:nvPr>
        </p:nvSpPr>
        <p:spPr>
          <a:xfrm>
            <a:off x="10514011" y="6354825"/>
            <a:ext cx="764215" cy="365125"/>
          </a:xfrm>
        </p:spPr>
        <p:txBody>
          <a:bodyPr vert="horz" lIns="91440" tIns="45720" rIns="91440" bIns="45720" rtlCol="0" anchor="ctr">
            <a:normAutofit/>
          </a:bodyPr>
          <a:lstStyle/>
          <a:p>
            <a:pPr defTabSz="914400">
              <a:spcAft>
                <a:spcPts val="600"/>
              </a:spcAft>
            </a:pPr>
            <a:fld id="{C83C362F-97FB-4C1E-B0F0-C3069DD0CDD1}" type="slidenum">
              <a:rPr lang="en-US" smtClean="0"/>
              <a:pPr defTabSz="914400">
                <a:spcAft>
                  <a:spcPts val="600"/>
                </a:spcAft>
              </a:pPr>
              <a:t>20</a:t>
            </a:fld>
            <a:endParaRPr lang="en-US"/>
          </a:p>
        </p:txBody>
      </p:sp>
    </p:spTree>
    <p:extLst>
      <p:ext uri="{BB962C8B-B14F-4D97-AF65-F5344CB8AC3E}">
        <p14:creationId xmlns:p14="http://schemas.microsoft.com/office/powerpoint/2010/main" val="12453129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lasma Definition in Chemistry and Physics">
            <a:extLst>
              <a:ext uri="{FF2B5EF4-FFF2-40B4-BE49-F238E27FC236}">
                <a16:creationId xmlns:a16="http://schemas.microsoft.com/office/drawing/2014/main" id="{C54F6672-F653-484E-C653-554E2CADC4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3774" y="0"/>
            <a:ext cx="10313987"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0C194CC-AE4A-4814-85E0-A99477B55675}"/>
              </a:ext>
            </a:extLst>
          </p:cNvPr>
          <p:cNvSpPr>
            <a:spLocks noGrp="1"/>
          </p:cNvSpPr>
          <p:nvPr>
            <p:ph type="title"/>
          </p:nvPr>
        </p:nvSpPr>
        <p:spPr/>
        <p:txBody>
          <a:bodyPr/>
          <a:lstStyle/>
          <a:p>
            <a:r>
              <a:rPr lang="en-US" dirty="0"/>
              <a:t>Plasma physics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CFE9765-B6AA-40B8-8B58-ADA4619D1BB6}"/>
                  </a:ext>
                </a:extLst>
              </p:cNvPr>
              <p:cNvSpPr>
                <a:spLocks noGrp="1"/>
              </p:cNvSpPr>
              <p:nvPr>
                <p:ph sz="quarter" idx="13"/>
              </p:nvPr>
            </p:nvSpPr>
            <p:spPr>
              <a:xfrm>
                <a:off x="1113486" y="1663831"/>
                <a:ext cx="4587701" cy="3424107"/>
              </a:xfrm>
            </p:spPr>
            <p:txBody>
              <a:bodyPr/>
              <a:lstStyle/>
              <a:p>
                <a:pPr marL="0" indent="0">
                  <a:buNone/>
                </a:pPr>
                <a:r>
                  <a:rPr lang="en-US" dirty="0">
                    <a:solidFill>
                      <a:schemeClr val="bg1"/>
                    </a:solidFill>
                  </a:rPr>
                  <a:t>Poisson’s equation</a:t>
                </a:r>
              </a:p>
              <a:p>
                <a:pPr marL="0" indent="0">
                  <a:buNone/>
                </a:pPr>
                <a14:m>
                  <m:oMath xmlns:m="http://schemas.openxmlformats.org/officeDocument/2006/math">
                    <m:r>
                      <m:rPr>
                        <m:sty m:val="p"/>
                      </m:rPr>
                      <a:rPr lang="en-US" i="1" smtClean="0">
                        <a:solidFill>
                          <a:schemeClr val="bg1"/>
                        </a:solidFill>
                        <a:latin typeface="Cambria Math" panose="02040503050406030204" pitchFamily="18" charset="0"/>
                        <a:ea typeface="Cambria Math" panose="02040503050406030204" pitchFamily="18" charset="0"/>
                      </a:rPr>
                      <m:t>∇</m:t>
                    </m:r>
                    <m:r>
                      <a:rPr lang="en-US" b="0" i="1" smtClean="0">
                        <a:solidFill>
                          <a:schemeClr val="bg1"/>
                        </a:solidFill>
                        <a:latin typeface="Cambria Math" panose="02040503050406030204" pitchFamily="18" charset="0"/>
                        <a:ea typeface="Cambria Math" panose="02040503050406030204" pitchFamily="18" charset="0"/>
                      </a:rPr>
                      <m:t>.</m:t>
                    </m:r>
                    <m:acc>
                      <m:accPr>
                        <m:chr m:val="⃑"/>
                        <m:ctrlPr>
                          <a:rPr lang="en-US" b="0" i="1" smtClean="0">
                            <a:solidFill>
                              <a:schemeClr val="bg1"/>
                            </a:solidFill>
                            <a:latin typeface="Cambria Math" panose="02040503050406030204" pitchFamily="18" charset="0"/>
                            <a:ea typeface="Cambria Math" panose="02040503050406030204" pitchFamily="18" charset="0"/>
                          </a:rPr>
                        </m:ctrlPr>
                      </m:accPr>
                      <m:e>
                        <m:r>
                          <a:rPr lang="en-US" b="0" i="1" smtClean="0">
                            <a:solidFill>
                              <a:schemeClr val="bg1"/>
                            </a:solidFill>
                            <a:latin typeface="Cambria Math" panose="02040503050406030204" pitchFamily="18" charset="0"/>
                            <a:ea typeface="Cambria Math" panose="02040503050406030204" pitchFamily="18" charset="0"/>
                          </a:rPr>
                          <m:t>𝐷</m:t>
                        </m:r>
                      </m:e>
                    </m:acc>
                    <m:r>
                      <a:rPr lang="en-US" b="0" i="1" smtClean="0">
                        <a:solidFill>
                          <a:schemeClr val="bg1"/>
                        </a:solidFill>
                        <a:latin typeface="Cambria Math" panose="02040503050406030204" pitchFamily="18" charset="0"/>
                        <a:ea typeface="Cambria Math" panose="02040503050406030204" pitchFamily="18" charset="0"/>
                      </a:rPr>
                      <m:t>= </m:t>
                    </m:r>
                    <m:acc>
                      <m:accPr>
                        <m:chr m:val="⃑"/>
                        <m:ctrlPr>
                          <a:rPr lang="en-US" b="0" i="1" smtClean="0">
                            <a:solidFill>
                              <a:schemeClr val="bg1"/>
                            </a:solidFill>
                            <a:latin typeface="Cambria Math" panose="02040503050406030204" pitchFamily="18" charset="0"/>
                            <a:ea typeface="Cambria Math" panose="02040503050406030204" pitchFamily="18" charset="0"/>
                          </a:rPr>
                        </m:ctrlPr>
                      </m:accPr>
                      <m:e>
                        <m:sSub>
                          <m:sSubPr>
                            <m:ctrlPr>
                              <a:rPr lang="en-US" i="1">
                                <a:solidFill>
                                  <a:schemeClr val="bg1"/>
                                </a:solidFill>
                                <a:latin typeface="Cambria Math" panose="02040503050406030204" pitchFamily="18" charset="0"/>
                                <a:ea typeface="Cambria Math" panose="02040503050406030204" pitchFamily="18" charset="0"/>
                              </a:rPr>
                            </m:ctrlPr>
                          </m:sSubPr>
                          <m:e>
                            <m:r>
                              <a:rPr lang="en-US" i="1">
                                <a:solidFill>
                                  <a:schemeClr val="bg1"/>
                                </a:solidFill>
                                <a:latin typeface="Cambria Math" panose="02040503050406030204" pitchFamily="18" charset="0"/>
                                <a:ea typeface="Cambria Math" panose="02040503050406030204" pitchFamily="18" charset="0"/>
                              </a:rPr>
                              <m:t>𝜌</m:t>
                            </m:r>
                          </m:e>
                          <m:sub>
                            <m:r>
                              <a:rPr lang="en-US" i="1">
                                <a:solidFill>
                                  <a:schemeClr val="bg1"/>
                                </a:solidFill>
                                <a:latin typeface="Cambria Math" panose="02040503050406030204" pitchFamily="18" charset="0"/>
                                <a:ea typeface="Cambria Math" panose="02040503050406030204" pitchFamily="18" charset="0"/>
                              </a:rPr>
                              <m:t>𝑓</m:t>
                            </m:r>
                          </m:sub>
                        </m:sSub>
                      </m:e>
                    </m:acc>
                  </m:oMath>
                </a14:m>
                <a:r>
                  <a:rPr lang="en-US" dirty="0">
                    <a:solidFill>
                      <a:schemeClr val="bg1"/>
                    </a:solidFill>
                  </a:rPr>
                  <a:t> </a:t>
                </a:r>
              </a:p>
              <a:p>
                <a:pPr marL="0" indent="0">
                  <a:buNone/>
                </a:pPr>
                <a:r>
                  <a:rPr lang="en-US" dirty="0">
                    <a:solidFill>
                      <a:schemeClr val="bg1"/>
                    </a:solidFill>
                  </a:rPr>
                  <a:t>Where</a:t>
                </a:r>
              </a:p>
              <a:p>
                <a:pPr marL="0" indent="0">
                  <a:buNone/>
                </a:pPr>
                <a14:m>
                  <m:oMath xmlns:m="http://schemas.openxmlformats.org/officeDocument/2006/math">
                    <m:acc>
                      <m:accPr>
                        <m:chr m:val="⃑"/>
                        <m:ctrlPr>
                          <a:rPr lang="en-US" i="1">
                            <a:solidFill>
                              <a:schemeClr val="bg1"/>
                            </a:solidFill>
                            <a:latin typeface="Cambria Math" panose="02040503050406030204" pitchFamily="18" charset="0"/>
                            <a:ea typeface="Cambria Math" panose="02040503050406030204" pitchFamily="18" charset="0"/>
                          </a:rPr>
                        </m:ctrlPr>
                      </m:accPr>
                      <m:e>
                        <m:r>
                          <a:rPr lang="en-US" i="1">
                            <a:solidFill>
                              <a:schemeClr val="bg1"/>
                            </a:solidFill>
                            <a:latin typeface="Cambria Math" panose="02040503050406030204" pitchFamily="18" charset="0"/>
                            <a:ea typeface="Cambria Math" panose="02040503050406030204" pitchFamily="18" charset="0"/>
                          </a:rPr>
                          <m:t>𝐷</m:t>
                        </m:r>
                      </m:e>
                    </m:acc>
                    <m:r>
                      <a:rPr lang="en-US" i="1">
                        <a:solidFill>
                          <a:schemeClr val="bg1"/>
                        </a:solidFill>
                        <a:latin typeface="Cambria Math" panose="02040503050406030204" pitchFamily="18" charset="0"/>
                        <a:ea typeface="Cambria Math" panose="02040503050406030204" pitchFamily="18" charset="0"/>
                      </a:rPr>
                      <m:t> </m:t>
                    </m:r>
                  </m:oMath>
                </a14:m>
                <a:r>
                  <a:rPr lang="en-US" dirty="0">
                    <a:solidFill>
                      <a:schemeClr val="bg1"/>
                    </a:solidFill>
                  </a:rPr>
                  <a:t>= electric displacement field</a:t>
                </a:r>
              </a:p>
              <a:p>
                <a:pPr marL="0" indent="0">
                  <a:buNone/>
                </a:pPr>
                <a14:m>
                  <m:oMath xmlns:m="http://schemas.openxmlformats.org/officeDocument/2006/math">
                    <m:acc>
                      <m:accPr>
                        <m:chr m:val="⃑"/>
                        <m:ctrlPr>
                          <a:rPr lang="en-US" i="1">
                            <a:solidFill>
                              <a:schemeClr val="bg1"/>
                            </a:solidFill>
                            <a:latin typeface="Cambria Math" panose="02040503050406030204" pitchFamily="18" charset="0"/>
                            <a:ea typeface="Cambria Math" panose="02040503050406030204" pitchFamily="18" charset="0"/>
                          </a:rPr>
                        </m:ctrlPr>
                      </m:accPr>
                      <m:e>
                        <m:sSub>
                          <m:sSubPr>
                            <m:ctrlPr>
                              <a:rPr lang="en-US" i="1">
                                <a:solidFill>
                                  <a:schemeClr val="bg1"/>
                                </a:solidFill>
                                <a:latin typeface="Cambria Math" panose="02040503050406030204" pitchFamily="18" charset="0"/>
                                <a:ea typeface="Cambria Math" panose="02040503050406030204" pitchFamily="18" charset="0"/>
                              </a:rPr>
                            </m:ctrlPr>
                          </m:sSubPr>
                          <m:e>
                            <m:r>
                              <a:rPr lang="en-US" i="1">
                                <a:solidFill>
                                  <a:schemeClr val="bg1"/>
                                </a:solidFill>
                                <a:latin typeface="Cambria Math" panose="02040503050406030204" pitchFamily="18" charset="0"/>
                                <a:ea typeface="Cambria Math" panose="02040503050406030204" pitchFamily="18" charset="0"/>
                              </a:rPr>
                              <m:t>𝜌</m:t>
                            </m:r>
                          </m:e>
                          <m:sub>
                            <m:r>
                              <a:rPr lang="en-US" i="1">
                                <a:solidFill>
                                  <a:schemeClr val="bg1"/>
                                </a:solidFill>
                                <a:latin typeface="Cambria Math" panose="02040503050406030204" pitchFamily="18" charset="0"/>
                                <a:ea typeface="Cambria Math" panose="02040503050406030204" pitchFamily="18" charset="0"/>
                              </a:rPr>
                              <m:t>𝑓</m:t>
                            </m:r>
                          </m:sub>
                        </m:sSub>
                      </m:e>
                    </m:acc>
                  </m:oMath>
                </a14:m>
                <a:r>
                  <a:rPr lang="en-US" dirty="0">
                    <a:solidFill>
                      <a:schemeClr val="bg1"/>
                    </a:solidFill>
                  </a:rPr>
                  <a:t> = charge distribution</a:t>
                </a:r>
              </a:p>
            </p:txBody>
          </p:sp>
        </mc:Choice>
        <mc:Fallback xmlns="">
          <p:sp>
            <p:nvSpPr>
              <p:cNvPr id="3" name="Content Placeholder 2">
                <a:extLst>
                  <a:ext uri="{FF2B5EF4-FFF2-40B4-BE49-F238E27FC236}">
                    <a16:creationId xmlns:a16="http://schemas.microsoft.com/office/drawing/2014/main" id="{8CFE9765-B6AA-40B8-8B58-ADA4619D1BB6}"/>
                  </a:ext>
                </a:extLst>
              </p:cNvPr>
              <p:cNvSpPr>
                <a:spLocks noGrp="1" noRot="1" noChangeAspect="1" noMove="1" noResize="1" noEditPoints="1" noAdjustHandles="1" noChangeArrowheads="1" noChangeShapeType="1" noTextEdit="1"/>
              </p:cNvSpPr>
              <p:nvPr>
                <p:ph sz="quarter" idx="13"/>
              </p:nvPr>
            </p:nvSpPr>
            <p:spPr>
              <a:xfrm>
                <a:off x="1113486" y="1663831"/>
                <a:ext cx="4587701" cy="3424107"/>
              </a:xfrm>
              <a:blipFill>
                <a:blip r:embed="rId3"/>
                <a:stretch>
                  <a:fillRect l="-146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37B6023-5105-447E-A1F7-5DAB914DF045}"/>
              </a:ext>
            </a:extLst>
          </p:cNvPr>
          <p:cNvSpPr>
            <a:spLocks noGrp="1"/>
          </p:cNvSpPr>
          <p:nvPr>
            <p:ph type="sldNum" sz="quarter" idx="12"/>
          </p:nvPr>
        </p:nvSpPr>
        <p:spPr/>
        <p:txBody>
          <a:bodyPr/>
          <a:lstStyle/>
          <a:p>
            <a:fld id="{C83C362F-97FB-4C1E-B0F0-C3069DD0CDD1}" type="slidenum">
              <a:rPr lang="en-US" smtClean="0"/>
              <a:t>21</a:t>
            </a:fld>
            <a:endParaRPr lang="en-US"/>
          </a:p>
        </p:txBody>
      </p:sp>
    </p:spTree>
    <p:extLst>
      <p:ext uri="{BB962C8B-B14F-4D97-AF65-F5344CB8AC3E}">
        <p14:creationId xmlns:p14="http://schemas.microsoft.com/office/powerpoint/2010/main" val="29442050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8D2BB-ABAE-1D19-9EEE-458B39AC5F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8C1082-EFF4-6FDC-3630-02DF5B5E6C63}"/>
              </a:ext>
            </a:extLst>
          </p:cNvPr>
          <p:cNvSpPr>
            <a:spLocks noGrp="1"/>
          </p:cNvSpPr>
          <p:nvPr>
            <p:ph type="title"/>
          </p:nvPr>
        </p:nvSpPr>
        <p:spPr>
          <a:xfrm>
            <a:off x="913775" y="-424672"/>
            <a:ext cx="10364451" cy="1596177"/>
          </a:xfrm>
        </p:spPr>
        <p:txBody>
          <a:bodyPr/>
          <a:lstStyle/>
          <a:p>
            <a:r>
              <a:rPr lang="en-US" dirty="0"/>
              <a:t>Plasma physics</a:t>
            </a:r>
          </a:p>
        </p:txBody>
      </p:sp>
      <p:sp>
        <p:nvSpPr>
          <p:cNvPr id="4" name="Slide Number Placeholder 3">
            <a:extLst>
              <a:ext uri="{FF2B5EF4-FFF2-40B4-BE49-F238E27FC236}">
                <a16:creationId xmlns:a16="http://schemas.microsoft.com/office/drawing/2014/main" id="{859E2956-29DF-E6CB-FF7D-2F8B3CCB2F62}"/>
              </a:ext>
            </a:extLst>
          </p:cNvPr>
          <p:cNvSpPr>
            <a:spLocks noGrp="1"/>
          </p:cNvSpPr>
          <p:nvPr>
            <p:ph type="sldNum" sz="quarter" idx="12"/>
          </p:nvPr>
        </p:nvSpPr>
        <p:spPr/>
        <p:txBody>
          <a:bodyPr/>
          <a:lstStyle/>
          <a:p>
            <a:fld id="{C83C362F-97FB-4C1E-B0F0-C3069DD0CDD1}" type="slidenum">
              <a:rPr lang="en-US" smtClean="0"/>
              <a:t>22</a:t>
            </a:fld>
            <a:endParaRPr lang="en-US"/>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B8FA2E63-5C2F-AB5D-533B-5EFFF514C9BE}"/>
                  </a:ext>
                </a:extLst>
              </p:cNvPr>
              <p:cNvSpPr txBox="1">
                <a:spLocks/>
              </p:cNvSpPr>
              <p:nvPr/>
            </p:nvSpPr>
            <p:spPr>
              <a:xfrm>
                <a:off x="1061058" y="724794"/>
                <a:ext cx="2485282" cy="34241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buNone/>
                </a:pPr>
                <a:r>
                  <a:rPr lang="en-US" dirty="0">
                    <a:solidFill>
                      <a:schemeClr val="tx1"/>
                    </a:solidFill>
                    <a:latin typeface="Cambria Math" panose="02040503050406030204" pitchFamily="18" charset="0"/>
                    <a:ea typeface="Cambria Math" panose="02040503050406030204" pitchFamily="18" charset="0"/>
                  </a:rPr>
                  <a:t>But</a:t>
                </a:r>
              </a:p>
              <a:p>
                <a:pPr marL="0" indent="0">
                  <a:buNone/>
                </a:pPr>
                <a14:m>
                  <m:oMathPara xmlns:m="http://schemas.openxmlformats.org/officeDocument/2006/math">
                    <m:oMathParaPr>
                      <m:jc m:val="left"/>
                    </m:oMathParaPr>
                    <m:oMath xmlns:m="http://schemas.openxmlformats.org/officeDocument/2006/math">
                      <m:acc>
                        <m:accPr>
                          <m:chr m:val="⃑"/>
                          <m:ctrlPr>
                            <a:rPr lang="en-US" i="1" smtClean="0">
                              <a:solidFill>
                                <a:schemeClr val="tx1"/>
                              </a:solidFill>
                              <a:latin typeface="Cambria Math" panose="02040503050406030204" pitchFamily="18" charset="0"/>
                              <a:ea typeface="Cambria Math" panose="02040503050406030204" pitchFamily="18" charset="0"/>
                            </a:rPr>
                          </m:ctrlPr>
                        </m:accPr>
                        <m:e>
                          <m:r>
                            <a:rPr lang="en-US" b="0" i="1" smtClean="0">
                              <a:solidFill>
                                <a:schemeClr val="tx1"/>
                              </a:solidFill>
                              <a:latin typeface="Cambria Math" panose="02040503050406030204" pitchFamily="18" charset="0"/>
                              <a:ea typeface="Cambria Math" panose="02040503050406030204" pitchFamily="18" charset="0"/>
                            </a:rPr>
                            <m:t>𝐷</m:t>
                          </m:r>
                        </m:e>
                      </m:acc>
                      <m:r>
                        <a:rPr lang="en-US" b="0" i="1" smtClean="0">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𝜀</m:t>
                          </m:r>
                        </m:e>
                        <m:sub>
                          <m:r>
                            <a:rPr lang="en-US" i="1">
                              <a:solidFill>
                                <a:schemeClr val="tx1"/>
                              </a:solidFill>
                              <a:latin typeface="Cambria Math" panose="02040503050406030204" pitchFamily="18" charset="0"/>
                              <a:ea typeface="Cambria Math" panose="02040503050406030204" pitchFamily="18" charset="0"/>
                            </a:rPr>
                            <m:t>𝑜</m:t>
                          </m:r>
                        </m:sub>
                      </m:sSub>
                      <m:acc>
                        <m:accPr>
                          <m:chr m:val="⃑"/>
                          <m:ctrlPr>
                            <a:rPr lang="en-US" i="1" smtClean="0">
                              <a:solidFill>
                                <a:schemeClr val="tx1"/>
                              </a:solidFill>
                              <a:latin typeface="Cambria Math" panose="02040503050406030204" pitchFamily="18" charset="0"/>
                              <a:ea typeface="Cambria Math" panose="02040503050406030204" pitchFamily="18" charset="0"/>
                            </a:rPr>
                          </m:ctrlPr>
                        </m:accPr>
                        <m:e>
                          <m:r>
                            <a:rPr lang="en-US" b="0" i="1" smtClean="0">
                              <a:solidFill>
                                <a:schemeClr val="tx1"/>
                              </a:solidFill>
                              <a:latin typeface="Cambria Math" panose="02040503050406030204" pitchFamily="18" charset="0"/>
                              <a:ea typeface="Cambria Math" panose="02040503050406030204" pitchFamily="18" charset="0"/>
                            </a:rPr>
                            <m:t>𝐸</m:t>
                          </m:r>
                        </m:e>
                      </m:acc>
                    </m:oMath>
                  </m:oMathPara>
                </a14:m>
                <a:endParaRPr lang="en-US" i="1" dirty="0">
                  <a:solidFill>
                    <a:schemeClr val="tx1"/>
                  </a:solidFill>
                  <a:latin typeface="Cambria Math" panose="02040503050406030204" pitchFamily="18" charset="0"/>
                  <a:ea typeface="Cambria Math" panose="02040503050406030204" pitchFamily="18" charset="0"/>
                </a:endParaRPr>
              </a:p>
              <a:p>
                <a:pPr marL="0" indent="0">
                  <a:buNone/>
                </a:pPr>
                <a:r>
                  <a:rPr lang="en-US" dirty="0">
                    <a:solidFill>
                      <a:schemeClr val="tx1"/>
                    </a:solidFill>
                  </a:rPr>
                  <a:t>Where</a:t>
                </a:r>
              </a:p>
              <a:p>
                <a:pPr marL="0" indent="0">
                  <a:buFont typeface="Arial" panose="020B0604020202020204" pitchFamily="34" charset="0"/>
                  <a:buNone/>
                </a:pPr>
                <a14:m>
                  <m:oMath xmlns:m="http://schemas.openxmlformats.org/officeDocument/2006/math">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𝜀</m:t>
                        </m:r>
                      </m:e>
                      <m:sub>
                        <m:r>
                          <a:rPr lang="en-US" b="0" i="1" smtClean="0">
                            <a:solidFill>
                              <a:schemeClr val="tx1"/>
                            </a:solidFill>
                            <a:latin typeface="Cambria Math" panose="02040503050406030204" pitchFamily="18" charset="0"/>
                            <a:ea typeface="Cambria Math" panose="02040503050406030204" pitchFamily="18" charset="0"/>
                          </a:rPr>
                          <m:t>𝑜</m:t>
                        </m:r>
                      </m:sub>
                    </m:sSub>
                    <m:r>
                      <a:rPr lang="en-US" b="0" i="1" smtClean="0">
                        <a:solidFill>
                          <a:schemeClr val="tx1"/>
                        </a:solidFill>
                        <a:latin typeface="Cambria Math" panose="02040503050406030204" pitchFamily="18" charset="0"/>
                        <a:ea typeface="Cambria Math" panose="02040503050406030204" pitchFamily="18" charset="0"/>
                      </a:rPr>
                      <m:t> </m:t>
                    </m:r>
                  </m:oMath>
                </a14:m>
                <a:r>
                  <a:rPr lang="en-US" dirty="0">
                    <a:solidFill>
                      <a:schemeClr val="tx1"/>
                    </a:solidFill>
                  </a:rPr>
                  <a:t>= permittivity</a:t>
                </a:r>
              </a:p>
              <a:p>
                <a:pPr marL="0" indent="0">
                  <a:buNone/>
                </a:pPr>
                <a14:m>
                  <m:oMath xmlns:m="http://schemas.openxmlformats.org/officeDocument/2006/math">
                    <m:acc>
                      <m:accPr>
                        <m:chr m:val="⃑"/>
                        <m:ctrlPr>
                          <a:rPr lang="en-US" i="1">
                            <a:solidFill>
                              <a:schemeClr val="tx1"/>
                            </a:solidFill>
                            <a:latin typeface="Cambria Math" panose="02040503050406030204" pitchFamily="18" charset="0"/>
                            <a:ea typeface="Cambria Math" panose="02040503050406030204" pitchFamily="18" charset="0"/>
                          </a:rPr>
                        </m:ctrlPr>
                      </m:accPr>
                      <m:e>
                        <m:r>
                          <a:rPr lang="en-US" i="1">
                            <a:solidFill>
                              <a:schemeClr val="tx1"/>
                            </a:solidFill>
                            <a:latin typeface="Cambria Math" panose="02040503050406030204" pitchFamily="18" charset="0"/>
                            <a:ea typeface="Cambria Math" panose="02040503050406030204" pitchFamily="18" charset="0"/>
                          </a:rPr>
                          <m:t>𝐸</m:t>
                        </m:r>
                      </m:e>
                    </m:acc>
                  </m:oMath>
                </a14:m>
                <a:r>
                  <a:rPr lang="en-US" dirty="0">
                    <a:solidFill>
                      <a:schemeClr val="tx1"/>
                    </a:solidFill>
                  </a:rPr>
                  <a:t>= electric field</a:t>
                </a:r>
              </a:p>
              <a:p>
                <a:pPr marL="0" indent="0">
                  <a:buFont typeface="Arial" panose="020B0604020202020204" pitchFamily="34" charset="0"/>
                  <a:buNone/>
                </a:pPr>
                <a:endParaRPr lang="en-US" dirty="0">
                  <a:solidFill>
                    <a:schemeClr val="bg1"/>
                  </a:solidFill>
                </a:endParaRPr>
              </a:p>
              <a:p>
                <a:pPr marL="0" indent="0">
                  <a:buFont typeface="Arial" panose="020B0604020202020204" pitchFamily="34" charset="0"/>
                  <a:buNone/>
                </a:pPr>
                <a:endParaRPr lang="en-US" dirty="0">
                  <a:solidFill>
                    <a:schemeClr val="bg1"/>
                  </a:solidFill>
                </a:endParaRPr>
              </a:p>
              <a:p>
                <a:pPr marL="0" indent="0">
                  <a:buNone/>
                </a:pPr>
                <a:endParaRPr lang="en-US" dirty="0"/>
              </a:p>
            </p:txBody>
          </p:sp>
        </mc:Choice>
        <mc:Fallback xmlns="">
          <p:sp>
            <p:nvSpPr>
              <p:cNvPr id="5" name="Content Placeholder 2">
                <a:extLst>
                  <a:ext uri="{FF2B5EF4-FFF2-40B4-BE49-F238E27FC236}">
                    <a16:creationId xmlns:a16="http://schemas.microsoft.com/office/drawing/2014/main" id="{B8FA2E63-5C2F-AB5D-533B-5EFFF514C9BE}"/>
                  </a:ext>
                </a:extLst>
              </p:cNvPr>
              <p:cNvSpPr txBox="1">
                <a:spLocks noRot="1" noChangeAspect="1" noMove="1" noResize="1" noEditPoints="1" noAdjustHandles="1" noChangeArrowheads="1" noChangeShapeType="1" noTextEdit="1"/>
              </p:cNvSpPr>
              <p:nvPr/>
            </p:nvSpPr>
            <p:spPr>
              <a:xfrm>
                <a:off x="1061058" y="724794"/>
                <a:ext cx="2485282" cy="3424107"/>
              </a:xfrm>
              <a:prstGeom prst="rect">
                <a:avLst/>
              </a:prstGeom>
              <a:blipFill>
                <a:blip r:embed="rId2"/>
                <a:stretch>
                  <a:fillRect l="-2451" t="-356"/>
                </a:stretch>
              </a:blipFill>
            </p:spPr>
            <p:txBody>
              <a:bodyPr/>
              <a:lstStyle/>
              <a:p>
                <a:r>
                  <a:rPr lang="en-US">
                    <a:noFill/>
                  </a:rPr>
                  <a:t> </a:t>
                </a:r>
              </a:p>
            </p:txBody>
          </p:sp>
        </mc:Fallback>
      </mc:AlternateContent>
    </p:spTree>
    <p:extLst>
      <p:ext uri="{BB962C8B-B14F-4D97-AF65-F5344CB8AC3E}">
        <p14:creationId xmlns:p14="http://schemas.microsoft.com/office/powerpoint/2010/main" val="6517216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194CC-AE4A-4814-85E0-A99477B55675}"/>
              </a:ext>
            </a:extLst>
          </p:cNvPr>
          <p:cNvSpPr>
            <a:spLocks noGrp="1"/>
          </p:cNvSpPr>
          <p:nvPr>
            <p:ph type="title"/>
          </p:nvPr>
        </p:nvSpPr>
        <p:spPr/>
        <p:txBody>
          <a:bodyPr/>
          <a:lstStyle/>
          <a:p>
            <a:r>
              <a:rPr lang="en-US" dirty="0"/>
              <a:t>Plasma physics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CFE9765-B6AA-40B8-8B58-ADA4619D1BB6}"/>
                  </a:ext>
                </a:extLst>
              </p:cNvPr>
              <p:cNvSpPr>
                <a:spLocks noGrp="1"/>
              </p:cNvSpPr>
              <p:nvPr>
                <p:ph sz="quarter" idx="13"/>
              </p:nvPr>
            </p:nvSpPr>
            <p:spPr>
              <a:xfrm>
                <a:off x="913774" y="2367092"/>
                <a:ext cx="4561675" cy="3424107"/>
              </a:xfrm>
            </p:spPr>
            <p:txBody>
              <a:bodyPr/>
              <a:lstStyle/>
              <a:p>
                <a:pPr marL="0" indent="0">
                  <a:buNone/>
                </a:pPr>
                <a:r>
                  <a:rPr lang="en-US" dirty="0"/>
                  <a:t>But </a:t>
                </a:r>
                <a14:m>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𝑜</m:t>
                            </m:r>
                          </m:sub>
                        </m:sSub>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𝛿</m:t>
                        </m:r>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ea typeface="Cambria Math" panose="02040503050406030204" pitchFamily="18" charset="0"/>
                              </a:rPr>
                              <m:t>𝑜</m:t>
                            </m:r>
                          </m:sub>
                        </m:sSub>
                      </m:den>
                    </m:f>
                  </m:oMath>
                </a14:m>
                <a:endParaRPr lang="en-US" b="0" dirty="0">
                  <a:ea typeface="Cambria Math" panose="02040503050406030204" pitchFamily="18" charset="0"/>
                </a:endParaRPr>
              </a:p>
              <a:p>
                <a:pPr marL="0" indent="0">
                  <a:buNone/>
                </a:pPr>
                <a:r>
                  <a:rPr lang="en-US" dirty="0"/>
                  <a:t>Where </a:t>
                </a:r>
              </a:p>
              <a:p>
                <a:pPr marL="0" indent="0">
                  <a:buNone/>
                </a:pPr>
                <a14:m>
                  <m:oMath xmlns:m="http://schemas.openxmlformats.org/officeDocument/2006/math">
                    <m:r>
                      <a:rPr lang="en-US" b="0" i="1" smtClean="0">
                        <a:latin typeface="Cambria Math" panose="02040503050406030204" pitchFamily="18" charset="0"/>
                        <a:ea typeface="Cambria Math" panose="02040503050406030204" pitchFamily="18" charset="0"/>
                      </a:rPr>
                      <m:t>𝛿</m:t>
                    </m:r>
                  </m:oMath>
                </a14:m>
                <a:r>
                  <a:rPr lang="en-US" dirty="0"/>
                  <a:t> = displacement distance</a:t>
                </a:r>
              </a:p>
              <a:p>
                <a:pPr marL="0" indent="0">
                  <a:buNone/>
                </a:pPr>
                <a14:m>
                  <m:oMath xmlns:m="http://schemas.openxmlformats.org/officeDocument/2006/math">
                    <m:r>
                      <a:rPr lang="en-US" b="0" i="1" smtClean="0">
                        <a:latin typeface="Cambria Math" panose="02040503050406030204" pitchFamily="18" charset="0"/>
                        <a:ea typeface="Cambria Math" panose="02040503050406030204" pitchFamily="18" charset="0"/>
                      </a:rPr>
                      <m:t>𝑒</m:t>
                    </m:r>
                  </m:oMath>
                </a14:m>
                <a:r>
                  <a:rPr lang="en-US" dirty="0"/>
                  <a:t> = charge</a:t>
                </a:r>
              </a:p>
              <a:p>
                <a:pPr marL="0" indent="0">
                  <a:buNone/>
                </a:pP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𝑜</m:t>
                        </m:r>
                      </m:sub>
                    </m:sSub>
                  </m:oMath>
                </a14:m>
                <a:r>
                  <a:rPr lang="en-US" dirty="0"/>
                  <a:t>=plasma density</a:t>
                </a:r>
              </a:p>
            </p:txBody>
          </p:sp>
        </mc:Choice>
        <mc:Fallback xmlns="">
          <p:sp>
            <p:nvSpPr>
              <p:cNvPr id="3" name="Content Placeholder 2">
                <a:extLst>
                  <a:ext uri="{FF2B5EF4-FFF2-40B4-BE49-F238E27FC236}">
                    <a16:creationId xmlns:a16="http://schemas.microsoft.com/office/drawing/2014/main" id="{8CFE9765-B6AA-40B8-8B58-ADA4619D1BB6}"/>
                  </a:ext>
                </a:extLst>
              </p:cNvPr>
              <p:cNvSpPr>
                <a:spLocks noGrp="1" noRot="1" noChangeAspect="1" noMove="1" noResize="1" noEditPoints="1" noAdjustHandles="1" noChangeArrowheads="1" noChangeShapeType="1" noTextEdit="1"/>
              </p:cNvSpPr>
              <p:nvPr>
                <p:ph sz="quarter" idx="13"/>
              </p:nvPr>
            </p:nvSpPr>
            <p:spPr>
              <a:xfrm>
                <a:off x="913774" y="2367092"/>
                <a:ext cx="4561675" cy="3424107"/>
              </a:xfrm>
              <a:blipFill>
                <a:blip r:embed="rId2"/>
                <a:stretch>
                  <a:fillRect l="-147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37B6023-5105-447E-A1F7-5DAB914DF045}"/>
              </a:ext>
            </a:extLst>
          </p:cNvPr>
          <p:cNvSpPr>
            <a:spLocks noGrp="1"/>
          </p:cNvSpPr>
          <p:nvPr>
            <p:ph type="sldNum" sz="quarter" idx="12"/>
          </p:nvPr>
        </p:nvSpPr>
        <p:spPr/>
        <p:txBody>
          <a:bodyPr/>
          <a:lstStyle/>
          <a:p>
            <a:fld id="{C83C362F-97FB-4C1E-B0F0-C3069DD0CDD1}" type="slidenum">
              <a:rPr lang="en-US" smtClean="0"/>
              <a:t>23</a:t>
            </a:fld>
            <a:endParaRPr lang="en-US"/>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E1A2A198-BC40-4AD5-948C-AD40919F967E}"/>
                  </a:ext>
                </a:extLst>
              </p:cNvPr>
              <p:cNvSpPr txBox="1">
                <a:spLocks/>
              </p:cNvSpPr>
              <p:nvPr/>
            </p:nvSpPr>
            <p:spPr>
              <a:xfrm>
                <a:off x="6096000" y="2459168"/>
                <a:ext cx="4561675" cy="342410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buNone/>
                </a:pP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𝐹</m:t>
                        </m:r>
                      </m:num>
                      <m:den>
                        <m:r>
                          <a:rPr lang="en-US" b="0" i="1" smtClean="0">
                            <a:latin typeface="Cambria Math" panose="02040503050406030204" pitchFamily="18" charset="0"/>
                          </a:rPr>
                          <m:t>𝐴</m:t>
                        </m:r>
                      </m:den>
                    </m:f>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𝑜</m:t>
                            </m:r>
                          </m:sub>
                        </m:sSub>
                        <m:r>
                          <a:rPr lang="en-US" i="1">
                            <a:latin typeface="Cambria Math" panose="02040503050406030204" pitchFamily="18" charset="0"/>
                            <a:ea typeface="Cambria Math" panose="02040503050406030204" pitchFamily="18" charset="0"/>
                          </a:rPr>
                          <m:t>𝑒</m:t>
                        </m:r>
                        <m:r>
                          <a:rPr lang="en-US" i="1">
                            <a:latin typeface="Cambria Math" panose="02040503050406030204" pitchFamily="18" charset="0"/>
                            <a:ea typeface="Cambria Math" panose="02040503050406030204" pitchFamily="18" charset="0"/>
                          </a:rPr>
                          <m:t>𝛿</m:t>
                        </m:r>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ea typeface="Cambria Math" panose="02040503050406030204" pitchFamily="18" charset="0"/>
                              </a:rPr>
                              <m:t>𝑜</m:t>
                            </m:r>
                          </m:sub>
                        </m:sSub>
                      </m:den>
                    </m:f>
                  </m:oMath>
                </a14:m>
                <a:r>
                  <a:rPr lang="en-US" dirty="0"/>
                  <a:t>*(</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𝑜</m:t>
                        </m:r>
                      </m:sub>
                    </m:sSub>
                    <m:r>
                      <a:rPr lang="en-US" i="1">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𝑜</m:t>
                        </m:r>
                      </m:sub>
                    </m:sSub>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𝑚</m:t>
                        </m:r>
                      </m:e>
                      <m:sub>
                        <m:r>
                          <a:rPr lang="en-US" b="0" i="1" smtClean="0">
                            <a:latin typeface="Cambria Math" panose="02040503050406030204" pitchFamily="18" charset="0"/>
                            <a:ea typeface="Cambria Math" panose="02040503050406030204" pitchFamily="18" charset="0"/>
                          </a:rPr>
                          <m:t>𝑒</m:t>
                        </m:r>
                      </m:sub>
                    </m:sSub>
                    <m:r>
                      <a:rPr lang="en-US" b="0" i="1" smtClean="0">
                        <a:latin typeface="Cambria Math" panose="02040503050406030204" pitchFamily="18" charset="0"/>
                        <a:ea typeface="Cambria Math" panose="02040503050406030204" pitchFamily="18" charset="0"/>
                      </a:rPr>
                      <m:t>𝐿</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𝛿</m:t>
                        </m:r>
                      </m:e>
                    </m:acc>
                  </m:oMath>
                </a14:m>
                <a:endParaRPr lang="en-US" dirty="0"/>
              </a:p>
              <a:p>
                <a:pPr marL="0" indent="0">
                  <a:buNone/>
                </a:pPr>
                <a14:m>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𝛿</m:t>
                        </m:r>
                      </m:e>
                    </m:acc>
                  </m:oMath>
                </a14:m>
                <a:r>
                  <a:rPr lang="en-US" dirty="0"/>
                  <a:t> + </a:t>
                </a:r>
                <a14:m>
                  <m:oMath xmlns:m="http://schemas.openxmlformats.org/officeDocument/2006/math">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𝑛</m:t>
                            </m:r>
                          </m:e>
                          <m:sub>
                            <m:r>
                              <a:rPr lang="en-US" i="1">
                                <a:latin typeface="Cambria Math" panose="02040503050406030204" pitchFamily="18" charset="0"/>
                                <a:ea typeface="Cambria Math" panose="02040503050406030204" pitchFamily="18" charset="0"/>
                              </a:rPr>
                              <m:t>𝑜</m:t>
                            </m:r>
                          </m:sub>
                        </m:sSub>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2</m:t>
                            </m:r>
                          </m:sup>
                        </m:sSup>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ea typeface="Cambria Math" panose="02040503050406030204" pitchFamily="18" charset="0"/>
                              </a:rPr>
                              <m:t>𝑜</m:t>
                            </m:r>
                          </m:sub>
                        </m:sSub>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𝑚</m:t>
                            </m:r>
                          </m:e>
                          <m:sub>
                            <m:r>
                              <a:rPr lang="en-US" b="0" i="1" smtClean="0">
                                <a:latin typeface="Cambria Math" panose="02040503050406030204" pitchFamily="18" charset="0"/>
                                <a:ea typeface="Cambria Math" panose="02040503050406030204" pitchFamily="18" charset="0"/>
                              </a:rPr>
                              <m:t>𝑒</m:t>
                            </m:r>
                          </m:sub>
                        </m:sSub>
                      </m:den>
                    </m:f>
                    <m:r>
                      <a:rPr lang="en-US"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=0</m:t>
                    </m:r>
                  </m:oMath>
                </a14:m>
                <a:endParaRPr lang="en-US" b="0" dirty="0">
                  <a:ea typeface="Cambria Math" panose="02040503050406030204" pitchFamily="18" charset="0"/>
                </a:endParaRPr>
              </a:p>
              <a:p>
                <a:pPr marL="0" indent="0">
                  <a:buNone/>
                </a:pPr>
                <a:r>
                  <a:rPr lang="en-US" dirty="0"/>
                  <a:t>Where </a:t>
                </a:r>
              </a:p>
              <a:p>
                <a:pPr marL="0" indent="0">
                  <a:buNone/>
                </a:pP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𝑚</m:t>
                        </m:r>
                      </m:e>
                      <m:sub>
                        <m:r>
                          <a:rPr lang="en-US" b="0" i="1" smtClean="0">
                            <a:latin typeface="Cambria Math" panose="02040503050406030204" pitchFamily="18" charset="0"/>
                            <a:ea typeface="Cambria Math" panose="02040503050406030204" pitchFamily="18" charset="0"/>
                          </a:rPr>
                          <m:t>𝑒</m:t>
                        </m:r>
                      </m:sub>
                    </m:sSub>
                  </m:oMath>
                </a14:m>
                <a:r>
                  <a:rPr lang="en-US" dirty="0"/>
                  <a:t>=electron mass</a:t>
                </a:r>
              </a:p>
              <a:p>
                <a:pPr marL="0" indent="0">
                  <a:buNone/>
                </a:pPr>
                <a:endParaRPr lang="en-US" dirty="0"/>
              </a:p>
              <a:p>
                <a:pPr marL="0" indent="0">
                  <a:buNone/>
                </a:pPr>
                <a:r>
                  <a:rPr lang="en-US" dirty="0"/>
                  <a:t>What is the frequency of oscillation?</a:t>
                </a:r>
              </a:p>
            </p:txBody>
          </p:sp>
        </mc:Choice>
        <mc:Fallback xmlns="">
          <p:sp>
            <p:nvSpPr>
              <p:cNvPr id="5" name="Content Placeholder 2">
                <a:extLst>
                  <a:ext uri="{FF2B5EF4-FFF2-40B4-BE49-F238E27FC236}">
                    <a16:creationId xmlns:a16="http://schemas.microsoft.com/office/drawing/2014/main" id="{E1A2A198-BC40-4AD5-948C-AD40919F967E}"/>
                  </a:ext>
                </a:extLst>
              </p:cNvPr>
              <p:cNvSpPr txBox="1">
                <a:spLocks noRot="1" noChangeAspect="1" noMove="1" noResize="1" noEditPoints="1" noAdjustHandles="1" noChangeArrowheads="1" noChangeShapeType="1" noTextEdit="1"/>
              </p:cNvSpPr>
              <p:nvPr/>
            </p:nvSpPr>
            <p:spPr>
              <a:xfrm>
                <a:off x="6096000" y="2459168"/>
                <a:ext cx="4561675" cy="3424107"/>
              </a:xfrm>
              <a:prstGeom prst="rect">
                <a:avLst/>
              </a:prstGeom>
              <a:blipFill>
                <a:blip r:embed="rId3"/>
                <a:stretch>
                  <a:fillRect l="-1203" b="-712"/>
                </a:stretch>
              </a:blipFill>
            </p:spPr>
            <p:txBody>
              <a:bodyPr/>
              <a:lstStyle/>
              <a:p>
                <a:r>
                  <a:rPr lang="en-US">
                    <a:noFill/>
                  </a:rPr>
                  <a:t> </a:t>
                </a:r>
              </a:p>
            </p:txBody>
          </p:sp>
        </mc:Fallback>
      </mc:AlternateContent>
    </p:spTree>
    <p:extLst>
      <p:ext uri="{BB962C8B-B14F-4D97-AF65-F5344CB8AC3E}">
        <p14:creationId xmlns:p14="http://schemas.microsoft.com/office/powerpoint/2010/main" val="40845001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80F3E2-6C19-D101-E342-9AC4C913D7C9}"/>
              </a:ext>
            </a:extLst>
          </p:cNvPr>
          <p:cNvSpPr>
            <a:spLocks noGrp="1"/>
          </p:cNvSpPr>
          <p:nvPr>
            <p:ph type="sldNum" sz="quarter" idx="12"/>
          </p:nvPr>
        </p:nvSpPr>
        <p:spPr/>
        <p:txBody>
          <a:bodyPr/>
          <a:lstStyle/>
          <a:p>
            <a:fld id="{C83C362F-97FB-4C1E-B0F0-C3069DD0CDD1}" type="slidenum">
              <a:rPr lang="en-US" smtClean="0"/>
              <a:t>24</a:t>
            </a:fld>
            <a:endParaRPr lang="en-US"/>
          </a:p>
        </p:txBody>
      </p:sp>
    </p:spTree>
    <p:extLst>
      <p:ext uri="{BB962C8B-B14F-4D97-AF65-F5344CB8AC3E}">
        <p14:creationId xmlns:p14="http://schemas.microsoft.com/office/powerpoint/2010/main" val="313618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194CC-AE4A-4814-85E0-A99477B55675}"/>
              </a:ext>
            </a:extLst>
          </p:cNvPr>
          <p:cNvSpPr>
            <a:spLocks noGrp="1"/>
          </p:cNvSpPr>
          <p:nvPr>
            <p:ph type="title"/>
          </p:nvPr>
        </p:nvSpPr>
        <p:spPr/>
        <p:txBody>
          <a:bodyPr/>
          <a:lstStyle/>
          <a:p>
            <a:r>
              <a:rPr lang="en-US" dirty="0"/>
              <a:t>Plasma frequency of oscillation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CFE9765-B6AA-40B8-8B58-ADA4619D1BB6}"/>
                  </a:ext>
                </a:extLst>
              </p:cNvPr>
              <p:cNvSpPr>
                <a:spLocks noGrp="1"/>
              </p:cNvSpPr>
              <p:nvPr>
                <p:ph sz="quarter" idx="13"/>
              </p:nvPr>
            </p:nvSpPr>
            <p:spPr>
              <a:xfrm>
                <a:off x="913774" y="2367092"/>
                <a:ext cx="4561675" cy="3424107"/>
              </a:xfrm>
            </p:spPr>
            <p:txBody>
              <a:bodyPr/>
              <a:lstStyle/>
              <a:p>
                <a:pPr marL="0" indent="0">
                  <a:buNone/>
                </a:pP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den>
                    </m:f>
                    <m:rad>
                      <m:radPr>
                        <m:degHide m:val="on"/>
                        <m:ctrlPr>
                          <a:rPr lang="en-US" b="0" i="1" smtClean="0">
                            <a:latin typeface="Cambria Math" panose="02040503050406030204" pitchFamily="18" charset="0"/>
                          </a:rPr>
                        </m:ctrlPr>
                      </m:radPr>
                      <m:deg/>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0</m:t>
                                </m:r>
                              </m:sub>
                            </m:sSub>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2</m:t>
                                </m:r>
                              </m:sup>
                            </m:sSup>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ea typeface="Cambria Math" panose="02040503050406030204" pitchFamily="18" charset="0"/>
                                  </a:rPr>
                                  <m:t>𝑜</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𝑚</m:t>
                                </m:r>
                              </m:e>
                              <m:sub>
                                <m:r>
                                  <a:rPr lang="en-US" i="1">
                                    <a:latin typeface="Cambria Math" panose="02040503050406030204" pitchFamily="18" charset="0"/>
                                    <a:ea typeface="Cambria Math" panose="02040503050406030204" pitchFamily="18" charset="0"/>
                                  </a:rPr>
                                  <m:t>𝑒</m:t>
                                </m:r>
                              </m:sub>
                            </m:sSub>
                          </m:den>
                        </m:f>
                      </m:e>
                    </m:rad>
                  </m:oMath>
                </a14:m>
                <a:r>
                  <a:rPr lang="en-US" dirty="0"/>
                  <a:t> Hz</a:t>
                </a:r>
              </a:p>
              <a:p>
                <a:pPr marL="0" indent="0">
                  <a:buNone/>
                </a:pPr>
                <a:r>
                  <a:rPr lang="en-US" dirty="0"/>
                  <a:t>This can be approximated by</a:t>
                </a:r>
              </a:p>
              <a:p>
                <a:pPr marL="0" indent="0">
                  <a:buNone/>
                </a:pPr>
                <a:endParaRPr lang="en-US" dirty="0"/>
              </a:p>
              <a:p>
                <a:pPr marL="0" indent="0">
                  <a:buNone/>
                </a:pP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8.979</m:t>
                    </m:r>
                    <m:rad>
                      <m:radPr>
                        <m:degHide m:val="on"/>
                        <m:ctrlPr>
                          <a:rPr lang="en-US" b="0" i="1" smtClean="0">
                            <a:latin typeface="Cambria Math" panose="02040503050406030204" pitchFamily="18" charset="0"/>
                          </a:rPr>
                        </m:ctrlPr>
                      </m:radPr>
                      <m:deg/>
                      <m:e>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𝑜</m:t>
                            </m:r>
                          </m:sub>
                        </m:sSub>
                      </m:e>
                    </m:rad>
                  </m:oMath>
                </a14:m>
                <a:r>
                  <a:rPr lang="en-US" dirty="0"/>
                  <a:t> hz</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8CFE9765-B6AA-40B8-8B58-ADA4619D1BB6}"/>
                  </a:ext>
                </a:extLst>
              </p:cNvPr>
              <p:cNvSpPr>
                <a:spLocks noGrp="1" noRot="1" noChangeAspect="1" noMove="1" noResize="1" noEditPoints="1" noAdjustHandles="1" noChangeArrowheads="1" noChangeShapeType="1" noTextEdit="1"/>
              </p:cNvSpPr>
              <p:nvPr>
                <p:ph sz="quarter" idx="13"/>
              </p:nvPr>
            </p:nvSpPr>
            <p:spPr>
              <a:xfrm>
                <a:off x="913774" y="2367092"/>
                <a:ext cx="4561675" cy="3424107"/>
              </a:xfrm>
              <a:blipFill>
                <a:blip r:embed="rId2"/>
                <a:stretch>
                  <a:fillRect l="-147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37B6023-5105-447E-A1F7-5DAB914DF045}"/>
              </a:ext>
            </a:extLst>
          </p:cNvPr>
          <p:cNvSpPr>
            <a:spLocks noGrp="1"/>
          </p:cNvSpPr>
          <p:nvPr>
            <p:ph type="sldNum" sz="quarter" idx="12"/>
          </p:nvPr>
        </p:nvSpPr>
        <p:spPr/>
        <p:txBody>
          <a:bodyPr/>
          <a:lstStyle/>
          <a:p>
            <a:fld id="{C83C362F-97FB-4C1E-B0F0-C3069DD0CDD1}" type="slidenum">
              <a:rPr lang="en-US" smtClean="0"/>
              <a:t>25</a:t>
            </a:fld>
            <a:endParaRPr lang="en-US"/>
          </a:p>
        </p:txBody>
      </p:sp>
      <p:pic>
        <p:nvPicPr>
          <p:cNvPr id="2050" name="Picture 2" descr="See the source image">
            <a:extLst>
              <a:ext uri="{FF2B5EF4-FFF2-40B4-BE49-F238E27FC236}">
                <a16:creationId xmlns:a16="http://schemas.microsoft.com/office/drawing/2014/main" id="{674E8847-AAA4-49F3-A8E4-60AF237FC2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7823" y="2107203"/>
            <a:ext cx="7054107" cy="3958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0089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359AF-D882-4FF5-AF77-4F355933D1D4}"/>
              </a:ext>
            </a:extLst>
          </p:cNvPr>
          <p:cNvSpPr>
            <a:spLocks noGrp="1"/>
          </p:cNvSpPr>
          <p:nvPr>
            <p:ph type="title"/>
          </p:nvPr>
        </p:nvSpPr>
        <p:spPr>
          <a:xfrm>
            <a:off x="913775" y="0"/>
            <a:ext cx="10364451" cy="1596177"/>
          </a:xfrm>
        </p:spPr>
        <p:txBody>
          <a:bodyPr/>
          <a:lstStyle/>
          <a:p>
            <a:r>
              <a:rPr lang="en-US" dirty="0"/>
              <a:t>Ionosphere layers</a:t>
            </a:r>
          </a:p>
        </p:txBody>
      </p:sp>
      <p:sp>
        <p:nvSpPr>
          <p:cNvPr id="4" name="Slide Number Placeholder 3">
            <a:extLst>
              <a:ext uri="{FF2B5EF4-FFF2-40B4-BE49-F238E27FC236}">
                <a16:creationId xmlns:a16="http://schemas.microsoft.com/office/drawing/2014/main" id="{CBCE8353-A5B3-4CA5-9CDE-DD603C01A2D0}"/>
              </a:ext>
            </a:extLst>
          </p:cNvPr>
          <p:cNvSpPr>
            <a:spLocks noGrp="1"/>
          </p:cNvSpPr>
          <p:nvPr>
            <p:ph type="sldNum" sz="quarter" idx="12"/>
          </p:nvPr>
        </p:nvSpPr>
        <p:spPr/>
        <p:txBody>
          <a:bodyPr/>
          <a:lstStyle/>
          <a:p>
            <a:fld id="{C83C362F-97FB-4C1E-B0F0-C3069DD0CDD1}" type="slidenum">
              <a:rPr lang="en-US" smtClean="0"/>
              <a:t>26</a:t>
            </a:fld>
            <a:endParaRPr lang="en-US"/>
          </a:p>
        </p:txBody>
      </p:sp>
      <p:pic>
        <p:nvPicPr>
          <p:cNvPr id="6" name="Picture 5">
            <a:extLst>
              <a:ext uri="{FF2B5EF4-FFF2-40B4-BE49-F238E27FC236}">
                <a16:creationId xmlns:a16="http://schemas.microsoft.com/office/drawing/2014/main" id="{AF2ECD23-0E4D-4C49-8926-FB3C1D4A0762}"/>
              </a:ext>
            </a:extLst>
          </p:cNvPr>
          <p:cNvPicPr>
            <a:picLocks noChangeAspect="1"/>
          </p:cNvPicPr>
          <p:nvPr/>
        </p:nvPicPr>
        <p:blipFill>
          <a:blip r:embed="rId2"/>
          <a:stretch>
            <a:fillRect/>
          </a:stretch>
        </p:blipFill>
        <p:spPr>
          <a:xfrm>
            <a:off x="0" y="1468582"/>
            <a:ext cx="5616556" cy="5389417"/>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C6E0517-D029-443C-B521-CEFCEF6F20B6}"/>
                  </a:ext>
                </a:extLst>
              </p:cNvPr>
              <p:cNvSpPr txBox="1"/>
              <p:nvPr/>
            </p:nvSpPr>
            <p:spPr>
              <a:xfrm>
                <a:off x="6483927" y="1596177"/>
                <a:ext cx="4384964" cy="1500988"/>
              </a:xfrm>
              <a:prstGeom prst="rect">
                <a:avLst/>
              </a:prstGeom>
              <a:noFill/>
            </p:spPr>
            <p:txBody>
              <a:bodyPr wrap="square" rtlCol="0">
                <a:spAutoFit/>
              </a:bodyPr>
              <a:lstStyle/>
              <a:p>
                <a:r>
                  <a:rPr lang="en-US" dirty="0"/>
                  <a:t>50 – 90 km</a:t>
                </a:r>
              </a:p>
              <a:p>
                <a:endParaRPr lang="en-US" dirty="0"/>
              </a:p>
              <a:p>
                <a:r>
                  <a:rPr lang="en-US" dirty="0"/>
                  <a:t>Maximum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9</m:t>
                        </m:r>
                      </m:sup>
                    </m:sSup>
                    <m:r>
                      <m:rPr>
                        <m:sty m:val="p"/>
                      </m:rPr>
                      <a:rPr lang="en-US" i="1" smtClean="0">
                        <a:latin typeface="Cambria Math" panose="02040503050406030204" pitchFamily="18" charset="0"/>
                      </a:rPr>
                      <m:t>e</m:t>
                    </m:r>
                  </m:oMath>
                </a14:m>
                <a:r>
                  <a:rPr lang="en-US" b="0" dirty="0"/>
                  <a:t>lectrons daytime</a:t>
                </a:r>
              </a:p>
              <a:p>
                <a:endParaRPr lang="en-US" b="0" dirty="0"/>
              </a:p>
              <a:p>
                <a:r>
                  <a:rPr lang="en-US" dirty="0"/>
                  <a:t>Minimum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2</m:t>
                        </m:r>
                      </m:sup>
                    </m:sSup>
                    <m:r>
                      <a:rPr lang="en-US" b="0" i="1" smtClean="0">
                        <a:latin typeface="Cambria Math" panose="02040503050406030204" pitchFamily="18" charset="0"/>
                      </a:rPr>
                      <m:t> </m:t>
                    </m:r>
                  </m:oMath>
                </a14:m>
                <a:r>
                  <a:rPr lang="en-US" dirty="0"/>
                  <a:t>electrons nighttime</a:t>
                </a:r>
              </a:p>
            </p:txBody>
          </p:sp>
        </mc:Choice>
        <mc:Fallback xmlns="">
          <p:sp>
            <p:nvSpPr>
              <p:cNvPr id="7" name="TextBox 6">
                <a:extLst>
                  <a:ext uri="{FF2B5EF4-FFF2-40B4-BE49-F238E27FC236}">
                    <a16:creationId xmlns:a16="http://schemas.microsoft.com/office/drawing/2014/main" id="{FC6E0517-D029-443C-B521-CEFCEF6F20B6}"/>
                  </a:ext>
                </a:extLst>
              </p:cNvPr>
              <p:cNvSpPr txBox="1">
                <a:spLocks noRot="1" noChangeAspect="1" noMove="1" noResize="1" noEditPoints="1" noAdjustHandles="1" noChangeArrowheads="1" noChangeShapeType="1" noTextEdit="1"/>
              </p:cNvSpPr>
              <p:nvPr/>
            </p:nvSpPr>
            <p:spPr>
              <a:xfrm>
                <a:off x="6483927" y="1596177"/>
                <a:ext cx="4384964" cy="1500988"/>
              </a:xfrm>
              <a:prstGeom prst="rect">
                <a:avLst/>
              </a:prstGeom>
              <a:blipFill>
                <a:blip r:embed="rId3"/>
                <a:stretch>
                  <a:fillRect l="-1252" t="-2439" b="-4472"/>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32E0F0B1-412B-4EC9-945E-4D364AB0D6BC}"/>
              </a:ext>
            </a:extLst>
          </p:cNvPr>
          <p:cNvSpPr txBox="1"/>
          <p:nvPr/>
        </p:nvSpPr>
        <p:spPr>
          <a:xfrm>
            <a:off x="6417309" y="3654019"/>
            <a:ext cx="4384964" cy="646331"/>
          </a:xfrm>
          <a:prstGeom prst="rect">
            <a:avLst/>
          </a:prstGeom>
          <a:noFill/>
        </p:spPr>
        <p:txBody>
          <a:bodyPr wrap="square" rtlCol="0">
            <a:spAutoFit/>
          </a:bodyPr>
          <a:lstStyle/>
          <a:p>
            <a:r>
              <a:rPr lang="en-US" dirty="0"/>
              <a:t>What are the maximum and minimum plasma frequencies?</a:t>
            </a:r>
          </a:p>
        </p:txBody>
      </p:sp>
    </p:spTree>
    <p:extLst>
      <p:ext uri="{BB962C8B-B14F-4D97-AF65-F5344CB8AC3E}">
        <p14:creationId xmlns:p14="http://schemas.microsoft.com/office/powerpoint/2010/main" val="11637860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359AF-D882-4FF5-AF77-4F355933D1D4}"/>
              </a:ext>
            </a:extLst>
          </p:cNvPr>
          <p:cNvSpPr>
            <a:spLocks noGrp="1"/>
          </p:cNvSpPr>
          <p:nvPr>
            <p:ph type="title"/>
          </p:nvPr>
        </p:nvSpPr>
        <p:spPr>
          <a:xfrm>
            <a:off x="913775" y="0"/>
            <a:ext cx="10364451" cy="1596177"/>
          </a:xfrm>
        </p:spPr>
        <p:txBody>
          <a:bodyPr/>
          <a:lstStyle/>
          <a:p>
            <a:r>
              <a:rPr lang="en-US" dirty="0"/>
              <a:t>Ionosphere layers</a:t>
            </a:r>
          </a:p>
        </p:txBody>
      </p:sp>
      <p:sp>
        <p:nvSpPr>
          <p:cNvPr id="4" name="Slide Number Placeholder 3">
            <a:extLst>
              <a:ext uri="{FF2B5EF4-FFF2-40B4-BE49-F238E27FC236}">
                <a16:creationId xmlns:a16="http://schemas.microsoft.com/office/drawing/2014/main" id="{CBCE8353-A5B3-4CA5-9CDE-DD603C01A2D0}"/>
              </a:ext>
            </a:extLst>
          </p:cNvPr>
          <p:cNvSpPr>
            <a:spLocks noGrp="1"/>
          </p:cNvSpPr>
          <p:nvPr>
            <p:ph type="sldNum" sz="quarter" idx="12"/>
          </p:nvPr>
        </p:nvSpPr>
        <p:spPr/>
        <p:txBody>
          <a:bodyPr/>
          <a:lstStyle/>
          <a:p>
            <a:fld id="{C83C362F-97FB-4C1E-B0F0-C3069DD0CDD1}" type="slidenum">
              <a:rPr lang="en-US" smtClean="0"/>
              <a:t>27</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C6E0517-D029-443C-B521-CEFCEF6F20B6}"/>
                  </a:ext>
                </a:extLst>
              </p:cNvPr>
              <p:cNvSpPr txBox="1"/>
              <p:nvPr/>
            </p:nvSpPr>
            <p:spPr>
              <a:xfrm>
                <a:off x="6483927" y="1596177"/>
                <a:ext cx="4384964" cy="2054986"/>
              </a:xfrm>
              <a:prstGeom prst="rect">
                <a:avLst/>
              </a:prstGeom>
              <a:noFill/>
            </p:spPr>
            <p:txBody>
              <a:bodyPr wrap="square" rtlCol="0">
                <a:spAutoFit/>
              </a:bodyPr>
              <a:lstStyle/>
              <a:p>
                <a:r>
                  <a:rPr lang="en-US" dirty="0"/>
                  <a:t>E - layer</a:t>
                </a:r>
              </a:p>
              <a:p>
                <a:endParaRPr lang="en-US" dirty="0"/>
              </a:p>
              <a:p>
                <a:r>
                  <a:rPr lang="en-US" dirty="0"/>
                  <a:t>90 </a:t>
                </a:r>
                <a:r>
                  <a:rPr lang="en-US"/>
                  <a:t>- 150 </a:t>
                </a:r>
                <a:r>
                  <a:rPr lang="en-US" dirty="0"/>
                  <a:t>km</a:t>
                </a:r>
              </a:p>
              <a:p>
                <a:endParaRPr lang="en-US" dirty="0"/>
              </a:p>
              <a:p>
                <a:r>
                  <a:rPr lang="en-US" dirty="0"/>
                  <a:t>Maximum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11</m:t>
                        </m:r>
                      </m:sup>
                    </m:sSup>
                    <m:r>
                      <m:rPr>
                        <m:sty m:val="p"/>
                      </m:rPr>
                      <a:rPr lang="en-US" i="1" smtClean="0">
                        <a:latin typeface="Cambria Math" panose="02040503050406030204" pitchFamily="18" charset="0"/>
                      </a:rPr>
                      <m:t>e</m:t>
                    </m:r>
                  </m:oMath>
                </a14:m>
                <a:r>
                  <a:rPr lang="en-US" b="0" dirty="0"/>
                  <a:t>lectrons daytime</a:t>
                </a:r>
              </a:p>
              <a:p>
                <a:endParaRPr lang="en-US" b="0" dirty="0"/>
              </a:p>
              <a:p>
                <a:r>
                  <a:rPr lang="en-US" dirty="0"/>
                  <a:t>Minimum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2∗10</m:t>
                        </m:r>
                      </m:e>
                      <m:sup>
                        <m:r>
                          <a:rPr lang="en-US" b="0" i="1" smtClean="0">
                            <a:latin typeface="Cambria Math" panose="02040503050406030204" pitchFamily="18" charset="0"/>
                          </a:rPr>
                          <m:t>9</m:t>
                        </m:r>
                      </m:sup>
                    </m:sSup>
                    <m:r>
                      <a:rPr lang="en-US" b="0" i="1" smtClean="0">
                        <a:latin typeface="Cambria Math" panose="02040503050406030204" pitchFamily="18" charset="0"/>
                      </a:rPr>
                      <m:t> </m:t>
                    </m:r>
                  </m:oMath>
                </a14:m>
                <a:r>
                  <a:rPr lang="en-US" dirty="0"/>
                  <a:t>electrons nighttime</a:t>
                </a:r>
              </a:p>
            </p:txBody>
          </p:sp>
        </mc:Choice>
        <mc:Fallback xmlns="">
          <p:sp>
            <p:nvSpPr>
              <p:cNvPr id="7" name="TextBox 6">
                <a:extLst>
                  <a:ext uri="{FF2B5EF4-FFF2-40B4-BE49-F238E27FC236}">
                    <a16:creationId xmlns:a16="http://schemas.microsoft.com/office/drawing/2014/main" id="{FC6E0517-D029-443C-B521-CEFCEF6F20B6}"/>
                  </a:ext>
                </a:extLst>
              </p:cNvPr>
              <p:cNvSpPr txBox="1">
                <a:spLocks noRot="1" noChangeAspect="1" noMove="1" noResize="1" noEditPoints="1" noAdjustHandles="1" noChangeArrowheads="1" noChangeShapeType="1" noTextEdit="1"/>
              </p:cNvSpPr>
              <p:nvPr/>
            </p:nvSpPr>
            <p:spPr>
              <a:xfrm>
                <a:off x="6483927" y="1596177"/>
                <a:ext cx="4384964" cy="2054986"/>
              </a:xfrm>
              <a:prstGeom prst="rect">
                <a:avLst/>
              </a:prstGeom>
              <a:blipFill>
                <a:blip r:embed="rId2"/>
                <a:stretch>
                  <a:fillRect l="-1252" t="-1780" b="-29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2E0F0B1-412B-4EC9-945E-4D364AB0D6BC}"/>
                  </a:ext>
                </a:extLst>
              </p:cNvPr>
              <p:cNvSpPr txBox="1"/>
              <p:nvPr/>
            </p:nvSpPr>
            <p:spPr>
              <a:xfrm>
                <a:off x="5787430" y="4551993"/>
                <a:ext cx="4384964" cy="11296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𝑑𝑎𝑦</m:t>
                          </m:r>
                          <m:r>
                            <a:rPr lang="en-US" b="0" i="1" smtClean="0">
                              <a:latin typeface="Cambria Math" panose="02040503050406030204" pitchFamily="18" charset="0"/>
                            </a:rPr>
                            <m:t> </m:t>
                          </m:r>
                        </m:sub>
                      </m:sSub>
                      <m:r>
                        <a:rPr lang="en-US" b="0" i="1" smtClean="0">
                          <a:latin typeface="Cambria Math" panose="02040503050406030204" pitchFamily="18" charset="0"/>
                        </a:rPr>
                        <m:t>=8.979</m:t>
                      </m:r>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11</m:t>
                              </m:r>
                            </m:sup>
                          </m:sSup>
                        </m:e>
                      </m:rad>
                      <m:r>
                        <a:rPr lang="en-US" b="0" i="1" smtClean="0">
                          <a:latin typeface="Cambria Math" panose="02040503050406030204" pitchFamily="18" charset="0"/>
                          <a:ea typeface="Cambria Math" panose="02040503050406030204" pitchFamily="18" charset="0"/>
                        </a:rPr>
                        <m:t>≈2.84 </m:t>
                      </m:r>
                      <m:r>
                        <a:rPr lang="en-US" b="0" i="1" smtClean="0">
                          <a:latin typeface="Cambria Math" panose="02040503050406030204" pitchFamily="18" charset="0"/>
                          <a:ea typeface="Cambria Math" panose="02040503050406030204" pitchFamily="18" charset="0"/>
                        </a:rPr>
                        <m:t>𝑀𝐻𝑧</m:t>
                      </m:r>
                    </m:oMath>
                  </m:oMathPara>
                </a14:m>
                <a:endParaRPr lang="en-US" b="0" dirty="0">
                  <a:ea typeface="Cambria Math" panose="02040503050406030204" pitchFamily="18" charset="0"/>
                </a:endParaRPr>
              </a:p>
              <a:p>
                <a:endParaRPr lang="en-US"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𝑛𝑖𝑔h𝑡</m:t>
                          </m:r>
                          <m:r>
                            <a:rPr lang="en-US" b="0" i="1" smtClean="0">
                              <a:latin typeface="Cambria Math" panose="02040503050406030204" pitchFamily="18" charset="0"/>
                            </a:rPr>
                            <m:t> </m:t>
                          </m:r>
                        </m:sub>
                      </m:sSub>
                      <m:r>
                        <a:rPr lang="en-US" b="0" i="1" smtClean="0">
                          <a:latin typeface="Cambria Math" panose="02040503050406030204" pitchFamily="18" charset="0"/>
                        </a:rPr>
                        <m:t>=8.979</m:t>
                      </m:r>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r>
                                <a:rPr lang="en-US" b="0" i="1" smtClean="0">
                                  <a:latin typeface="Cambria Math" panose="02040503050406030204" pitchFamily="18" charset="0"/>
                                </a:rPr>
                                <m:t>2∗10</m:t>
                              </m:r>
                            </m:e>
                            <m:sup>
                              <m:r>
                                <a:rPr lang="en-US" b="0" i="1" smtClean="0">
                                  <a:latin typeface="Cambria Math" panose="02040503050406030204" pitchFamily="18" charset="0"/>
                                </a:rPr>
                                <m:t>9</m:t>
                              </m:r>
                            </m:sup>
                          </m:sSup>
                        </m:e>
                      </m:rad>
                      <m:r>
                        <a:rPr lang="en-US" b="0" i="1" smtClean="0">
                          <a:latin typeface="Cambria Math" panose="02040503050406030204" pitchFamily="18" charset="0"/>
                          <a:ea typeface="Cambria Math" panose="02040503050406030204" pitchFamily="18" charset="0"/>
                        </a:rPr>
                        <m:t>≈0.4 </m:t>
                      </m:r>
                      <m:r>
                        <a:rPr lang="en-US" b="0" i="1" smtClean="0">
                          <a:latin typeface="Cambria Math" panose="02040503050406030204" pitchFamily="18" charset="0"/>
                          <a:ea typeface="Cambria Math" panose="02040503050406030204" pitchFamily="18" charset="0"/>
                        </a:rPr>
                        <m:t>𝑀𝐻𝑧</m:t>
                      </m:r>
                    </m:oMath>
                  </m:oMathPara>
                </a14:m>
                <a:endParaRPr lang="en-US" dirty="0"/>
              </a:p>
            </p:txBody>
          </p:sp>
        </mc:Choice>
        <mc:Fallback xmlns="">
          <p:sp>
            <p:nvSpPr>
              <p:cNvPr id="9" name="TextBox 8">
                <a:extLst>
                  <a:ext uri="{FF2B5EF4-FFF2-40B4-BE49-F238E27FC236}">
                    <a16:creationId xmlns:a16="http://schemas.microsoft.com/office/drawing/2014/main" id="{32E0F0B1-412B-4EC9-945E-4D364AB0D6BC}"/>
                  </a:ext>
                </a:extLst>
              </p:cNvPr>
              <p:cNvSpPr txBox="1">
                <a:spLocks noRot="1" noChangeAspect="1" noMove="1" noResize="1" noEditPoints="1" noAdjustHandles="1" noChangeArrowheads="1" noChangeShapeType="1" noTextEdit="1"/>
              </p:cNvSpPr>
              <p:nvPr/>
            </p:nvSpPr>
            <p:spPr>
              <a:xfrm>
                <a:off x="5787430" y="4551993"/>
                <a:ext cx="4384964" cy="1129605"/>
              </a:xfrm>
              <a:prstGeom prst="rect">
                <a:avLst/>
              </a:prstGeom>
              <a:blipFill>
                <a:blip r:embed="rId3"/>
                <a:stretch>
                  <a:fillRect b="-1081"/>
                </a:stretch>
              </a:blipFill>
            </p:spPr>
            <p:txBody>
              <a:bodyPr/>
              <a:lstStyle/>
              <a:p>
                <a:r>
                  <a:rPr lang="en-US">
                    <a:noFill/>
                  </a:rPr>
                  <a:t> </a:t>
                </a:r>
              </a:p>
            </p:txBody>
          </p:sp>
        </mc:Fallback>
      </mc:AlternateContent>
      <p:pic>
        <p:nvPicPr>
          <p:cNvPr id="4098" name="Picture 2" descr="See the source image">
            <a:extLst>
              <a:ext uri="{FF2B5EF4-FFF2-40B4-BE49-F238E27FC236}">
                <a16:creationId xmlns:a16="http://schemas.microsoft.com/office/drawing/2014/main" id="{B56F2ED7-2259-44B8-85DC-CCAA9D0300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448" y="1251812"/>
            <a:ext cx="4974366" cy="5329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87238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359AF-D882-4FF5-AF77-4F355933D1D4}"/>
              </a:ext>
            </a:extLst>
          </p:cNvPr>
          <p:cNvSpPr>
            <a:spLocks noGrp="1"/>
          </p:cNvSpPr>
          <p:nvPr>
            <p:ph type="title"/>
          </p:nvPr>
        </p:nvSpPr>
        <p:spPr>
          <a:xfrm>
            <a:off x="913775" y="0"/>
            <a:ext cx="10364451" cy="1596177"/>
          </a:xfrm>
        </p:spPr>
        <p:txBody>
          <a:bodyPr/>
          <a:lstStyle/>
          <a:p>
            <a:r>
              <a:rPr lang="en-US" dirty="0"/>
              <a:t>Ionosphere layers</a:t>
            </a:r>
          </a:p>
        </p:txBody>
      </p:sp>
      <p:sp>
        <p:nvSpPr>
          <p:cNvPr id="4" name="Slide Number Placeholder 3">
            <a:extLst>
              <a:ext uri="{FF2B5EF4-FFF2-40B4-BE49-F238E27FC236}">
                <a16:creationId xmlns:a16="http://schemas.microsoft.com/office/drawing/2014/main" id="{CBCE8353-A5B3-4CA5-9CDE-DD603C01A2D0}"/>
              </a:ext>
            </a:extLst>
          </p:cNvPr>
          <p:cNvSpPr>
            <a:spLocks noGrp="1"/>
          </p:cNvSpPr>
          <p:nvPr>
            <p:ph type="sldNum" sz="quarter" idx="12"/>
          </p:nvPr>
        </p:nvSpPr>
        <p:spPr/>
        <p:txBody>
          <a:bodyPr/>
          <a:lstStyle/>
          <a:p>
            <a:fld id="{C83C362F-97FB-4C1E-B0F0-C3069DD0CDD1}" type="slidenum">
              <a:rPr lang="en-US" smtClean="0"/>
              <a:t>28</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C6E0517-D029-443C-B521-CEFCEF6F20B6}"/>
                  </a:ext>
                </a:extLst>
              </p:cNvPr>
              <p:cNvSpPr txBox="1"/>
              <p:nvPr/>
            </p:nvSpPr>
            <p:spPr>
              <a:xfrm>
                <a:off x="6483927" y="1596177"/>
                <a:ext cx="4384964" cy="3139321"/>
              </a:xfrm>
              <a:prstGeom prst="rect">
                <a:avLst/>
              </a:prstGeom>
              <a:noFill/>
            </p:spPr>
            <p:txBody>
              <a:bodyPr wrap="square" rtlCol="0">
                <a:spAutoFit/>
              </a:bodyPr>
              <a:lstStyle/>
              <a:p>
                <a:r>
                  <a:rPr lang="en-US" dirty="0"/>
                  <a:t>F1:   90 – 180 km</a:t>
                </a:r>
              </a:p>
              <a:p>
                <a:endParaRPr lang="en-US" dirty="0"/>
              </a:p>
              <a:p>
                <a:r>
                  <a:rPr lang="en-US" dirty="0"/>
                  <a:t>Maximum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2 −5 </m:t>
                        </m:r>
                        <m:r>
                          <a:rPr lang="en-US" b="0" i="1" smtClean="0">
                            <a:latin typeface="Cambria Math" panose="02040503050406030204" pitchFamily="18" charset="0"/>
                          </a:rPr>
                          <m:t>𝑥</m:t>
                        </m:r>
                        <m:r>
                          <a:rPr lang="en-US" b="0" i="1" smtClean="0">
                            <a:latin typeface="Cambria Math" panose="02040503050406030204" pitchFamily="18" charset="0"/>
                          </a:rPr>
                          <m:t>10</m:t>
                        </m:r>
                      </m:e>
                      <m:sup>
                        <m:r>
                          <a:rPr lang="en-US" b="0" i="1" smtClean="0">
                            <a:latin typeface="Cambria Math" panose="02040503050406030204" pitchFamily="18" charset="0"/>
                          </a:rPr>
                          <m:t>11</m:t>
                        </m:r>
                      </m:sup>
                    </m:sSup>
                    <m:r>
                      <m:rPr>
                        <m:sty m:val="p"/>
                      </m:rPr>
                      <a:rPr lang="en-US" i="1" smtClean="0">
                        <a:latin typeface="Cambria Math" panose="02040503050406030204" pitchFamily="18" charset="0"/>
                      </a:rPr>
                      <m:t>e</m:t>
                    </m:r>
                  </m:oMath>
                </a14:m>
                <a:r>
                  <a:rPr lang="en-US" b="0" dirty="0"/>
                  <a:t>lectrons daytime</a:t>
                </a:r>
              </a:p>
              <a:p>
                <a:endParaRPr lang="en-US" b="0" dirty="0"/>
              </a:p>
              <a:p>
                <a:r>
                  <a:rPr lang="en-US" dirty="0"/>
                  <a:t>Minimum 2 – 5 x</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10</m:t>
                        </m:r>
                      </m:sup>
                    </m:sSup>
                    <m:r>
                      <a:rPr lang="en-US" b="0" i="1" smtClean="0">
                        <a:latin typeface="Cambria Math" panose="02040503050406030204" pitchFamily="18" charset="0"/>
                      </a:rPr>
                      <m:t> </m:t>
                    </m:r>
                  </m:oMath>
                </a14:m>
                <a:r>
                  <a:rPr lang="en-US" dirty="0"/>
                  <a:t>electrons nighttime</a:t>
                </a:r>
              </a:p>
              <a:p>
                <a:endParaRPr lang="en-US" dirty="0"/>
              </a:p>
              <a:p>
                <a:r>
                  <a:rPr lang="en-US" dirty="0"/>
                  <a:t>F2: 180 – 350 km</a:t>
                </a:r>
              </a:p>
              <a:p>
                <a:endParaRPr lang="en-US" dirty="0"/>
              </a:p>
              <a:p>
                <a:r>
                  <a:rPr lang="en-US" dirty="0"/>
                  <a:t>Maximum</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1 −2 </m:t>
                        </m:r>
                        <m:r>
                          <a:rPr lang="en-US" i="1">
                            <a:latin typeface="Cambria Math" panose="02040503050406030204" pitchFamily="18" charset="0"/>
                          </a:rPr>
                          <m:t>𝑥</m:t>
                        </m:r>
                        <m:r>
                          <a:rPr lang="en-US" i="1">
                            <a:latin typeface="Cambria Math" panose="02040503050406030204" pitchFamily="18" charset="0"/>
                          </a:rPr>
                          <m:t>10</m:t>
                        </m:r>
                      </m:e>
                      <m:sup>
                        <m:r>
                          <a:rPr lang="en-US" i="1">
                            <a:latin typeface="Cambria Math" panose="02040503050406030204" pitchFamily="18" charset="0"/>
                          </a:rPr>
                          <m:t>12</m:t>
                        </m:r>
                      </m:sup>
                    </m:sSup>
                    <m:r>
                      <a:rPr lang="en-US" b="0" i="1" smtClean="0">
                        <a:latin typeface="Cambria Math" panose="02040503050406030204" pitchFamily="18" charset="0"/>
                      </a:rPr>
                      <m:t> </m:t>
                    </m:r>
                    <m:r>
                      <m:rPr>
                        <m:sty m:val="p"/>
                      </m:rPr>
                      <a:rPr lang="en-US" i="1" smtClean="0">
                        <a:latin typeface="Cambria Math" panose="02040503050406030204" pitchFamily="18" charset="0"/>
                      </a:rPr>
                      <m:t>e</m:t>
                    </m:r>
                  </m:oMath>
                </a14:m>
                <a:r>
                  <a:rPr lang="en-US" b="0" dirty="0"/>
                  <a:t>lectrons daytime</a:t>
                </a:r>
              </a:p>
              <a:p>
                <a:endParaRPr lang="en-US" b="0" dirty="0"/>
              </a:p>
              <a:p>
                <a:r>
                  <a:rPr lang="en-US" dirty="0"/>
                  <a:t>Minimum</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1 −2 </m:t>
                        </m:r>
                        <m:r>
                          <a:rPr lang="en-US" i="1">
                            <a:latin typeface="Cambria Math" panose="02040503050406030204" pitchFamily="18" charset="0"/>
                          </a:rPr>
                          <m:t>𝑥</m:t>
                        </m:r>
                        <m:r>
                          <a:rPr lang="en-US" i="1">
                            <a:latin typeface="Cambria Math" panose="02040503050406030204" pitchFamily="18" charset="0"/>
                          </a:rPr>
                          <m:t>10</m:t>
                        </m:r>
                      </m:e>
                      <m:sup>
                        <m:r>
                          <a:rPr lang="en-US" i="1">
                            <a:latin typeface="Cambria Math" panose="02040503050406030204" pitchFamily="18" charset="0"/>
                          </a:rPr>
                          <m:t>2</m:t>
                        </m:r>
                      </m:sup>
                    </m:sSup>
                  </m:oMath>
                </a14:m>
                <a:r>
                  <a:rPr lang="en-US" dirty="0"/>
                  <a:t> electrons nighttime</a:t>
                </a:r>
              </a:p>
            </p:txBody>
          </p:sp>
        </mc:Choice>
        <mc:Fallback xmlns="">
          <p:sp>
            <p:nvSpPr>
              <p:cNvPr id="7" name="TextBox 6">
                <a:extLst>
                  <a:ext uri="{FF2B5EF4-FFF2-40B4-BE49-F238E27FC236}">
                    <a16:creationId xmlns:a16="http://schemas.microsoft.com/office/drawing/2014/main" id="{FC6E0517-D029-443C-B521-CEFCEF6F20B6}"/>
                  </a:ext>
                </a:extLst>
              </p:cNvPr>
              <p:cNvSpPr txBox="1">
                <a:spLocks noRot="1" noChangeAspect="1" noMove="1" noResize="1" noEditPoints="1" noAdjustHandles="1" noChangeArrowheads="1" noChangeShapeType="1" noTextEdit="1"/>
              </p:cNvSpPr>
              <p:nvPr/>
            </p:nvSpPr>
            <p:spPr>
              <a:xfrm>
                <a:off x="6483927" y="1596177"/>
                <a:ext cx="4384964" cy="3139321"/>
              </a:xfrm>
              <a:prstGeom prst="rect">
                <a:avLst/>
              </a:prstGeom>
              <a:blipFill>
                <a:blip r:embed="rId2"/>
                <a:stretch>
                  <a:fillRect l="-1252" t="-1165" b="-23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2E0F0B1-412B-4EC9-945E-4D364AB0D6BC}"/>
                  </a:ext>
                </a:extLst>
              </p:cNvPr>
              <p:cNvSpPr txBox="1"/>
              <p:nvPr/>
            </p:nvSpPr>
            <p:spPr>
              <a:xfrm>
                <a:off x="6129047" y="4936232"/>
                <a:ext cx="4384964" cy="11296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𝑑𝑎𝑦</m:t>
                          </m:r>
                          <m:r>
                            <a:rPr lang="en-US" b="0" i="1" smtClean="0">
                              <a:latin typeface="Cambria Math" panose="02040503050406030204" pitchFamily="18" charset="0"/>
                            </a:rPr>
                            <m:t> </m:t>
                          </m:r>
                        </m:sub>
                      </m:sSub>
                      <m:r>
                        <a:rPr lang="en-US" b="0" i="1" smtClean="0">
                          <a:latin typeface="Cambria Math" panose="02040503050406030204" pitchFamily="18" charset="0"/>
                        </a:rPr>
                        <m:t>=8.979</m:t>
                      </m:r>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r>
                                <a:rPr lang="en-US" b="0" i="1" smtClean="0">
                                  <a:latin typeface="Cambria Math" panose="02040503050406030204" pitchFamily="18" charset="0"/>
                                </a:rPr>
                                <m:t>1.5 </m:t>
                              </m:r>
                              <m:r>
                                <a:rPr lang="en-US" b="0" i="1" smtClean="0">
                                  <a:latin typeface="Cambria Math" panose="02040503050406030204" pitchFamily="18" charset="0"/>
                                </a:rPr>
                                <m:t>𝑥</m:t>
                              </m:r>
                              <m:r>
                                <a:rPr lang="en-US" b="0" i="1" smtClean="0">
                                  <a:latin typeface="Cambria Math" panose="02040503050406030204" pitchFamily="18" charset="0"/>
                                </a:rPr>
                                <m:t> 10</m:t>
                              </m:r>
                            </m:e>
                            <m:sup>
                              <m:r>
                                <a:rPr lang="en-US" b="0" i="1" smtClean="0">
                                  <a:latin typeface="Cambria Math" panose="02040503050406030204" pitchFamily="18" charset="0"/>
                                </a:rPr>
                                <m:t>12</m:t>
                              </m:r>
                            </m:sup>
                          </m:sSup>
                        </m:e>
                      </m:rad>
                      <m:r>
                        <a:rPr lang="en-US" b="0" i="1" smtClean="0">
                          <a:latin typeface="Cambria Math" panose="02040503050406030204" pitchFamily="18" charset="0"/>
                          <a:ea typeface="Cambria Math" panose="02040503050406030204" pitchFamily="18" charset="0"/>
                        </a:rPr>
                        <m:t>≈11 </m:t>
                      </m:r>
                      <m:r>
                        <a:rPr lang="en-US" b="0" i="1" smtClean="0">
                          <a:latin typeface="Cambria Math" panose="02040503050406030204" pitchFamily="18" charset="0"/>
                          <a:ea typeface="Cambria Math" panose="02040503050406030204" pitchFamily="18" charset="0"/>
                        </a:rPr>
                        <m:t>𝑀𝐻𝑧</m:t>
                      </m:r>
                    </m:oMath>
                  </m:oMathPara>
                </a14:m>
                <a:endParaRPr lang="en-US" b="0" dirty="0">
                  <a:ea typeface="Cambria Math" panose="02040503050406030204" pitchFamily="18" charset="0"/>
                </a:endParaRPr>
              </a:p>
              <a:p>
                <a:endParaRPr lang="en-US"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𝑛𝑖𝑔h𝑡</m:t>
                          </m:r>
                          <m:r>
                            <a:rPr lang="en-US" b="0" i="1" smtClean="0">
                              <a:latin typeface="Cambria Math" panose="02040503050406030204" pitchFamily="18" charset="0"/>
                            </a:rPr>
                            <m:t> </m:t>
                          </m:r>
                        </m:sub>
                      </m:sSub>
                      <m:r>
                        <a:rPr lang="en-US" b="0" i="1" smtClean="0">
                          <a:latin typeface="Cambria Math" panose="02040503050406030204" pitchFamily="18" charset="0"/>
                        </a:rPr>
                        <m:t>=</m:t>
                      </m:r>
                      <m:r>
                        <a:rPr lang="en-US" i="1">
                          <a:latin typeface="Cambria Math" panose="02040503050406030204" pitchFamily="18" charset="0"/>
                        </a:rPr>
                        <m:t>8.979</m:t>
                      </m:r>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2∗10</m:t>
                              </m:r>
                            </m:e>
                            <m:sup>
                              <m:r>
                                <a:rPr lang="en-US" i="1">
                                  <a:latin typeface="Cambria Math" panose="02040503050406030204" pitchFamily="18" charset="0"/>
                                </a:rPr>
                                <m:t>9</m:t>
                              </m:r>
                            </m:sup>
                          </m:sSup>
                        </m:e>
                      </m:rad>
                      <m:r>
                        <a:rPr lang="en-US" i="1">
                          <a:latin typeface="Cambria Math" panose="02040503050406030204" pitchFamily="18" charset="0"/>
                          <a:ea typeface="Cambria Math" panose="02040503050406030204" pitchFamily="18" charset="0"/>
                        </a:rPr>
                        <m:t>≈0.4 </m:t>
                      </m:r>
                      <m:r>
                        <a:rPr lang="en-US" i="1">
                          <a:latin typeface="Cambria Math" panose="02040503050406030204" pitchFamily="18" charset="0"/>
                          <a:ea typeface="Cambria Math" panose="02040503050406030204" pitchFamily="18" charset="0"/>
                        </a:rPr>
                        <m:t>𝑀𝐻𝑧</m:t>
                      </m:r>
                    </m:oMath>
                  </m:oMathPara>
                </a14:m>
                <a:endParaRPr lang="en-US" dirty="0"/>
              </a:p>
            </p:txBody>
          </p:sp>
        </mc:Choice>
        <mc:Fallback xmlns="">
          <p:sp>
            <p:nvSpPr>
              <p:cNvPr id="9" name="TextBox 8">
                <a:extLst>
                  <a:ext uri="{FF2B5EF4-FFF2-40B4-BE49-F238E27FC236}">
                    <a16:creationId xmlns:a16="http://schemas.microsoft.com/office/drawing/2014/main" id="{32E0F0B1-412B-4EC9-945E-4D364AB0D6BC}"/>
                  </a:ext>
                </a:extLst>
              </p:cNvPr>
              <p:cNvSpPr txBox="1">
                <a:spLocks noRot="1" noChangeAspect="1" noMove="1" noResize="1" noEditPoints="1" noAdjustHandles="1" noChangeArrowheads="1" noChangeShapeType="1" noTextEdit="1"/>
              </p:cNvSpPr>
              <p:nvPr/>
            </p:nvSpPr>
            <p:spPr>
              <a:xfrm>
                <a:off x="6129047" y="4936232"/>
                <a:ext cx="4384964" cy="1129605"/>
              </a:xfrm>
              <a:prstGeom prst="rect">
                <a:avLst/>
              </a:prstGeom>
              <a:blipFill>
                <a:blip r:embed="rId3"/>
                <a:stretch>
                  <a:fillRect b="-1081"/>
                </a:stretch>
              </a:blipFill>
            </p:spPr>
            <p:txBody>
              <a:bodyPr/>
              <a:lstStyle/>
              <a:p>
                <a:r>
                  <a:rPr lang="en-US">
                    <a:noFill/>
                  </a:rPr>
                  <a:t> </a:t>
                </a:r>
              </a:p>
            </p:txBody>
          </p:sp>
        </mc:Fallback>
      </mc:AlternateContent>
      <p:pic>
        <p:nvPicPr>
          <p:cNvPr id="4104" name="Picture 8" descr="See the source image">
            <a:extLst>
              <a:ext uri="{FF2B5EF4-FFF2-40B4-BE49-F238E27FC236}">
                <a16:creationId xmlns:a16="http://schemas.microsoft.com/office/drawing/2014/main" id="{25005C1E-556F-4F4D-B88C-92D2012FC1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159" y="1601064"/>
            <a:ext cx="6076950" cy="456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77244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25496B42-CC46-4183-B481-887CD3E8C7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E2758CE0-F916-4DCE-88D1-71430BE441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5" name="Rectangle 14">
            <a:extLst>
              <a:ext uri="{FF2B5EF4-FFF2-40B4-BE49-F238E27FC236}">
                <a16:creationId xmlns:a16="http://schemas.microsoft.com/office/drawing/2014/main" id="{48EC41B9-2D25-48A6-BC40-DA8F79F3E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34FFADCB-4782-4AA6-B58A-B07E064ECFB0}"/>
              </a:ext>
            </a:extLst>
          </p:cNvPr>
          <p:cNvPicPr>
            <a:picLocks noChangeAspect="1"/>
          </p:cNvPicPr>
          <p:nvPr/>
        </p:nvPicPr>
        <p:blipFill>
          <a:blip r:embed="rId4"/>
          <a:stretch>
            <a:fillRect/>
          </a:stretch>
        </p:blipFill>
        <p:spPr>
          <a:xfrm>
            <a:off x="45214" y="595745"/>
            <a:ext cx="12196204" cy="4024746"/>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17" name="Picture 16">
            <a:extLst>
              <a:ext uri="{FF2B5EF4-FFF2-40B4-BE49-F238E27FC236}">
                <a16:creationId xmlns:a16="http://schemas.microsoft.com/office/drawing/2014/main" id="{F8F21547-A433-450A-B2A3-930DCFAB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r="71324"/>
          <a:stretch/>
        </p:blipFill>
        <p:spPr>
          <a:xfrm>
            <a:off x="0" y="0"/>
            <a:ext cx="3496235" cy="6858000"/>
          </a:xfrm>
          <a:prstGeom prst="rect">
            <a:avLst/>
          </a:prstGeom>
        </p:spPr>
      </p:pic>
      <p:sp>
        <p:nvSpPr>
          <p:cNvPr id="2" name="Title 1">
            <a:extLst>
              <a:ext uri="{FF2B5EF4-FFF2-40B4-BE49-F238E27FC236}">
                <a16:creationId xmlns:a16="http://schemas.microsoft.com/office/drawing/2014/main" id="{11C21BC3-0308-4505-ABBB-9072AA35ECC0}"/>
              </a:ext>
            </a:extLst>
          </p:cNvPr>
          <p:cNvSpPr>
            <a:spLocks noGrp="1"/>
          </p:cNvSpPr>
          <p:nvPr>
            <p:ph type="title"/>
          </p:nvPr>
        </p:nvSpPr>
        <p:spPr>
          <a:xfrm>
            <a:off x="637817" y="5151670"/>
            <a:ext cx="10916365" cy="1137554"/>
          </a:xfrm>
        </p:spPr>
        <p:txBody>
          <a:bodyPr vert="horz" lIns="91440" tIns="45720" rIns="91440" bIns="45720" rtlCol="0" anchor="b">
            <a:normAutofit/>
          </a:bodyPr>
          <a:lstStyle/>
          <a:p>
            <a:r>
              <a:rPr lang="en-US" sz="4800" dirty="0"/>
              <a:t>Summary of ionosphere</a:t>
            </a:r>
          </a:p>
        </p:txBody>
      </p:sp>
      <p:pic>
        <p:nvPicPr>
          <p:cNvPr id="19" name="Picture 18">
            <a:extLst>
              <a:ext uri="{FF2B5EF4-FFF2-40B4-BE49-F238E27FC236}">
                <a16:creationId xmlns:a16="http://schemas.microsoft.com/office/drawing/2014/main" id="{A73B520B-D7E7-436A-B263-0682940B4FB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61810" r="21258"/>
          <a:stretch/>
        </p:blipFill>
        <p:spPr>
          <a:xfrm>
            <a:off x="0" y="4238951"/>
            <a:ext cx="9600237" cy="2619049"/>
          </a:xfrm>
          <a:prstGeom prst="rect">
            <a:avLst/>
          </a:prstGeom>
        </p:spPr>
      </p:pic>
      <p:sp>
        <p:nvSpPr>
          <p:cNvPr id="4" name="Slide Number Placeholder 3">
            <a:extLst>
              <a:ext uri="{FF2B5EF4-FFF2-40B4-BE49-F238E27FC236}">
                <a16:creationId xmlns:a16="http://schemas.microsoft.com/office/drawing/2014/main" id="{0B7638C8-AE70-43B3-A569-BD361E9C38EB}"/>
              </a:ext>
            </a:extLst>
          </p:cNvPr>
          <p:cNvSpPr>
            <a:spLocks noGrp="1"/>
          </p:cNvSpPr>
          <p:nvPr>
            <p:ph type="sldNum" sz="quarter" idx="12"/>
          </p:nvPr>
        </p:nvSpPr>
        <p:spPr>
          <a:xfrm>
            <a:off x="10514011" y="6354825"/>
            <a:ext cx="764215" cy="365125"/>
          </a:xfrm>
        </p:spPr>
        <p:txBody>
          <a:bodyPr vert="horz" lIns="91440" tIns="45720" rIns="91440" bIns="45720" rtlCol="0" anchor="ctr">
            <a:normAutofit/>
          </a:bodyPr>
          <a:lstStyle/>
          <a:p>
            <a:pPr defTabSz="914400">
              <a:spcAft>
                <a:spcPts val="600"/>
              </a:spcAft>
            </a:pPr>
            <a:fld id="{C83C362F-97FB-4C1E-B0F0-C3069DD0CDD1}" type="slidenum">
              <a:rPr lang="en-US" smtClean="0"/>
              <a:pPr defTabSz="914400">
                <a:spcAft>
                  <a:spcPts val="600"/>
                </a:spcAft>
              </a:pPr>
              <a:t>29</a:t>
            </a:fld>
            <a:endParaRPr lang="en-US"/>
          </a:p>
        </p:txBody>
      </p:sp>
    </p:spTree>
    <p:extLst>
      <p:ext uri="{BB962C8B-B14F-4D97-AF65-F5344CB8AC3E}">
        <p14:creationId xmlns:p14="http://schemas.microsoft.com/office/powerpoint/2010/main" val="32156011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82E47-EED4-8275-5C26-85A43EB7BC22}"/>
              </a:ext>
            </a:extLst>
          </p:cNvPr>
          <p:cNvSpPr>
            <a:spLocks noGrp="1"/>
          </p:cNvSpPr>
          <p:nvPr>
            <p:ph type="title"/>
          </p:nvPr>
        </p:nvSpPr>
        <p:spPr>
          <a:xfrm>
            <a:off x="913149" y="-373374"/>
            <a:ext cx="10364451" cy="1596177"/>
          </a:xfrm>
        </p:spPr>
        <p:txBody>
          <a:bodyPr/>
          <a:lstStyle/>
          <a:p>
            <a:r>
              <a:rPr lang="en-US" dirty="0"/>
              <a:t>EXAMPLE</a:t>
            </a:r>
          </a:p>
        </p:txBody>
      </p:sp>
      <p:sp>
        <p:nvSpPr>
          <p:cNvPr id="3" name="Content Placeholder 2">
            <a:extLst>
              <a:ext uri="{FF2B5EF4-FFF2-40B4-BE49-F238E27FC236}">
                <a16:creationId xmlns:a16="http://schemas.microsoft.com/office/drawing/2014/main" id="{F957BAE8-F919-270F-822D-08578A282470}"/>
              </a:ext>
            </a:extLst>
          </p:cNvPr>
          <p:cNvSpPr>
            <a:spLocks noGrp="1"/>
          </p:cNvSpPr>
          <p:nvPr>
            <p:ph sz="quarter" idx="13"/>
          </p:nvPr>
        </p:nvSpPr>
        <p:spPr>
          <a:xfrm>
            <a:off x="805286" y="1133152"/>
            <a:ext cx="3363759" cy="5462296"/>
          </a:xfrm>
        </p:spPr>
        <p:txBody>
          <a:bodyPr>
            <a:normAutofit/>
          </a:bodyPr>
          <a:lstStyle/>
          <a:p>
            <a:r>
              <a:rPr lang="en-US" dirty="0"/>
              <a:t>What is the approximate plasma frequency associated with a 250 km orbit?</a:t>
            </a:r>
          </a:p>
          <a:p>
            <a:endParaRPr lang="en-US" dirty="0"/>
          </a:p>
          <a:p>
            <a:r>
              <a:rPr lang="en-US" dirty="0"/>
              <a:t>What can you conclude about the use of typical satellite communication in the region?</a:t>
            </a:r>
          </a:p>
        </p:txBody>
      </p:sp>
      <p:sp>
        <p:nvSpPr>
          <p:cNvPr id="4" name="Slide Number Placeholder 3">
            <a:extLst>
              <a:ext uri="{FF2B5EF4-FFF2-40B4-BE49-F238E27FC236}">
                <a16:creationId xmlns:a16="http://schemas.microsoft.com/office/drawing/2014/main" id="{34CC467A-6F8F-82BC-4706-BD0E7CC6F8A7}"/>
              </a:ext>
            </a:extLst>
          </p:cNvPr>
          <p:cNvSpPr>
            <a:spLocks noGrp="1"/>
          </p:cNvSpPr>
          <p:nvPr>
            <p:ph type="sldNum" sz="quarter" idx="12"/>
          </p:nvPr>
        </p:nvSpPr>
        <p:spPr/>
        <p:txBody>
          <a:bodyPr/>
          <a:lstStyle/>
          <a:p>
            <a:fld id="{C83C362F-97FB-4C1E-B0F0-C3069DD0CDD1}" type="slidenum">
              <a:rPr lang="en-US" smtClean="0"/>
              <a:t>30</a:t>
            </a:fld>
            <a:endParaRPr lang="en-US"/>
          </a:p>
        </p:txBody>
      </p:sp>
      <p:pic>
        <p:nvPicPr>
          <p:cNvPr id="1026" name="Picture 2">
            <a:extLst>
              <a:ext uri="{FF2B5EF4-FFF2-40B4-BE49-F238E27FC236}">
                <a16:creationId xmlns:a16="http://schemas.microsoft.com/office/drawing/2014/main" id="{FF639F47-40B8-4A01-2BAD-F8B2F11438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8865" y="1133152"/>
            <a:ext cx="6934200" cy="5200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50087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96AD5-59E4-9A99-E3E5-2F55EFE002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DB878-54EF-3667-AEF6-9B277C37AE14}"/>
              </a:ext>
            </a:extLst>
          </p:cNvPr>
          <p:cNvSpPr>
            <a:spLocks noGrp="1"/>
          </p:cNvSpPr>
          <p:nvPr>
            <p:ph type="title"/>
          </p:nvPr>
        </p:nvSpPr>
        <p:spPr>
          <a:xfrm>
            <a:off x="913149" y="-373374"/>
            <a:ext cx="10364451" cy="1596177"/>
          </a:xfrm>
        </p:spPr>
        <p:txBody>
          <a:bodyPr/>
          <a:lstStyle/>
          <a:p>
            <a:r>
              <a:rPr lang="en-US" dirty="0"/>
              <a:t>EXAMPLE</a:t>
            </a:r>
          </a:p>
        </p:txBody>
      </p:sp>
      <p:sp>
        <p:nvSpPr>
          <p:cNvPr id="3" name="Content Placeholder 2">
            <a:extLst>
              <a:ext uri="{FF2B5EF4-FFF2-40B4-BE49-F238E27FC236}">
                <a16:creationId xmlns:a16="http://schemas.microsoft.com/office/drawing/2014/main" id="{0539140E-1A72-796A-AECF-0A18171BB7B2}"/>
              </a:ext>
            </a:extLst>
          </p:cNvPr>
          <p:cNvSpPr>
            <a:spLocks noGrp="1"/>
          </p:cNvSpPr>
          <p:nvPr>
            <p:ph sz="quarter" idx="13"/>
          </p:nvPr>
        </p:nvSpPr>
        <p:spPr>
          <a:xfrm>
            <a:off x="805286" y="1133152"/>
            <a:ext cx="3363759" cy="5462296"/>
          </a:xfrm>
        </p:spPr>
        <p:txBody>
          <a:bodyPr>
            <a:normAutofit/>
          </a:bodyPr>
          <a:lstStyle/>
          <a:p>
            <a:r>
              <a:rPr lang="en-US" sz="1400" dirty="0"/>
              <a:t>What is the approximate plasma frequency associated with a 250 km orbit?</a:t>
            </a:r>
          </a:p>
          <a:p>
            <a:endParaRPr lang="en-US" sz="1400" dirty="0"/>
          </a:p>
          <a:p>
            <a:endParaRPr lang="en-US" sz="1400" dirty="0"/>
          </a:p>
          <a:p>
            <a:endParaRPr lang="en-US" sz="1400" dirty="0"/>
          </a:p>
          <a:p>
            <a:endParaRPr lang="en-US" sz="1400" dirty="0"/>
          </a:p>
          <a:p>
            <a:endParaRPr lang="en-US" sz="1400" dirty="0"/>
          </a:p>
          <a:p>
            <a:r>
              <a:rPr lang="en-US" sz="1400" dirty="0"/>
              <a:t>What can you conclude about the use of typical satellite communication in the region?</a:t>
            </a:r>
          </a:p>
        </p:txBody>
      </p:sp>
      <p:sp>
        <p:nvSpPr>
          <p:cNvPr id="4" name="Slide Number Placeholder 3">
            <a:extLst>
              <a:ext uri="{FF2B5EF4-FFF2-40B4-BE49-F238E27FC236}">
                <a16:creationId xmlns:a16="http://schemas.microsoft.com/office/drawing/2014/main" id="{8DE45EE4-99CA-37A8-502D-17188FDF4695}"/>
              </a:ext>
            </a:extLst>
          </p:cNvPr>
          <p:cNvSpPr>
            <a:spLocks noGrp="1"/>
          </p:cNvSpPr>
          <p:nvPr>
            <p:ph type="sldNum" sz="quarter" idx="12"/>
          </p:nvPr>
        </p:nvSpPr>
        <p:spPr/>
        <p:txBody>
          <a:bodyPr/>
          <a:lstStyle/>
          <a:p>
            <a:fld id="{C83C362F-97FB-4C1E-B0F0-C3069DD0CDD1}" type="slidenum">
              <a:rPr lang="en-US" smtClean="0"/>
              <a:t>31</a:t>
            </a:fld>
            <a:endParaRPr lang="en-US"/>
          </a:p>
        </p:txBody>
      </p:sp>
      <p:pic>
        <p:nvPicPr>
          <p:cNvPr id="1026" name="Picture 2">
            <a:extLst>
              <a:ext uri="{FF2B5EF4-FFF2-40B4-BE49-F238E27FC236}">
                <a16:creationId xmlns:a16="http://schemas.microsoft.com/office/drawing/2014/main" id="{E52E0346-A0B5-ED6B-DF9A-8037E8DF0B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7988" y="1292017"/>
            <a:ext cx="6029391" cy="4522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39849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7A25D-704E-4CFA-889C-3B06712EEB43}"/>
              </a:ext>
            </a:extLst>
          </p:cNvPr>
          <p:cNvSpPr>
            <a:spLocks noGrp="1"/>
          </p:cNvSpPr>
          <p:nvPr>
            <p:ph type="title"/>
          </p:nvPr>
        </p:nvSpPr>
        <p:spPr/>
        <p:txBody>
          <a:bodyPr/>
          <a:lstStyle/>
          <a:p>
            <a:r>
              <a:rPr lang="en-US" dirty="0"/>
              <a:t>REFERENCES</a:t>
            </a:r>
          </a:p>
        </p:txBody>
      </p:sp>
      <p:sp>
        <p:nvSpPr>
          <p:cNvPr id="4" name="Slide Number Placeholder 3">
            <a:extLst>
              <a:ext uri="{FF2B5EF4-FFF2-40B4-BE49-F238E27FC236}">
                <a16:creationId xmlns:a16="http://schemas.microsoft.com/office/drawing/2014/main" id="{2E68D3A9-13D8-47FF-AFC9-3F0636938E94}"/>
              </a:ext>
            </a:extLst>
          </p:cNvPr>
          <p:cNvSpPr>
            <a:spLocks noGrp="1"/>
          </p:cNvSpPr>
          <p:nvPr>
            <p:ph type="sldNum" sz="quarter" idx="12"/>
          </p:nvPr>
        </p:nvSpPr>
        <p:spPr/>
        <p:txBody>
          <a:bodyPr/>
          <a:lstStyle/>
          <a:p>
            <a:fld id="{C83C362F-97FB-4C1E-B0F0-C3069DD0CDD1}" type="slidenum">
              <a:rPr lang="en-US" smtClean="0"/>
              <a:t>32</a:t>
            </a:fld>
            <a:endParaRPr lang="en-US"/>
          </a:p>
        </p:txBody>
      </p:sp>
      <p:sp>
        <p:nvSpPr>
          <p:cNvPr id="6" name="TextBox 5">
            <a:extLst>
              <a:ext uri="{FF2B5EF4-FFF2-40B4-BE49-F238E27FC236}">
                <a16:creationId xmlns:a16="http://schemas.microsoft.com/office/drawing/2014/main" id="{0089A156-60C6-477F-A116-65728221375C}"/>
              </a:ext>
            </a:extLst>
          </p:cNvPr>
          <p:cNvSpPr txBox="1"/>
          <p:nvPr/>
        </p:nvSpPr>
        <p:spPr>
          <a:xfrm>
            <a:off x="498265" y="1891528"/>
            <a:ext cx="11575099" cy="3693319"/>
          </a:xfrm>
          <a:prstGeom prst="rect">
            <a:avLst/>
          </a:prstGeom>
          <a:noFill/>
        </p:spPr>
        <p:txBody>
          <a:bodyPr wrap="square">
            <a:spAutoFit/>
          </a:bodyPr>
          <a:lstStyle/>
          <a:p>
            <a:r>
              <a:rPr lang="en-US" dirty="0" err="1">
                <a:effectLst/>
              </a:rPr>
              <a:t>Encyclopædia</a:t>
            </a:r>
            <a:r>
              <a:rPr lang="en-US" dirty="0">
                <a:effectLst/>
              </a:rPr>
              <a:t> Britannica, inc. (n.d.). </a:t>
            </a:r>
            <a:r>
              <a:rPr lang="en-US" i="1" dirty="0">
                <a:effectLst/>
              </a:rPr>
              <a:t>Physics and metaphysics of Aristotle</a:t>
            </a:r>
            <a:r>
              <a:rPr lang="en-US" dirty="0">
                <a:effectLst/>
              </a:rPr>
              <a:t>. </a:t>
            </a:r>
            <a:r>
              <a:rPr lang="en-US" dirty="0" err="1">
                <a:effectLst/>
              </a:rPr>
              <a:t>Encyclopædia</a:t>
            </a:r>
            <a:r>
              <a:rPr lang="en-US" dirty="0">
                <a:effectLst/>
              </a:rPr>
              <a:t> Britannica. </a:t>
            </a:r>
            <a:r>
              <a:rPr lang="en-US" dirty="0">
                <a:effectLst/>
                <a:hlinkClick r:id="rId2"/>
              </a:rPr>
              <a:t>https://www.britannica.com/biography/Aristotle/Physics-and-metaphysics</a:t>
            </a:r>
            <a:r>
              <a:rPr lang="en-US" dirty="0">
                <a:effectLst/>
              </a:rPr>
              <a:t>.</a:t>
            </a:r>
          </a:p>
          <a:p>
            <a:endParaRPr lang="en-US" dirty="0"/>
          </a:p>
          <a:p>
            <a:r>
              <a:rPr lang="en-US" dirty="0">
                <a:effectLst/>
              </a:rPr>
              <a:t>Sinha, A. (2020, December 3). </a:t>
            </a:r>
            <a:r>
              <a:rPr lang="en-US" i="1" dirty="0">
                <a:effectLst/>
              </a:rPr>
              <a:t>Aristotelian Universe: the Earth-Centered Universe</a:t>
            </a:r>
            <a:r>
              <a:rPr lang="en-US" dirty="0">
                <a:effectLst/>
              </a:rPr>
              <a:t>. Physics In My View. </a:t>
            </a:r>
            <a:r>
              <a:rPr lang="en-US" dirty="0">
                <a:effectLst/>
                <a:hlinkClick r:id="rId3"/>
              </a:rPr>
              <a:t>https://physicsinmyview.com/2020/08/model-of-aristotelian-universe.html</a:t>
            </a:r>
            <a:r>
              <a:rPr lang="en-US" dirty="0">
                <a:effectLst/>
              </a:rPr>
              <a:t>.</a:t>
            </a:r>
          </a:p>
          <a:p>
            <a:endParaRPr lang="en-US" i="1" dirty="0">
              <a:effectLst/>
            </a:endParaRPr>
          </a:p>
          <a:p>
            <a:r>
              <a:rPr lang="en-US" i="1" dirty="0">
                <a:effectLst/>
              </a:rPr>
              <a:t>Space solar cell edge, interconnect, and </a:t>
            </a:r>
            <a:r>
              <a:rPr lang="en-US" i="1" dirty="0" err="1">
                <a:effectLst/>
              </a:rPr>
              <a:t>coverglass</a:t>
            </a:r>
            <a:r>
              <a:rPr lang="en-US" i="1" dirty="0">
                <a:effectLst/>
              </a:rPr>
              <a:t> ...</a:t>
            </a:r>
            <a:r>
              <a:rPr lang="en-US" dirty="0">
                <a:effectLst/>
              </a:rPr>
              <a:t> (n.d.).</a:t>
            </a:r>
          </a:p>
          <a:p>
            <a:r>
              <a:rPr lang="en-US" dirty="0">
                <a:effectLst/>
                <a:hlinkClick r:id="rId4"/>
              </a:rPr>
              <a:t>https://www.researchgate.net/publication/224186897_Space_solar_cell_edge_interconnect_and_coverglass_designs_and_their_effect_on_spacecraft_charging_and_plasma_interactions</a:t>
            </a:r>
            <a:r>
              <a:rPr lang="en-US" dirty="0">
                <a:effectLst/>
              </a:rPr>
              <a:t>. </a:t>
            </a:r>
          </a:p>
          <a:p>
            <a:endParaRPr lang="en-US" dirty="0">
              <a:effectLst/>
            </a:endParaRPr>
          </a:p>
          <a:p>
            <a:endParaRPr lang="en-US" dirty="0">
              <a:effectLst/>
            </a:endParaRPr>
          </a:p>
          <a:p>
            <a:endParaRPr lang="en-US" dirty="0"/>
          </a:p>
          <a:p>
            <a:endParaRPr lang="en-US" dirty="0">
              <a:effectLst/>
            </a:endParaRPr>
          </a:p>
        </p:txBody>
      </p:sp>
    </p:spTree>
    <p:extLst>
      <p:ext uri="{BB962C8B-B14F-4D97-AF65-F5344CB8AC3E}">
        <p14:creationId xmlns:p14="http://schemas.microsoft.com/office/powerpoint/2010/main" val="3909168612"/>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1620</TotalTime>
  <Words>1127</Words>
  <Application>Microsoft Office PowerPoint</Application>
  <PresentationFormat>Widescreen</PresentationFormat>
  <Paragraphs>262</Paragraphs>
  <Slides>32</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32</vt:i4>
      </vt:variant>
    </vt:vector>
  </HeadingPairs>
  <TitlesOfParts>
    <vt:vector size="42" baseType="lpstr">
      <vt:lpstr>Arial</vt:lpstr>
      <vt:lpstr>Arial Black</vt:lpstr>
      <vt:lpstr>Brush Script MT</vt:lpstr>
      <vt:lpstr>Calibri</vt:lpstr>
      <vt:lpstr>Cambria Math</vt:lpstr>
      <vt:lpstr>Symbol</vt:lpstr>
      <vt:lpstr>Times New Roman</vt:lpstr>
      <vt:lpstr>Tw Cen MT</vt:lpstr>
      <vt:lpstr>Droplet</vt:lpstr>
      <vt:lpstr>Document</vt:lpstr>
      <vt:lpstr>PowerPoint Presentation</vt:lpstr>
      <vt:lpstr>Summary of environmental effects</vt:lpstr>
      <vt:lpstr>PowerPoint Presentation</vt:lpstr>
      <vt:lpstr>PowerPoint Presentation</vt:lpstr>
      <vt:lpstr>PowerPoint Presentation</vt:lpstr>
      <vt:lpstr>Impact of the Space Environment on Spacecraft Systems</vt:lpstr>
      <vt:lpstr> WHAT ARE THE states of matter?</vt:lpstr>
      <vt:lpstr>4 states of matter?</vt:lpstr>
      <vt:lpstr>Aristotle’s view of the universe </vt:lpstr>
      <vt:lpstr>NATURAL STATES OF MATTER</vt:lpstr>
      <vt:lpstr>The Plasma Environment and Potential Effects</vt:lpstr>
      <vt:lpstr>PLASMA EFFECTS</vt:lpstr>
      <vt:lpstr>PLASMA CONDITIONS</vt:lpstr>
      <vt:lpstr>DEGREE OF IONIZATION</vt:lpstr>
      <vt:lpstr>DEGREE OF IONIZATION</vt:lpstr>
      <vt:lpstr>DEBYE LENGTH</vt:lpstr>
      <vt:lpstr>DEBYE LENGTH</vt:lpstr>
      <vt:lpstr>PowerPoint Presentation</vt:lpstr>
      <vt:lpstr>PLASMA DENSITY IN LEO</vt:lpstr>
      <vt:lpstr>PLASMA DENSITY AT HIGHER ALTITUDES</vt:lpstr>
      <vt:lpstr>Plasma physics</vt:lpstr>
      <vt:lpstr>Plasma physics</vt:lpstr>
      <vt:lpstr>Plasma physics</vt:lpstr>
      <vt:lpstr>PowerPoint Presentation</vt:lpstr>
      <vt:lpstr>Plasma frequency of oscillation</vt:lpstr>
      <vt:lpstr>Ionosphere layers</vt:lpstr>
      <vt:lpstr>Ionosphere layers</vt:lpstr>
      <vt:lpstr>Ionosphere layers</vt:lpstr>
      <vt:lpstr>Summary of ionosphere</vt:lpstr>
      <vt:lpstr>EXAMPLE</vt:lpstr>
      <vt:lpstr>EXAMPLE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Lynnane George</dc:creator>
  <cp:lastModifiedBy>Lynnane George</cp:lastModifiedBy>
  <cp:revision>74</cp:revision>
  <dcterms:created xsi:type="dcterms:W3CDTF">2017-06-12T22:04:21Z</dcterms:created>
  <dcterms:modified xsi:type="dcterms:W3CDTF">2026-07-08T21:48:55Z</dcterms:modified>
</cp:coreProperties>
</file>