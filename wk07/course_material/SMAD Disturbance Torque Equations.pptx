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453BF-70A3-49CD-B016-01731473092B}" v="1" dt="2026-07-27T20:14:36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0" y="8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ane George" userId="065056628ae16e64" providerId="LiveId" clId="{1E9AE552-6B83-46CE-A2DC-1FB506DB1638}"/>
    <pc:docChg chg="addSld delSld modSld">
      <pc:chgData name="Lynnane George" userId="065056628ae16e64" providerId="LiveId" clId="{1E9AE552-6B83-46CE-A2DC-1FB506DB1638}" dt="2026-07-27T20:14:40.978" v="2" actId="2696"/>
      <pc:docMkLst>
        <pc:docMk/>
      </pc:docMkLst>
      <pc:sldChg chg="new del">
        <pc:chgData name="Lynnane George" userId="065056628ae16e64" providerId="LiveId" clId="{1E9AE552-6B83-46CE-A2DC-1FB506DB1638}" dt="2026-07-27T20:14:40.978" v="2" actId="2696"/>
        <pc:sldMkLst>
          <pc:docMk/>
          <pc:sldMk cId="4196645410" sldId="256"/>
        </pc:sldMkLst>
      </pc:sldChg>
      <pc:sldChg chg="add">
        <pc:chgData name="Lynnane George" userId="065056628ae16e64" providerId="LiveId" clId="{1E9AE552-6B83-46CE-A2DC-1FB506DB1638}" dt="2026-07-27T20:14:36.617" v="1"/>
        <pc:sldMkLst>
          <pc:docMk/>
          <pc:sldMk cId="3413800495" sldId="35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346F-1376-2612-9096-203CDA23E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71BEE-8F19-B041-D517-63D4CC8C7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6246B-2DD1-62A0-2CB4-A891A47C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E0BCF-6C22-DE37-F475-29B8CE4C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4B4B9-CF8B-B7DE-278C-4E1434E7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1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1C235-591F-A0E6-F6D2-DF4B6BBC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5399-3672-878D-DFB5-B0187379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1A959-1EF4-6178-C8DD-605E1946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61094-A6C8-E94E-B0E4-4351594F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E3DC5-B991-5957-576D-B47FC447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5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8149-5D1F-8664-586E-5AD413587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FF30-6883-507D-7C81-B26B0B73D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B4B84-ABA2-7A5D-E162-D1B8B513B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93C8F-76EE-88E6-8387-CBCD42DA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DEBD0-1B55-B958-0631-2F964313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1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6C50-3EEA-21A6-C85C-483492DD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6C04A-7928-3FAF-71C2-42C2AC908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BE154-18E6-8811-C0CA-120672B2E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C770B-9600-ECCC-2D4C-323248B7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C7F9A-CA9C-2398-708C-D3902E45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7EB52-A53D-8025-2112-D5704341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573E-B157-05F0-0A23-A951657C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EA850-515C-3FAD-05BF-557A43124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7C961-551C-4B28-1CC9-15233A380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AC471-253F-AF09-A3C6-264166B3E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2273C-BEE5-E5F6-33F9-08D5CBF7C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00923-CDCE-F8E7-34A4-ACC353EA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C909A-48A1-0C7E-F6DC-458C90A5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481AB-5DD6-3A83-80E5-099841BB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1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F274E-5A2D-91E4-6FAF-F773CA3B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91D17-6B27-207D-85CF-B2DE527E8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02EB8-C7B7-51D7-EA72-C4B250DA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6E371-DA28-DF35-0B1A-506908D5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3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67363-96B1-D35C-11D1-C2F324C6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5BF12-3B85-FBE7-63E9-6D061945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F2798-99F5-C332-2D20-878B0E8C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0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799C-9447-8EEB-31A0-E658846C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D864-723E-003B-A6F2-55DB6983C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6CCDE-5F15-61E7-93D9-08CBA03E2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10539-EE75-D6B0-2D34-5E388FA3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F8DF-2AEF-E758-EC49-2551CD1B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0235D-2BD7-7547-D014-4FD5988E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08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F304-B848-4CBD-1BAC-E2C5EAD0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514AD-AA60-6EC0-0507-0F399EDFE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8E3D9-665C-9B92-4AE2-217C08D1B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A9588-E366-F803-5AE5-BA3C942E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D9DDB-5266-2D23-4ED3-BC8EA890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B23EB-CBF0-A828-F4C9-DCADA96E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6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455F-C600-B1CD-975C-44689D84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16E7E-42BF-C336-EB1F-AAEDD4DBB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AF9F0-BEA5-61F0-655B-F9A97DF0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BC8E2-E984-F14C-9E41-7FDB6F71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5B0C4-D25B-1341-361A-00A1B250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0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4D3D3-4F98-83CD-70D1-F6AE410DF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4248E-2C35-952F-1F82-1E7AB66AF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DE26F-463D-F290-46C1-D760A5C6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5AE20-CA26-13F2-3B3E-E2DBEFC9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B103E-99AC-B043-0DA5-063ACE2D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9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E4598-51B3-EF7D-F842-D3413A5F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B2FD8-1D70-2746-7A7E-37431CC1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8BE05-A1FA-2093-80D4-438F1AE79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9DAC7-AD98-4EA6-A0F9-156001E2881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845A-A20E-74F0-49E4-B9D6FC434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8463D-DEE4-A703-1899-175B0CF95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4A309-7EF7-4486-9FF4-265881E4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9CCC5-15C1-4269-9960-7585ABFA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4" name="Object 3" descr="Equations for estimating the four principal environmental disturbance torques on a spacecraft: gravity gradient, solar radiation pressure, Earth's magnetic field, and aerodynamic drag. Each row provides the governing torque equation and defines the variables needed to calculate the disturbance.">
            <a:extLst>
              <a:ext uri="{FF2B5EF4-FFF2-40B4-BE49-F238E27FC236}">
                <a16:creationId xmlns:a16="http://schemas.microsoft.com/office/drawing/2014/main" id="{CD5DC874-1AB3-4373-AE76-FE2FF6DD61C0}"/>
              </a:ext>
            </a:extLst>
          </p:cNvPr>
          <p:cNvGraphicFramePr>
            <a:graphicFrameLocks/>
          </p:cNvGraphicFramePr>
          <p:nvPr/>
        </p:nvGraphicFramePr>
        <p:xfrm>
          <a:off x="127760" y="6350"/>
          <a:ext cx="11936479" cy="676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078212" imgH="6370320" progId="Word.Document.8">
                  <p:embed/>
                </p:oleObj>
              </mc:Choice>
              <mc:Fallback>
                <p:oleObj name="Document" r:id="rId2" imgW="10078212" imgH="6370320" progId="Word.Document.8">
                  <p:embed/>
                  <p:pic>
                    <p:nvPicPr>
                      <p:cNvPr id="4" name="Object 3" descr="Equations for estimating the four principal environmental disturbance torques on a spacecraft: gravity gradient, solar radiation pressure, Earth's magnetic field, and aerodynamic drag. Each row provides the governing torque equation and defines the variables needed to calculate the disturbance.">
                        <a:extLst>
                          <a:ext uri="{FF2B5EF4-FFF2-40B4-BE49-F238E27FC236}">
                            <a16:creationId xmlns:a16="http://schemas.microsoft.com/office/drawing/2014/main" id="{CD5DC874-1AB3-4373-AE76-FE2FF6DD61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471" r="3691" b="1099"/>
                      <a:stretch>
                        <a:fillRect/>
                      </a:stretch>
                    </p:blipFill>
                    <p:spPr bwMode="auto">
                      <a:xfrm>
                        <a:off x="127760" y="6350"/>
                        <a:ext cx="11936479" cy="6767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C4D6DCC-554A-5016-68A2-FD304278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-1596177"/>
            <a:ext cx="10364451" cy="15961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Effects of on-orbit disturbances</a:t>
            </a:r>
          </a:p>
        </p:txBody>
      </p:sp>
    </p:spTree>
    <p:extLst>
      <p:ext uri="{BB962C8B-B14F-4D97-AF65-F5344CB8AC3E}">
        <p14:creationId xmlns:p14="http://schemas.microsoft.com/office/powerpoint/2010/main" val="3413800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Document</vt:lpstr>
      <vt:lpstr>Effects of on-orbit disturbances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Lynnane George</dc:creator>
  <cp:lastModifiedBy>Lynnane George</cp:lastModifiedBy>
  <cp:revision>1</cp:revision>
  <dcterms:created xsi:type="dcterms:W3CDTF">2026-07-27T20:14:31Z</dcterms:created>
  <dcterms:modified xsi:type="dcterms:W3CDTF">2026-07-27T20:14:41Z</dcterms:modified>
</cp:coreProperties>
</file>